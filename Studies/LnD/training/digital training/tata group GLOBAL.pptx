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sldIdLst>
    <p:sldId id="256" r:id="rId2"/>
    <p:sldId id="258" r:id="rId3"/>
    <p:sldId id="283" r:id="rId4"/>
    <p:sldId id="282" r:id="rId5"/>
    <p:sldId id="264" r:id="rId6"/>
    <p:sldId id="284" r:id="rId7"/>
    <p:sldId id="281" r:id="rId8"/>
    <p:sldId id="285" r:id="rId9"/>
    <p:sldId id="269" r:id="rId10"/>
    <p:sldId id="270" r:id="rId11"/>
    <p:sldId id="267" r:id="rId12"/>
    <p:sldId id="268" r:id="rId13"/>
    <p:sldId id="260" r:id="rId14"/>
    <p:sldId id="262" r:id="rId15"/>
    <p:sldId id="271" r:id="rId16"/>
    <p:sldId id="272" r:id="rId17"/>
    <p:sldId id="273" r:id="rId18"/>
    <p:sldId id="275" r:id="rId19"/>
    <p:sldId id="277" r:id="rId20"/>
    <p:sldId id="274" r:id="rId21"/>
    <p:sldId id="276" r:id="rId22"/>
    <p:sldId id="280" r:id="rId23"/>
    <p:sldId id="263" r:id="rId24"/>
    <p:sldId id="257" r:id="rId25"/>
    <p:sldId id="286" r:id="rId26"/>
    <p:sldId id="287" r:id="rId27"/>
    <p:sldId id="288" r:id="rId28"/>
    <p:sldId id="289" r:id="rId29"/>
    <p:sldId id="290" r:id="rId30"/>
    <p:sldId id="29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85" d="100"/>
          <a:sy n="85" d="100"/>
        </p:scale>
        <p:origin x="114" y="10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4C96C5-E89B-4B98-8157-16CE31736D3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8F12691-11DF-4788-A319-A46A3BE91A2F}">
      <dgm:prSet phldrT="[Text]"/>
      <dgm:spPr/>
      <dgm:t>
        <a:bodyPr/>
        <a:lstStyle/>
        <a:p>
          <a:r>
            <a:rPr lang="en-US" dirty="0" smtClean="0"/>
            <a:t>Textual channels</a:t>
          </a:r>
          <a:endParaRPr lang="en-US" dirty="0"/>
        </a:p>
      </dgm:t>
    </dgm:pt>
    <dgm:pt modelId="{8E4E7F26-0460-4CEA-9847-D955F39A81F4}" type="parTrans" cxnId="{5DA13B77-18D5-49DA-A142-8FA776D11777}">
      <dgm:prSet/>
      <dgm:spPr/>
      <dgm:t>
        <a:bodyPr/>
        <a:lstStyle/>
        <a:p>
          <a:endParaRPr lang="en-US"/>
        </a:p>
      </dgm:t>
    </dgm:pt>
    <dgm:pt modelId="{B170C4D9-6911-4F87-BDB8-1BA88F9FC6EE}" type="sibTrans" cxnId="{5DA13B77-18D5-49DA-A142-8FA776D11777}">
      <dgm:prSet/>
      <dgm:spPr/>
      <dgm:t>
        <a:bodyPr/>
        <a:lstStyle/>
        <a:p>
          <a:endParaRPr lang="en-US"/>
        </a:p>
      </dgm:t>
    </dgm:pt>
    <dgm:pt modelId="{C3DCC79C-D1B8-4CD4-AE01-B5D25D0FB8BC}">
      <dgm:prSet phldrT="[Text]" custT="1"/>
      <dgm:spPr/>
      <dgm:t>
        <a:bodyPr/>
        <a:lstStyle/>
        <a:p>
          <a:r>
            <a:rPr lang="en-US" sz="1600" dirty="0" smtClean="0"/>
            <a:t>Twitter, </a:t>
          </a:r>
          <a:r>
            <a:rPr lang="en-US" sz="1600" dirty="0" err="1" smtClean="0"/>
            <a:t>facebook</a:t>
          </a:r>
          <a:r>
            <a:rPr lang="en-US" sz="1600" dirty="0" smtClean="0"/>
            <a:t>, blogs</a:t>
          </a:r>
          <a:endParaRPr lang="en-US" sz="1600" dirty="0"/>
        </a:p>
      </dgm:t>
    </dgm:pt>
    <dgm:pt modelId="{986E638E-1CD0-4B7B-88CC-7CB707DCEED2}" type="parTrans" cxnId="{FE7B2138-13A9-4E43-B4BD-18473BDABC81}">
      <dgm:prSet/>
      <dgm:spPr/>
      <dgm:t>
        <a:bodyPr/>
        <a:lstStyle/>
        <a:p>
          <a:endParaRPr lang="en-US"/>
        </a:p>
      </dgm:t>
    </dgm:pt>
    <dgm:pt modelId="{E5DC5841-CB10-4E91-9839-E4194F23682C}" type="sibTrans" cxnId="{FE7B2138-13A9-4E43-B4BD-18473BDABC81}">
      <dgm:prSet/>
      <dgm:spPr/>
      <dgm:t>
        <a:bodyPr/>
        <a:lstStyle/>
        <a:p>
          <a:endParaRPr lang="en-US"/>
        </a:p>
      </dgm:t>
    </dgm:pt>
    <dgm:pt modelId="{28B323B3-3CF9-427F-A281-6665383BCECC}">
      <dgm:prSet phldrT="[Text]"/>
      <dgm:spPr/>
      <dgm:t>
        <a:bodyPr/>
        <a:lstStyle/>
        <a:p>
          <a:r>
            <a:rPr lang="en-US" dirty="0" smtClean="0"/>
            <a:t>Video/photography</a:t>
          </a:r>
          <a:endParaRPr lang="en-US" dirty="0"/>
        </a:p>
      </dgm:t>
    </dgm:pt>
    <dgm:pt modelId="{DEDC2B10-8B90-45BA-80BC-13007CE616E8}" type="parTrans" cxnId="{569AF3D7-C3A8-4F8C-BA3C-0E50A7C80C8C}">
      <dgm:prSet/>
      <dgm:spPr/>
      <dgm:t>
        <a:bodyPr/>
        <a:lstStyle/>
        <a:p>
          <a:endParaRPr lang="en-US"/>
        </a:p>
      </dgm:t>
    </dgm:pt>
    <dgm:pt modelId="{6AAA707C-AEF2-47B0-942A-6F564AAE2B44}" type="sibTrans" cxnId="{569AF3D7-C3A8-4F8C-BA3C-0E50A7C80C8C}">
      <dgm:prSet/>
      <dgm:spPr/>
      <dgm:t>
        <a:bodyPr/>
        <a:lstStyle/>
        <a:p>
          <a:endParaRPr lang="en-US"/>
        </a:p>
      </dgm:t>
    </dgm:pt>
    <dgm:pt modelId="{758FA1A8-C8A7-4A9E-A8BA-DFECE70E221E}">
      <dgm:prSet phldrT="[Text]" custT="1"/>
      <dgm:spPr/>
      <dgm:t>
        <a:bodyPr/>
        <a:lstStyle/>
        <a:p>
          <a:pPr>
            <a:buFont typeface="Arial" panose="020B0604020202020204" pitchFamily="34" charset="0"/>
            <a:buChar char="•"/>
          </a:pPr>
          <a:r>
            <a:rPr lang="en-US" sz="1600" b="0" dirty="0" smtClean="0"/>
            <a:t>Instagram, </a:t>
          </a:r>
          <a:r>
            <a:rPr lang="en-US" sz="1600" b="0" dirty="0" err="1" smtClean="0"/>
            <a:t>facebook</a:t>
          </a:r>
          <a:r>
            <a:rPr lang="en-US" sz="1600" b="0" dirty="0" smtClean="0"/>
            <a:t>, snapchat, </a:t>
          </a:r>
          <a:r>
            <a:rPr lang="en-US" sz="1600" b="0" dirty="0" err="1" smtClean="0"/>
            <a:t>youtube</a:t>
          </a:r>
          <a:endParaRPr lang="en-US" sz="1600" b="0" dirty="0"/>
        </a:p>
      </dgm:t>
    </dgm:pt>
    <dgm:pt modelId="{6623CE1C-8353-492C-B2AD-257C70A3EA3A}" type="parTrans" cxnId="{1AB91358-234B-458A-AEE1-9C7D3F3F249A}">
      <dgm:prSet/>
      <dgm:spPr/>
      <dgm:t>
        <a:bodyPr/>
        <a:lstStyle/>
        <a:p>
          <a:endParaRPr lang="en-US"/>
        </a:p>
      </dgm:t>
    </dgm:pt>
    <dgm:pt modelId="{83D59F17-1D8F-4F8B-9449-00D50EB3D16B}" type="sibTrans" cxnId="{1AB91358-234B-458A-AEE1-9C7D3F3F249A}">
      <dgm:prSet/>
      <dgm:spPr/>
      <dgm:t>
        <a:bodyPr/>
        <a:lstStyle/>
        <a:p>
          <a:endParaRPr lang="en-US"/>
        </a:p>
      </dgm:t>
    </dgm:pt>
    <dgm:pt modelId="{75660391-E338-49D6-BAF9-2CECA5EB9C8A}">
      <dgm:prSet phldrT="[Text]" custT="1"/>
      <dgm:spPr/>
      <dgm:t>
        <a:bodyPr/>
        <a:lstStyle/>
        <a:p>
          <a:r>
            <a:rPr lang="en-US" sz="1600" dirty="0" smtClean="0"/>
            <a:t>More detailed accounts can be given</a:t>
          </a:r>
          <a:endParaRPr lang="en-US" sz="1600" dirty="0"/>
        </a:p>
      </dgm:t>
    </dgm:pt>
    <dgm:pt modelId="{D71C5A67-B48C-4E11-9615-D009B58EE259}" type="parTrans" cxnId="{B64B86E4-6060-41AF-A1EA-CE2385B05C75}">
      <dgm:prSet/>
      <dgm:spPr/>
      <dgm:t>
        <a:bodyPr/>
        <a:lstStyle/>
        <a:p>
          <a:endParaRPr lang="en-US"/>
        </a:p>
      </dgm:t>
    </dgm:pt>
    <dgm:pt modelId="{3AFBF61B-AE81-4FF1-A512-C6920658275B}" type="sibTrans" cxnId="{B64B86E4-6060-41AF-A1EA-CE2385B05C75}">
      <dgm:prSet/>
      <dgm:spPr/>
      <dgm:t>
        <a:bodyPr/>
        <a:lstStyle/>
        <a:p>
          <a:endParaRPr lang="en-US"/>
        </a:p>
      </dgm:t>
    </dgm:pt>
    <dgm:pt modelId="{59CB9223-5A01-4DC3-AEB0-C6BA3C5D7303}">
      <dgm:prSet phldrT="[Text]" custT="1"/>
      <dgm:spPr/>
      <dgm:t>
        <a:bodyPr/>
        <a:lstStyle/>
        <a:p>
          <a:r>
            <a:rPr lang="en-US" sz="1600" dirty="0" smtClean="0"/>
            <a:t>Non appealing</a:t>
          </a:r>
          <a:endParaRPr lang="en-US" sz="1600" dirty="0"/>
        </a:p>
      </dgm:t>
    </dgm:pt>
    <dgm:pt modelId="{DBF1865C-5040-4AE3-A5D0-E1D0C27867CF}" type="parTrans" cxnId="{B82010D3-551A-4815-B229-2F8BF85D1B4D}">
      <dgm:prSet/>
      <dgm:spPr/>
      <dgm:t>
        <a:bodyPr/>
        <a:lstStyle/>
        <a:p>
          <a:endParaRPr lang="en-US"/>
        </a:p>
      </dgm:t>
    </dgm:pt>
    <dgm:pt modelId="{366695AF-9D91-4DED-B0C7-84AD84E37EF8}" type="sibTrans" cxnId="{B82010D3-551A-4815-B229-2F8BF85D1B4D}">
      <dgm:prSet/>
      <dgm:spPr/>
      <dgm:t>
        <a:bodyPr/>
        <a:lstStyle/>
        <a:p>
          <a:endParaRPr lang="en-US"/>
        </a:p>
      </dgm:t>
    </dgm:pt>
    <dgm:pt modelId="{25C74441-84B5-4C23-A5A2-CC926D01803C}">
      <dgm:prSet phldrT="[Text]" custT="1"/>
      <dgm:spPr/>
      <dgm:t>
        <a:bodyPr/>
        <a:lstStyle/>
        <a:p>
          <a:r>
            <a:rPr lang="en-US" sz="1600" dirty="0" smtClean="0"/>
            <a:t>Content based</a:t>
          </a:r>
          <a:endParaRPr lang="en-US" sz="1600" dirty="0"/>
        </a:p>
      </dgm:t>
    </dgm:pt>
    <dgm:pt modelId="{3E0270C9-59EB-4EF2-985A-C4D7C37A1637}" type="parTrans" cxnId="{E690AD84-CB95-4A79-9E0C-8314E2484F55}">
      <dgm:prSet/>
      <dgm:spPr/>
      <dgm:t>
        <a:bodyPr/>
        <a:lstStyle/>
        <a:p>
          <a:endParaRPr lang="en-US"/>
        </a:p>
      </dgm:t>
    </dgm:pt>
    <dgm:pt modelId="{490187B0-9EFF-49CF-948D-B17A072A7CCD}" type="sibTrans" cxnId="{E690AD84-CB95-4A79-9E0C-8314E2484F55}">
      <dgm:prSet/>
      <dgm:spPr/>
      <dgm:t>
        <a:bodyPr/>
        <a:lstStyle/>
        <a:p>
          <a:endParaRPr lang="en-US"/>
        </a:p>
      </dgm:t>
    </dgm:pt>
    <dgm:pt modelId="{2F4707A4-7E1B-4446-9A9A-1F2981499ABD}">
      <dgm:prSet phldrT="[Text]" custT="1"/>
      <dgm:spPr/>
      <dgm:t>
        <a:bodyPr/>
        <a:lstStyle/>
        <a:p>
          <a:pPr>
            <a:buFont typeface="Arial" panose="020B0604020202020204" pitchFamily="34" charset="0"/>
            <a:buChar char="•"/>
          </a:pPr>
          <a:r>
            <a:rPr lang="en-US" sz="1600" b="0" dirty="0" smtClean="0"/>
            <a:t>More scope for creativity</a:t>
          </a:r>
          <a:endParaRPr lang="en-US" sz="1600" b="0" dirty="0"/>
        </a:p>
      </dgm:t>
    </dgm:pt>
    <dgm:pt modelId="{9DE586BD-4B2B-4592-BFE6-577E620A8617}" type="parTrans" cxnId="{FF369EF8-AAD3-452C-B9AB-FC20A0024E13}">
      <dgm:prSet/>
      <dgm:spPr/>
      <dgm:t>
        <a:bodyPr/>
        <a:lstStyle/>
        <a:p>
          <a:endParaRPr lang="en-US"/>
        </a:p>
      </dgm:t>
    </dgm:pt>
    <dgm:pt modelId="{220D2A0F-63FA-4A2A-85B5-8B8500258AD7}" type="sibTrans" cxnId="{FF369EF8-AAD3-452C-B9AB-FC20A0024E13}">
      <dgm:prSet/>
      <dgm:spPr/>
      <dgm:t>
        <a:bodyPr/>
        <a:lstStyle/>
        <a:p>
          <a:endParaRPr lang="en-US"/>
        </a:p>
      </dgm:t>
    </dgm:pt>
    <dgm:pt modelId="{BB548B2B-F43E-4090-A1D2-3BA0C2A699C4}">
      <dgm:prSet phldrT="[Text]" custT="1"/>
      <dgm:spPr/>
      <dgm:t>
        <a:bodyPr/>
        <a:lstStyle/>
        <a:p>
          <a:pPr>
            <a:buFont typeface="Arial" panose="020B0604020202020204" pitchFamily="34" charset="0"/>
            <a:buChar char="•"/>
          </a:pPr>
          <a:r>
            <a:rPr lang="en-US" sz="1600" b="0" dirty="0" smtClean="0"/>
            <a:t>Visually appealing, easier to access, more reach</a:t>
          </a:r>
          <a:endParaRPr lang="en-US" sz="1600" b="0" dirty="0"/>
        </a:p>
      </dgm:t>
    </dgm:pt>
    <dgm:pt modelId="{6DD0A8FA-2790-4607-944D-09491654EB00}" type="parTrans" cxnId="{0DDBF0C4-A64A-4040-BA03-980C2637FF08}">
      <dgm:prSet/>
      <dgm:spPr/>
      <dgm:t>
        <a:bodyPr/>
        <a:lstStyle/>
        <a:p>
          <a:endParaRPr lang="en-US"/>
        </a:p>
      </dgm:t>
    </dgm:pt>
    <dgm:pt modelId="{4782AFD7-26D0-4AF4-9E6F-008493C33021}" type="sibTrans" cxnId="{0DDBF0C4-A64A-4040-BA03-980C2637FF08}">
      <dgm:prSet/>
      <dgm:spPr/>
      <dgm:t>
        <a:bodyPr/>
        <a:lstStyle/>
        <a:p>
          <a:endParaRPr lang="en-US"/>
        </a:p>
      </dgm:t>
    </dgm:pt>
    <dgm:pt modelId="{77572B00-1C97-406F-B876-072B423BAF58}">
      <dgm:prSet phldrT="[Text]" custT="1"/>
      <dgm:spPr/>
      <dgm:t>
        <a:bodyPr/>
        <a:lstStyle/>
        <a:p>
          <a:pPr>
            <a:buFont typeface="Arial" panose="020B0604020202020204" pitchFamily="34" charset="0"/>
            <a:buChar char="•"/>
          </a:pPr>
          <a:r>
            <a:rPr lang="en-US" sz="1600" b="0" dirty="0" smtClean="0"/>
            <a:t>User generated content easier to come by</a:t>
          </a:r>
          <a:endParaRPr lang="en-US" sz="1600" b="0" dirty="0"/>
        </a:p>
      </dgm:t>
    </dgm:pt>
    <dgm:pt modelId="{5FAB8715-5DB2-440B-9C85-9BD7367F6684}" type="parTrans" cxnId="{45DE3321-FDBF-42A1-ABE6-2BB757243E57}">
      <dgm:prSet/>
      <dgm:spPr/>
      <dgm:t>
        <a:bodyPr/>
        <a:lstStyle/>
        <a:p>
          <a:endParaRPr lang="en-US"/>
        </a:p>
      </dgm:t>
    </dgm:pt>
    <dgm:pt modelId="{FED64ACE-081F-4BC3-B6CA-63C1F577ECA6}" type="sibTrans" cxnId="{45DE3321-FDBF-42A1-ABE6-2BB757243E57}">
      <dgm:prSet/>
      <dgm:spPr/>
      <dgm:t>
        <a:bodyPr/>
        <a:lstStyle/>
        <a:p>
          <a:endParaRPr lang="en-US"/>
        </a:p>
      </dgm:t>
    </dgm:pt>
    <dgm:pt modelId="{56F30777-020C-4A1C-9087-1434B77E5250}">
      <dgm:prSet phldrT="[Text]" custT="1"/>
      <dgm:spPr/>
      <dgm:t>
        <a:bodyPr/>
        <a:lstStyle/>
        <a:p>
          <a:pPr>
            <a:buFont typeface="Arial" panose="020B0604020202020204" pitchFamily="34" charset="0"/>
            <a:buNone/>
          </a:pPr>
          <a:r>
            <a:rPr lang="en-US" sz="1600" b="0" dirty="0" smtClean="0"/>
            <a:t>Old school</a:t>
          </a:r>
          <a:endParaRPr lang="en-US" sz="1600" b="0" dirty="0"/>
        </a:p>
      </dgm:t>
    </dgm:pt>
    <dgm:pt modelId="{80E6EC63-C861-4AA8-AD10-502756F2BFF4}" type="parTrans" cxnId="{F8F71FC7-90F5-41F5-8112-0A861EA6341E}">
      <dgm:prSet/>
      <dgm:spPr/>
      <dgm:t>
        <a:bodyPr/>
        <a:lstStyle/>
        <a:p>
          <a:endParaRPr lang="en-US"/>
        </a:p>
      </dgm:t>
    </dgm:pt>
    <dgm:pt modelId="{8A4EBE19-463E-4C1F-A7A3-A27E8568B230}" type="sibTrans" cxnId="{F8F71FC7-90F5-41F5-8112-0A861EA6341E}">
      <dgm:prSet/>
      <dgm:spPr/>
      <dgm:t>
        <a:bodyPr/>
        <a:lstStyle/>
        <a:p>
          <a:endParaRPr lang="en-US"/>
        </a:p>
      </dgm:t>
    </dgm:pt>
    <dgm:pt modelId="{852FA6E3-CC86-493D-951D-661F83281D9D}">
      <dgm:prSet phldrT="[Text]" custT="1"/>
      <dgm:spPr/>
      <dgm:t>
        <a:bodyPr/>
        <a:lstStyle/>
        <a:p>
          <a:pPr>
            <a:buFont typeface="Arial" panose="020B0604020202020204" pitchFamily="34" charset="0"/>
            <a:buChar char="•"/>
          </a:pPr>
          <a:r>
            <a:rPr lang="en-US" sz="1600" b="0" dirty="0" smtClean="0"/>
            <a:t>Newspapers, magazines, books</a:t>
          </a:r>
          <a:endParaRPr lang="en-US" sz="1600" b="0" dirty="0"/>
        </a:p>
      </dgm:t>
    </dgm:pt>
    <dgm:pt modelId="{9D98F327-D809-4251-822C-FD2B2DF0F0D1}" type="parTrans" cxnId="{9A724ECD-820D-4F62-906B-0BA1E9AC705B}">
      <dgm:prSet/>
      <dgm:spPr/>
      <dgm:t>
        <a:bodyPr/>
        <a:lstStyle/>
        <a:p>
          <a:endParaRPr lang="en-US"/>
        </a:p>
      </dgm:t>
    </dgm:pt>
    <dgm:pt modelId="{222F6E3C-7691-4E56-A32C-B56370064773}" type="sibTrans" cxnId="{9A724ECD-820D-4F62-906B-0BA1E9AC705B}">
      <dgm:prSet/>
      <dgm:spPr/>
      <dgm:t>
        <a:bodyPr/>
        <a:lstStyle/>
        <a:p>
          <a:endParaRPr lang="en-US"/>
        </a:p>
      </dgm:t>
    </dgm:pt>
    <dgm:pt modelId="{A35B4458-1050-442D-BBBA-F837447BA089}">
      <dgm:prSet phldrT="[Text]" custT="1"/>
      <dgm:spPr/>
      <dgm:t>
        <a:bodyPr/>
        <a:lstStyle/>
        <a:p>
          <a:pPr>
            <a:buFont typeface="Arial" panose="020B0604020202020204" pitchFamily="34" charset="0"/>
            <a:buChar char="•"/>
          </a:pPr>
          <a:r>
            <a:rPr lang="en-US" sz="1600" b="0" dirty="0" smtClean="0"/>
            <a:t>Can be both visual and descriptive</a:t>
          </a:r>
          <a:endParaRPr lang="en-US" sz="1600" b="0" dirty="0"/>
        </a:p>
      </dgm:t>
    </dgm:pt>
    <dgm:pt modelId="{95CECD63-82B9-4D9A-966B-B6C8B4AB38C7}" type="parTrans" cxnId="{618E80E3-337F-473F-82DA-AFCF33B02958}">
      <dgm:prSet/>
      <dgm:spPr/>
      <dgm:t>
        <a:bodyPr/>
        <a:lstStyle/>
        <a:p>
          <a:endParaRPr lang="en-US"/>
        </a:p>
      </dgm:t>
    </dgm:pt>
    <dgm:pt modelId="{EC183152-11E8-42E4-9545-5CE167DCD27F}" type="sibTrans" cxnId="{618E80E3-337F-473F-82DA-AFCF33B02958}">
      <dgm:prSet/>
      <dgm:spPr/>
      <dgm:t>
        <a:bodyPr/>
        <a:lstStyle/>
        <a:p>
          <a:endParaRPr lang="en-US"/>
        </a:p>
      </dgm:t>
    </dgm:pt>
    <dgm:pt modelId="{B2B09185-2E4C-4503-9DB0-472483455B35}">
      <dgm:prSet phldrT="[Text]" custT="1"/>
      <dgm:spPr/>
      <dgm:t>
        <a:bodyPr/>
        <a:lstStyle/>
        <a:p>
          <a:pPr>
            <a:buFont typeface="Arial" panose="020B0604020202020204" pitchFamily="34" charset="0"/>
            <a:buChar char="•"/>
          </a:pPr>
          <a:r>
            <a:rPr lang="en-US" sz="1600" b="0" dirty="0" smtClean="0"/>
            <a:t>Books/articles about the company</a:t>
          </a:r>
          <a:endParaRPr lang="en-US" sz="1600" b="0" dirty="0"/>
        </a:p>
      </dgm:t>
    </dgm:pt>
    <dgm:pt modelId="{ABBF2246-EF5E-42CF-9547-C9CEA9A21953}" type="parTrans" cxnId="{96891C31-5C17-4692-BDD9-35CF4546698A}">
      <dgm:prSet/>
      <dgm:spPr/>
      <dgm:t>
        <a:bodyPr/>
        <a:lstStyle/>
        <a:p>
          <a:endParaRPr lang="en-US"/>
        </a:p>
      </dgm:t>
    </dgm:pt>
    <dgm:pt modelId="{A0A035CC-519B-4718-B519-045FBDAD6E7E}" type="sibTrans" cxnId="{96891C31-5C17-4692-BDD9-35CF4546698A}">
      <dgm:prSet/>
      <dgm:spPr/>
      <dgm:t>
        <a:bodyPr/>
        <a:lstStyle/>
        <a:p>
          <a:endParaRPr lang="en-US"/>
        </a:p>
      </dgm:t>
    </dgm:pt>
    <dgm:pt modelId="{A0B672A1-BB77-4FCF-93AA-DD3C0DAB1213}" type="pres">
      <dgm:prSet presAssocID="{584C96C5-E89B-4B98-8157-16CE31736D31}" presName="Name0" presStyleCnt="0">
        <dgm:presLayoutVars>
          <dgm:dir/>
          <dgm:animLvl val="lvl"/>
          <dgm:resizeHandles val="exact"/>
        </dgm:presLayoutVars>
      </dgm:prSet>
      <dgm:spPr/>
      <dgm:t>
        <a:bodyPr/>
        <a:lstStyle/>
        <a:p>
          <a:endParaRPr lang="en-US"/>
        </a:p>
      </dgm:t>
    </dgm:pt>
    <dgm:pt modelId="{F086B11C-C94D-4B9A-BA97-789263C8D855}" type="pres">
      <dgm:prSet presAssocID="{B8F12691-11DF-4788-A319-A46A3BE91A2F}" presName="linNode" presStyleCnt="0"/>
      <dgm:spPr/>
    </dgm:pt>
    <dgm:pt modelId="{4CEE78F4-FD64-42DF-9F05-72F4E2D0D1F8}" type="pres">
      <dgm:prSet presAssocID="{B8F12691-11DF-4788-A319-A46A3BE91A2F}" presName="parentText" presStyleLbl="node1" presStyleIdx="0" presStyleCnt="3" custScaleX="76910">
        <dgm:presLayoutVars>
          <dgm:chMax val="1"/>
          <dgm:bulletEnabled val="1"/>
        </dgm:presLayoutVars>
      </dgm:prSet>
      <dgm:spPr/>
      <dgm:t>
        <a:bodyPr/>
        <a:lstStyle/>
        <a:p>
          <a:endParaRPr lang="en-US"/>
        </a:p>
      </dgm:t>
    </dgm:pt>
    <dgm:pt modelId="{8CDD6479-8BB7-49F5-B1B6-B5E5847F320D}" type="pres">
      <dgm:prSet presAssocID="{B8F12691-11DF-4788-A319-A46A3BE91A2F}" presName="descendantText" presStyleLbl="alignAccFollowNode1" presStyleIdx="0" presStyleCnt="3" custScaleX="102345">
        <dgm:presLayoutVars>
          <dgm:bulletEnabled val="1"/>
        </dgm:presLayoutVars>
      </dgm:prSet>
      <dgm:spPr/>
      <dgm:t>
        <a:bodyPr/>
        <a:lstStyle/>
        <a:p>
          <a:endParaRPr lang="en-US"/>
        </a:p>
      </dgm:t>
    </dgm:pt>
    <dgm:pt modelId="{7DEB285A-B590-4F55-BA17-8448883F71C2}" type="pres">
      <dgm:prSet presAssocID="{B170C4D9-6911-4F87-BDB8-1BA88F9FC6EE}" presName="sp" presStyleCnt="0"/>
      <dgm:spPr/>
    </dgm:pt>
    <dgm:pt modelId="{97548A42-8AA5-4C85-AD7C-D87FD299F9F1}" type="pres">
      <dgm:prSet presAssocID="{28B323B3-3CF9-427F-A281-6665383BCECC}" presName="linNode" presStyleCnt="0"/>
      <dgm:spPr/>
    </dgm:pt>
    <dgm:pt modelId="{BC9CB61B-0488-4C81-B10C-6C4DB16E1266}" type="pres">
      <dgm:prSet presAssocID="{28B323B3-3CF9-427F-A281-6665383BCECC}" presName="parentText" presStyleLbl="node1" presStyleIdx="1" presStyleCnt="3" custScaleX="77930">
        <dgm:presLayoutVars>
          <dgm:chMax val="1"/>
          <dgm:bulletEnabled val="1"/>
        </dgm:presLayoutVars>
      </dgm:prSet>
      <dgm:spPr/>
      <dgm:t>
        <a:bodyPr/>
        <a:lstStyle/>
        <a:p>
          <a:endParaRPr lang="en-US"/>
        </a:p>
      </dgm:t>
    </dgm:pt>
    <dgm:pt modelId="{96C24076-6D0C-477E-A279-0A191B1B529E}" type="pres">
      <dgm:prSet presAssocID="{28B323B3-3CF9-427F-A281-6665383BCECC}" presName="descendantText" presStyleLbl="alignAccFollowNode1" presStyleIdx="1" presStyleCnt="3" custScaleX="106042" custScaleY="137748">
        <dgm:presLayoutVars>
          <dgm:bulletEnabled val="1"/>
        </dgm:presLayoutVars>
      </dgm:prSet>
      <dgm:spPr/>
      <dgm:t>
        <a:bodyPr/>
        <a:lstStyle/>
        <a:p>
          <a:endParaRPr lang="en-US"/>
        </a:p>
      </dgm:t>
    </dgm:pt>
    <dgm:pt modelId="{D1AE1B04-5005-48E7-BEE1-5734697C310B}" type="pres">
      <dgm:prSet presAssocID="{6AAA707C-AEF2-47B0-942A-6F564AAE2B44}" presName="sp" presStyleCnt="0"/>
      <dgm:spPr/>
    </dgm:pt>
    <dgm:pt modelId="{6C5120E1-D0FC-41EE-A1F4-F3CDAD468B2F}" type="pres">
      <dgm:prSet presAssocID="{56F30777-020C-4A1C-9087-1434B77E5250}" presName="linNode" presStyleCnt="0"/>
      <dgm:spPr/>
    </dgm:pt>
    <dgm:pt modelId="{6BABDC6B-595A-4B6B-B09F-ED721B5C0550}" type="pres">
      <dgm:prSet presAssocID="{56F30777-020C-4A1C-9087-1434B77E5250}" presName="parentText" presStyleLbl="node1" presStyleIdx="2" presStyleCnt="3" custScaleX="81721">
        <dgm:presLayoutVars>
          <dgm:chMax val="1"/>
          <dgm:bulletEnabled val="1"/>
        </dgm:presLayoutVars>
      </dgm:prSet>
      <dgm:spPr/>
      <dgm:t>
        <a:bodyPr/>
        <a:lstStyle/>
        <a:p>
          <a:endParaRPr lang="en-US"/>
        </a:p>
      </dgm:t>
    </dgm:pt>
    <dgm:pt modelId="{D4E9FA81-94B3-4153-B3FD-89ACB2CA61F1}" type="pres">
      <dgm:prSet presAssocID="{56F30777-020C-4A1C-9087-1434B77E5250}" presName="descendantText" presStyleLbl="alignAccFollowNode1" presStyleIdx="2" presStyleCnt="3">
        <dgm:presLayoutVars>
          <dgm:bulletEnabled val="1"/>
        </dgm:presLayoutVars>
      </dgm:prSet>
      <dgm:spPr/>
      <dgm:t>
        <a:bodyPr/>
        <a:lstStyle/>
        <a:p>
          <a:endParaRPr lang="en-US"/>
        </a:p>
      </dgm:t>
    </dgm:pt>
  </dgm:ptLst>
  <dgm:cxnLst>
    <dgm:cxn modelId="{C1577D8E-15A0-47C2-87FF-DEF2F3D2B0A1}" type="presOf" srcId="{B8F12691-11DF-4788-A319-A46A3BE91A2F}" destId="{4CEE78F4-FD64-42DF-9F05-72F4E2D0D1F8}" srcOrd="0" destOrd="0" presId="urn:microsoft.com/office/officeart/2005/8/layout/vList5"/>
    <dgm:cxn modelId="{45DE3321-FDBF-42A1-ABE6-2BB757243E57}" srcId="{28B323B3-3CF9-427F-A281-6665383BCECC}" destId="{77572B00-1C97-406F-B876-072B423BAF58}" srcOrd="3" destOrd="0" parTransId="{5FAB8715-5DB2-440B-9C85-9BD7367F6684}" sibTransId="{FED64ACE-081F-4BC3-B6CA-63C1F577ECA6}"/>
    <dgm:cxn modelId="{1D2B1DD7-264E-41EC-99C0-D5C2B82A9A84}" type="presOf" srcId="{758FA1A8-C8A7-4A9E-A8BA-DFECE70E221E}" destId="{96C24076-6D0C-477E-A279-0A191B1B529E}" srcOrd="0" destOrd="0" presId="urn:microsoft.com/office/officeart/2005/8/layout/vList5"/>
    <dgm:cxn modelId="{5DA13B77-18D5-49DA-A142-8FA776D11777}" srcId="{584C96C5-E89B-4B98-8157-16CE31736D31}" destId="{B8F12691-11DF-4788-A319-A46A3BE91A2F}" srcOrd="0" destOrd="0" parTransId="{8E4E7F26-0460-4CEA-9847-D955F39A81F4}" sibTransId="{B170C4D9-6911-4F87-BDB8-1BA88F9FC6EE}"/>
    <dgm:cxn modelId="{67D7F263-0576-4B4C-A78C-92211EAA71B2}" type="presOf" srcId="{2F4707A4-7E1B-4446-9A9A-1F2981499ABD}" destId="{96C24076-6D0C-477E-A279-0A191B1B529E}" srcOrd="0" destOrd="1" presId="urn:microsoft.com/office/officeart/2005/8/layout/vList5"/>
    <dgm:cxn modelId="{B64B86E4-6060-41AF-A1EA-CE2385B05C75}" srcId="{B8F12691-11DF-4788-A319-A46A3BE91A2F}" destId="{75660391-E338-49D6-BAF9-2CECA5EB9C8A}" srcOrd="1" destOrd="0" parTransId="{D71C5A67-B48C-4E11-9615-D009B58EE259}" sibTransId="{3AFBF61B-AE81-4FF1-A512-C6920658275B}"/>
    <dgm:cxn modelId="{EA8D53CD-4A38-48F9-82CA-A496A4813F31}" type="presOf" srcId="{C3DCC79C-D1B8-4CD4-AE01-B5D25D0FB8BC}" destId="{8CDD6479-8BB7-49F5-B1B6-B5E5847F320D}" srcOrd="0" destOrd="0" presId="urn:microsoft.com/office/officeart/2005/8/layout/vList5"/>
    <dgm:cxn modelId="{EF810F23-21AD-4638-A94D-5F7A6EC511AF}" type="presOf" srcId="{59CB9223-5A01-4DC3-AEB0-C6BA3C5D7303}" destId="{8CDD6479-8BB7-49F5-B1B6-B5E5847F320D}" srcOrd="0" destOrd="3" presId="urn:microsoft.com/office/officeart/2005/8/layout/vList5"/>
    <dgm:cxn modelId="{AD20644A-69A6-4D2C-9871-09EE2095435B}" type="presOf" srcId="{77572B00-1C97-406F-B876-072B423BAF58}" destId="{96C24076-6D0C-477E-A279-0A191B1B529E}" srcOrd="0" destOrd="3" presId="urn:microsoft.com/office/officeart/2005/8/layout/vList5"/>
    <dgm:cxn modelId="{B82010D3-551A-4815-B229-2F8BF85D1B4D}" srcId="{B8F12691-11DF-4788-A319-A46A3BE91A2F}" destId="{59CB9223-5A01-4DC3-AEB0-C6BA3C5D7303}" srcOrd="3" destOrd="0" parTransId="{DBF1865C-5040-4AE3-A5D0-E1D0C27867CF}" sibTransId="{366695AF-9D91-4DED-B0C7-84AD84E37EF8}"/>
    <dgm:cxn modelId="{3A4070F3-412D-42FF-82F2-2A17252AD0EA}" type="presOf" srcId="{852FA6E3-CC86-493D-951D-661F83281D9D}" destId="{D4E9FA81-94B3-4153-B3FD-89ACB2CA61F1}" srcOrd="0" destOrd="0" presId="urn:microsoft.com/office/officeart/2005/8/layout/vList5"/>
    <dgm:cxn modelId="{8D4D754C-A05B-44FC-9A95-0BBC1CB5A50E}" type="presOf" srcId="{B2B09185-2E4C-4503-9DB0-472483455B35}" destId="{D4E9FA81-94B3-4153-B3FD-89ACB2CA61F1}" srcOrd="0" destOrd="2" presId="urn:microsoft.com/office/officeart/2005/8/layout/vList5"/>
    <dgm:cxn modelId="{3A461941-3D8E-48C0-A050-856C33F33FEA}" type="presOf" srcId="{584C96C5-E89B-4B98-8157-16CE31736D31}" destId="{A0B672A1-BB77-4FCF-93AA-DD3C0DAB1213}" srcOrd="0" destOrd="0" presId="urn:microsoft.com/office/officeart/2005/8/layout/vList5"/>
    <dgm:cxn modelId="{642B3BE1-7E5A-405A-B9B3-33F96C563141}" type="presOf" srcId="{75660391-E338-49D6-BAF9-2CECA5EB9C8A}" destId="{8CDD6479-8BB7-49F5-B1B6-B5E5847F320D}" srcOrd="0" destOrd="1" presId="urn:microsoft.com/office/officeart/2005/8/layout/vList5"/>
    <dgm:cxn modelId="{FE7B2138-13A9-4E43-B4BD-18473BDABC81}" srcId="{B8F12691-11DF-4788-A319-A46A3BE91A2F}" destId="{C3DCC79C-D1B8-4CD4-AE01-B5D25D0FB8BC}" srcOrd="0" destOrd="0" parTransId="{986E638E-1CD0-4B7B-88CC-7CB707DCEED2}" sibTransId="{E5DC5841-CB10-4E91-9839-E4194F23682C}"/>
    <dgm:cxn modelId="{C20DABCE-D862-4329-BABB-D61ABF0283AE}" type="presOf" srcId="{56F30777-020C-4A1C-9087-1434B77E5250}" destId="{6BABDC6B-595A-4B6B-B09F-ED721B5C0550}" srcOrd="0" destOrd="0" presId="urn:microsoft.com/office/officeart/2005/8/layout/vList5"/>
    <dgm:cxn modelId="{55D6B494-F4E6-49C7-AB9C-FC6E06D7A8FA}" type="presOf" srcId="{BB548B2B-F43E-4090-A1D2-3BA0C2A699C4}" destId="{96C24076-6D0C-477E-A279-0A191B1B529E}" srcOrd="0" destOrd="2" presId="urn:microsoft.com/office/officeart/2005/8/layout/vList5"/>
    <dgm:cxn modelId="{F8F71FC7-90F5-41F5-8112-0A861EA6341E}" srcId="{584C96C5-E89B-4B98-8157-16CE31736D31}" destId="{56F30777-020C-4A1C-9087-1434B77E5250}" srcOrd="2" destOrd="0" parTransId="{80E6EC63-C861-4AA8-AD10-502756F2BFF4}" sibTransId="{8A4EBE19-463E-4C1F-A7A3-A27E8568B230}"/>
    <dgm:cxn modelId="{E690AD84-CB95-4A79-9E0C-8314E2484F55}" srcId="{B8F12691-11DF-4788-A319-A46A3BE91A2F}" destId="{25C74441-84B5-4C23-A5A2-CC926D01803C}" srcOrd="2" destOrd="0" parTransId="{3E0270C9-59EB-4EF2-985A-C4D7C37A1637}" sibTransId="{490187B0-9EFF-49CF-948D-B17A072A7CCD}"/>
    <dgm:cxn modelId="{88F14C16-A481-46D9-B16C-2BD44925FD5D}" type="presOf" srcId="{25C74441-84B5-4C23-A5A2-CC926D01803C}" destId="{8CDD6479-8BB7-49F5-B1B6-B5E5847F320D}" srcOrd="0" destOrd="2" presId="urn:microsoft.com/office/officeart/2005/8/layout/vList5"/>
    <dgm:cxn modelId="{80C955E0-7324-4990-B3E5-7C168453F350}" type="presOf" srcId="{A35B4458-1050-442D-BBBA-F837447BA089}" destId="{D4E9FA81-94B3-4153-B3FD-89ACB2CA61F1}" srcOrd="0" destOrd="1" presId="urn:microsoft.com/office/officeart/2005/8/layout/vList5"/>
    <dgm:cxn modelId="{9A724ECD-820D-4F62-906B-0BA1E9AC705B}" srcId="{56F30777-020C-4A1C-9087-1434B77E5250}" destId="{852FA6E3-CC86-493D-951D-661F83281D9D}" srcOrd="0" destOrd="0" parTransId="{9D98F327-D809-4251-822C-FD2B2DF0F0D1}" sibTransId="{222F6E3C-7691-4E56-A32C-B56370064773}"/>
    <dgm:cxn modelId="{FF369EF8-AAD3-452C-B9AB-FC20A0024E13}" srcId="{28B323B3-3CF9-427F-A281-6665383BCECC}" destId="{2F4707A4-7E1B-4446-9A9A-1F2981499ABD}" srcOrd="1" destOrd="0" parTransId="{9DE586BD-4B2B-4592-BFE6-577E620A8617}" sibTransId="{220D2A0F-63FA-4A2A-85B5-8B8500258AD7}"/>
    <dgm:cxn modelId="{1AB91358-234B-458A-AEE1-9C7D3F3F249A}" srcId="{28B323B3-3CF9-427F-A281-6665383BCECC}" destId="{758FA1A8-C8A7-4A9E-A8BA-DFECE70E221E}" srcOrd="0" destOrd="0" parTransId="{6623CE1C-8353-492C-B2AD-257C70A3EA3A}" sibTransId="{83D59F17-1D8F-4F8B-9449-00D50EB3D16B}"/>
    <dgm:cxn modelId="{73751A0C-AD54-45F0-AD59-98C910AAB68F}" type="presOf" srcId="{28B323B3-3CF9-427F-A281-6665383BCECC}" destId="{BC9CB61B-0488-4C81-B10C-6C4DB16E1266}" srcOrd="0" destOrd="0" presId="urn:microsoft.com/office/officeart/2005/8/layout/vList5"/>
    <dgm:cxn modelId="{569AF3D7-C3A8-4F8C-BA3C-0E50A7C80C8C}" srcId="{584C96C5-E89B-4B98-8157-16CE31736D31}" destId="{28B323B3-3CF9-427F-A281-6665383BCECC}" srcOrd="1" destOrd="0" parTransId="{DEDC2B10-8B90-45BA-80BC-13007CE616E8}" sibTransId="{6AAA707C-AEF2-47B0-942A-6F564AAE2B44}"/>
    <dgm:cxn modelId="{618E80E3-337F-473F-82DA-AFCF33B02958}" srcId="{56F30777-020C-4A1C-9087-1434B77E5250}" destId="{A35B4458-1050-442D-BBBA-F837447BA089}" srcOrd="1" destOrd="0" parTransId="{95CECD63-82B9-4D9A-966B-B6C8B4AB38C7}" sibTransId="{EC183152-11E8-42E4-9545-5CE167DCD27F}"/>
    <dgm:cxn modelId="{96891C31-5C17-4692-BDD9-35CF4546698A}" srcId="{56F30777-020C-4A1C-9087-1434B77E5250}" destId="{B2B09185-2E4C-4503-9DB0-472483455B35}" srcOrd="2" destOrd="0" parTransId="{ABBF2246-EF5E-42CF-9547-C9CEA9A21953}" sibTransId="{A0A035CC-519B-4718-B519-045FBDAD6E7E}"/>
    <dgm:cxn modelId="{0DDBF0C4-A64A-4040-BA03-980C2637FF08}" srcId="{28B323B3-3CF9-427F-A281-6665383BCECC}" destId="{BB548B2B-F43E-4090-A1D2-3BA0C2A699C4}" srcOrd="2" destOrd="0" parTransId="{6DD0A8FA-2790-4607-944D-09491654EB00}" sibTransId="{4782AFD7-26D0-4AF4-9E6F-008493C33021}"/>
    <dgm:cxn modelId="{A6427815-8124-470D-A9BE-858ECE1672E7}" type="presParOf" srcId="{A0B672A1-BB77-4FCF-93AA-DD3C0DAB1213}" destId="{F086B11C-C94D-4B9A-BA97-789263C8D855}" srcOrd="0" destOrd="0" presId="urn:microsoft.com/office/officeart/2005/8/layout/vList5"/>
    <dgm:cxn modelId="{002B3518-2BBF-4123-8291-AD317FC24DC4}" type="presParOf" srcId="{F086B11C-C94D-4B9A-BA97-789263C8D855}" destId="{4CEE78F4-FD64-42DF-9F05-72F4E2D0D1F8}" srcOrd="0" destOrd="0" presId="urn:microsoft.com/office/officeart/2005/8/layout/vList5"/>
    <dgm:cxn modelId="{97D0E451-9394-4A17-A2A0-843102D71ED1}" type="presParOf" srcId="{F086B11C-C94D-4B9A-BA97-789263C8D855}" destId="{8CDD6479-8BB7-49F5-B1B6-B5E5847F320D}" srcOrd="1" destOrd="0" presId="urn:microsoft.com/office/officeart/2005/8/layout/vList5"/>
    <dgm:cxn modelId="{4073E324-F4CD-490A-88E1-80EFDB76A9D4}" type="presParOf" srcId="{A0B672A1-BB77-4FCF-93AA-DD3C0DAB1213}" destId="{7DEB285A-B590-4F55-BA17-8448883F71C2}" srcOrd="1" destOrd="0" presId="urn:microsoft.com/office/officeart/2005/8/layout/vList5"/>
    <dgm:cxn modelId="{37D450B4-8300-482A-A2FA-B107F971EC8B}" type="presParOf" srcId="{A0B672A1-BB77-4FCF-93AA-DD3C0DAB1213}" destId="{97548A42-8AA5-4C85-AD7C-D87FD299F9F1}" srcOrd="2" destOrd="0" presId="urn:microsoft.com/office/officeart/2005/8/layout/vList5"/>
    <dgm:cxn modelId="{8D6DFCD1-A128-44B4-9AF5-66C787DD064F}" type="presParOf" srcId="{97548A42-8AA5-4C85-AD7C-D87FD299F9F1}" destId="{BC9CB61B-0488-4C81-B10C-6C4DB16E1266}" srcOrd="0" destOrd="0" presId="urn:microsoft.com/office/officeart/2005/8/layout/vList5"/>
    <dgm:cxn modelId="{91F3F075-B247-4EC4-9EB6-D3168D6D9512}" type="presParOf" srcId="{97548A42-8AA5-4C85-AD7C-D87FD299F9F1}" destId="{96C24076-6D0C-477E-A279-0A191B1B529E}" srcOrd="1" destOrd="0" presId="urn:microsoft.com/office/officeart/2005/8/layout/vList5"/>
    <dgm:cxn modelId="{A7609EBC-F305-4103-A6A8-C202FAB45EDB}" type="presParOf" srcId="{A0B672A1-BB77-4FCF-93AA-DD3C0DAB1213}" destId="{D1AE1B04-5005-48E7-BEE1-5734697C310B}" srcOrd="3" destOrd="0" presId="urn:microsoft.com/office/officeart/2005/8/layout/vList5"/>
    <dgm:cxn modelId="{79DE4B09-E39A-42E2-AA4E-9D072976F2D4}" type="presParOf" srcId="{A0B672A1-BB77-4FCF-93AA-DD3C0DAB1213}" destId="{6C5120E1-D0FC-41EE-A1F4-F3CDAD468B2F}" srcOrd="4" destOrd="0" presId="urn:microsoft.com/office/officeart/2005/8/layout/vList5"/>
    <dgm:cxn modelId="{3729070A-E391-4B40-8486-5A05EB2780EE}" type="presParOf" srcId="{6C5120E1-D0FC-41EE-A1F4-F3CDAD468B2F}" destId="{6BABDC6B-595A-4B6B-B09F-ED721B5C0550}" srcOrd="0" destOrd="0" presId="urn:microsoft.com/office/officeart/2005/8/layout/vList5"/>
    <dgm:cxn modelId="{8FC944BD-9D59-43B0-9C70-C12938DB98C0}" type="presParOf" srcId="{6C5120E1-D0FC-41EE-A1F4-F3CDAD468B2F}" destId="{D4E9FA81-94B3-4153-B3FD-89ACB2CA61F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4C96C5-E89B-4B98-8157-16CE31736D3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8F12691-11DF-4788-A319-A46A3BE91A2F}">
      <dgm:prSet phldrT="[Text]"/>
      <dgm:spPr/>
      <dgm:t>
        <a:bodyPr/>
        <a:lstStyle/>
        <a:p>
          <a:r>
            <a:rPr lang="en-US" dirty="0"/>
            <a:t>VIPs/ CELEBRITIES</a:t>
          </a:r>
        </a:p>
      </dgm:t>
    </dgm:pt>
    <dgm:pt modelId="{8E4E7F26-0460-4CEA-9847-D955F39A81F4}" type="parTrans" cxnId="{5DA13B77-18D5-49DA-A142-8FA776D11777}">
      <dgm:prSet/>
      <dgm:spPr/>
      <dgm:t>
        <a:bodyPr/>
        <a:lstStyle/>
        <a:p>
          <a:endParaRPr lang="en-US"/>
        </a:p>
      </dgm:t>
    </dgm:pt>
    <dgm:pt modelId="{B170C4D9-6911-4F87-BDB8-1BA88F9FC6EE}" type="sibTrans" cxnId="{5DA13B77-18D5-49DA-A142-8FA776D11777}">
      <dgm:prSet/>
      <dgm:spPr/>
      <dgm:t>
        <a:bodyPr/>
        <a:lstStyle/>
        <a:p>
          <a:endParaRPr lang="en-US"/>
        </a:p>
      </dgm:t>
    </dgm:pt>
    <dgm:pt modelId="{C3DCC79C-D1B8-4CD4-AE01-B5D25D0FB8BC}">
      <dgm:prSet phldrT="[Text]" custT="1"/>
      <dgm:spPr/>
      <dgm:t>
        <a:bodyPr/>
        <a:lstStyle/>
        <a:p>
          <a:r>
            <a:rPr lang="en-US" sz="1600" b="0" dirty="0"/>
            <a:t>Can affect a variety of causes.</a:t>
          </a:r>
        </a:p>
      </dgm:t>
    </dgm:pt>
    <dgm:pt modelId="{986E638E-1CD0-4B7B-88CC-7CB707DCEED2}" type="parTrans" cxnId="{FE7B2138-13A9-4E43-B4BD-18473BDABC81}">
      <dgm:prSet/>
      <dgm:spPr/>
      <dgm:t>
        <a:bodyPr/>
        <a:lstStyle/>
        <a:p>
          <a:endParaRPr lang="en-US"/>
        </a:p>
      </dgm:t>
    </dgm:pt>
    <dgm:pt modelId="{E5DC5841-CB10-4E91-9839-E4194F23682C}" type="sibTrans" cxnId="{FE7B2138-13A9-4E43-B4BD-18473BDABC81}">
      <dgm:prSet/>
      <dgm:spPr/>
      <dgm:t>
        <a:bodyPr/>
        <a:lstStyle/>
        <a:p>
          <a:endParaRPr lang="en-US"/>
        </a:p>
      </dgm:t>
    </dgm:pt>
    <dgm:pt modelId="{28B323B3-3CF9-427F-A281-6665383BCECC}">
      <dgm:prSet phldrT="[Text]"/>
      <dgm:spPr/>
      <dgm:t>
        <a:bodyPr/>
        <a:lstStyle/>
        <a:p>
          <a:r>
            <a:rPr lang="en-US" dirty="0"/>
            <a:t>PROFESSIONAL </a:t>
          </a:r>
        </a:p>
      </dgm:t>
    </dgm:pt>
    <dgm:pt modelId="{DEDC2B10-8B90-45BA-80BC-13007CE616E8}" type="parTrans" cxnId="{569AF3D7-C3A8-4F8C-BA3C-0E50A7C80C8C}">
      <dgm:prSet/>
      <dgm:spPr/>
      <dgm:t>
        <a:bodyPr/>
        <a:lstStyle/>
        <a:p>
          <a:endParaRPr lang="en-US"/>
        </a:p>
      </dgm:t>
    </dgm:pt>
    <dgm:pt modelId="{6AAA707C-AEF2-47B0-942A-6F564AAE2B44}" type="sibTrans" cxnId="{569AF3D7-C3A8-4F8C-BA3C-0E50A7C80C8C}">
      <dgm:prSet/>
      <dgm:spPr/>
      <dgm:t>
        <a:bodyPr/>
        <a:lstStyle/>
        <a:p>
          <a:endParaRPr lang="en-US"/>
        </a:p>
      </dgm:t>
    </dgm:pt>
    <dgm:pt modelId="{758FA1A8-C8A7-4A9E-A8BA-DFECE70E221E}">
      <dgm:prSet phldrT="[Text]" custT="1"/>
      <dgm:spPr/>
      <dgm:t>
        <a:bodyPr/>
        <a:lstStyle/>
        <a:p>
          <a:pPr>
            <a:buFont typeface="Arial" panose="020B0604020202020204" pitchFamily="34" charset="0"/>
            <a:buChar char="•"/>
          </a:pPr>
          <a:r>
            <a:rPr lang="en-US" sz="1600" b="0" i="0" dirty="0"/>
            <a:t>Known for their area of expertise - Their job as a journalist, executive, speaker, etc. is to essentially educate and motivate others around their message.</a:t>
          </a:r>
          <a:endParaRPr lang="en-US" sz="1600" b="0" dirty="0"/>
        </a:p>
      </dgm:t>
    </dgm:pt>
    <dgm:pt modelId="{6623CE1C-8353-492C-B2AD-257C70A3EA3A}" type="parTrans" cxnId="{1AB91358-234B-458A-AEE1-9C7D3F3F249A}">
      <dgm:prSet/>
      <dgm:spPr/>
      <dgm:t>
        <a:bodyPr/>
        <a:lstStyle/>
        <a:p>
          <a:endParaRPr lang="en-US"/>
        </a:p>
      </dgm:t>
    </dgm:pt>
    <dgm:pt modelId="{83D59F17-1D8F-4F8B-9449-00D50EB3D16B}" type="sibTrans" cxnId="{1AB91358-234B-458A-AEE1-9C7D3F3F249A}">
      <dgm:prSet/>
      <dgm:spPr/>
      <dgm:t>
        <a:bodyPr/>
        <a:lstStyle/>
        <a:p>
          <a:endParaRPr lang="en-US"/>
        </a:p>
      </dgm:t>
    </dgm:pt>
    <dgm:pt modelId="{C66EF03C-34C0-4B4F-9BFB-3BAAD2622D68}">
      <dgm:prSet phldrT="[Text]"/>
      <dgm:spPr/>
      <dgm:t>
        <a:bodyPr/>
        <a:lstStyle/>
        <a:p>
          <a:endParaRPr lang="en-US" sz="1100" b="0" dirty="0"/>
        </a:p>
      </dgm:t>
    </dgm:pt>
    <dgm:pt modelId="{09F9A8F6-142F-41B7-8815-1AC1CF7EA3DA}" type="parTrans" cxnId="{ADE0AB52-50E2-4D91-9151-F6FDD358501D}">
      <dgm:prSet/>
      <dgm:spPr/>
      <dgm:t>
        <a:bodyPr/>
        <a:lstStyle/>
        <a:p>
          <a:endParaRPr lang="en-US"/>
        </a:p>
      </dgm:t>
    </dgm:pt>
    <dgm:pt modelId="{1AFB731C-6BC6-43BD-ABEA-63E85102E132}" type="sibTrans" cxnId="{ADE0AB52-50E2-4D91-9151-F6FDD358501D}">
      <dgm:prSet/>
      <dgm:spPr/>
      <dgm:t>
        <a:bodyPr/>
        <a:lstStyle/>
        <a:p>
          <a:endParaRPr lang="en-US"/>
        </a:p>
      </dgm:t>
    </dgm:pt>
    <dgm:pt modelId="{2828AFB5-1ACF-446A-AD67-667D415B5F91}">
      <dgm:prSet phldrT="[Text]"/>
      <dgm:spPr/>
      <dgm:t>
        <a:bodyPr/>
        <a:lstStyle/>
        <a:p>
          <a:r>
            <a:rPr lang="en-US" dirty="0"/>
            <a:t>CITIZEN</a:t>
          </a:r>
        </a:p>
      </dgm:t>
    </dgm:pt>
    <dgm:pt modelId="{490DCD3C-DC0B-46F8-930A-B7372C186135}" type="parTrans" cxnId="{4292102C-4C84-47A4-8712-9C7CD7484FEA}">
      <dgm:prSet/>
      <dgm:spPr/>
      <dgm:t>
        <a:bodyPr/>
        <a:lstStyle/>
        <a:p>
          <a:endParaRPr lang="en-US"/>
        </a:p>
      </dgm:t>
    </dgm:pt>
    <dgm:pt modelId="{AF278E2C-5909-43E4-91C4-FDFEB153D6AC}" type="sibTrans" cxnId="{4292102C-4C84-47A4-8712-9C7CD7484FEA}">
      <dgm:prSet/>
      <dgm:spPr/>
      <dgm:t>
        <a:bodyPr/>
        <a:lstStyle/>
        <a:p>
          <a:endParaRPr lang="en-US"/>
        </a:p>
      </dgm:t>
    </dgm:pt>
    <dgm:pt modelId="{41AA542E-D259-4E10-B734-187A17B372E2}">
      <dgm:prSet phldrT="[Text]" custT="1"/>
      <dgm:spPr/>
      <dgm:t>
        <a:bodyPr/>
        <a:lstStyle/>
        <a:p>
          <a:pPr>
            <a:buFont typeface="Arial" panose="020B0604020202020204" pitchFamily="34" charset="0"/>
            <a:buChar char="•"/>
          </a:pPr>
          <a:r>
            <a:rPr lang="en-US" sz="1600" b="0" i="0" dirty="0"/>
            <a:t>Volunteers/Donors/Activists</a:t>
          </a:r>
          <a:endParaRPr lang="en-US" sz="1600" b="0" dirty="0"/>
        </a:p>
      </dgm:t>
    </dgm:pt>
    <dgm:pt modelId="{88BDD25C-D65B-4F4B-A5AF-372D7AB1462B}" type="parTrans" cxnId="{E81E58CC-9A2B-458E-B301-5F65331D69DD}">
      <dgm:prSet/>
      <dgm:spPr/>
      <dgm:t>
        <a:bodyPr/>
        <a:lstStyle/>
        <a:p>
          <a:endParaRPr lang="en-US"/>
        </a:p>
      </dgm:t>
    </dgm:pt>
    <dgm:pt modelId="{9266B8C9-C544-47D0-82ED-CA2386FBE070}" type="sibTrans" cxnId="{E81E58CC-9A2B-458E-B301-5F65331D69DD}">
      <dgm:prSet/>
      <dgm:spPr/>
      <dgm:t>
        <a:bodyPr/>
        <a:lstStyle/>
        <a:p>
          <a:endParaRPr lang="en-US"/>
        </a:p>
      </dgm:t>
    </dgm:pt>
    <dgm:pt modelId="{0CDA000C-8274-4059-9FA6-5B5A5F324908}">
      <dgm:prSet phldrT="[Text]" custT="1"/>
      <dgm:spPr/>
      <dgm:t>
        <a:bodyPr/>
        <a:lstStyle/>
        <a:p>
          <a:r>
            <a:rPr lang="en-US" sz="1600" b="0" i="0" dirty="0"/>
            <a:t>These are “everyday people” in your email list who have 500+ social media connections.</a:t>
          </a:r>
          <a:endParaRPr lang="en-US" sz="1600" b="0" dirty="0"/>
        </a:p>
      </dgm:t>
    </dgm:pt>
    <dgm:pt modelId="{F0897B8E-9C65-4BB3-8052-3E54B169ABF4}" type="parTrans" cxnId="{B80E0F64-B49B-4B2C-AAE8-78D69B42861A}">
      <dgm:prSet/>
      <dgm:spPr/>
      <dgm:t>
        <a:bodyPr/>
        <a:lstStyle/>
        <a:p>
          <a:endParaRPr lang="en-US"/>
        </a:p>
      </dgm:t>
    </dgm:pt>
    <dgm:pt modelId="{0BE96CEF-3676-48F8-9CF4-830C18800174}" type="sibTrans" cxnId="{B80E0F64-B49B-4B2C-AAE8-78D69B42861A}">
      <dgm:prSet/>
      <dgm:spPr/>
      <dgm:t>
        <a:bodyPr/>
        <a:lstStyle/>
        <a:p>
          <a:endParaRPr lang="en-US"/>
        </a:p>
      </dgm:t>
    </dgm:pt>
    <dgm:pt modelId="{820520C3-F1D6-4911-B540-123876F44BC0}">
      <dgm:prSet custT="1"/>
      <dgm:spPr/>
      <dgm:t>
        <a:bodyPr/>
        <a:lstStyle/>
        <a:p>
          <a:pPr>
            <a:buFont typeface="Arial" panose="020B0604020202020204" pitchFamily="34" charset="0"/>
            <a:buChar char="•"/>
          </a:pPr>
          <a:r>
            <a:rPr lang="en-US" sz="1600" b="0" i="0" dirty="0"/>
            <a:t>Customers/Subscribers/Fans</a:t>
          </a:r>
        </a:p>
      </dgm:t>
    </dgm:pt>
    <dgm:pt modelId="{5E740C3F-E9B0-4B86-A4A1-DEFA35890320}" type="parTrans" cxnId="{2D023203-7F6A-4BFC-BED2-8CF3587966EF}">
      <dgm:prSet/>
      <dgm:spPr/>
      <dgm:t>
        <a:bodyPr/>
        <a:lstStyle/>
        <a:p>
          <a:endParaRPr lang="en-US"/>
        </a:p>
      </dgm:t>
    </dgm:pt>
    <dgm:pt modelId="{8F3F7888-5B8B-4562-9007-E43F257855FC}" type="sibTrans" cxnId="{2D023203-7F6A-4BFC-BED2-8CF3587966EF}">
      <dgm:prSet/>
      <dgm:spPr/>
      <dgm:t>
        <a:bodyPr/>
        <a:lstStyle/>
        <a:p>
          <a:endParaRPr lang="en-US"/>
        </a:p>
      </dgm:t>
    </dgm:pt>
    <dgm:pt modelId="{4F79DA46-3D12-4B43-AC4F-40492F3D20B4}">
      <dgm:prSet custT="1"/>
      <dgm:spPr/>
      <dgm:t>
        <a:bodyPr/>
        <a:lstStyle/>
        <a:p>
          <a:pPr>
            <a:buFont typeface="Arial" panose="020B0604020202020204" pitchFamily="34" charset="0"/>
            <a:buChar char="•"/>
          </a:pPr>
          <a:r>
            <a:rPr lang="en-US" sz="1600" b="0" i="0" dirty="0"/>
            <a:t>Casual Blogger</a:t>
          </a:r>
        </a:p>
      </dgm:t>
    </dgm:pt>
    <dgm:pt modelId="{2F310AE4-A025-4BF5-802A-BC47F305DBF5}" type="parTrans" cxnId="{D478BE9A-9A84-4CDE-B908-1972C1CAED7E}">
      <dgm:prSet/>
      <dgm:spPr/>
      <dgm:t>
        <a:bodyPr/>
        <a:lstStyle/>
        <a:p>
          <a:endParaRPr lang="en-US"/>
        </a:p>
      </dgm:t>
    </dgm:pt>
    <dgm:pt modelId="{C7DD46C8-67EA-4D7F-B804-83CE0C99F987}" type="sibTrans" cxnId="{D478BE9A-9A84-4CDE-B908-1972C1CAED7E}">
      <dgm:prSet/>
      <dgm:spPr/>
      <dgm:t>
        <a:bodyPr/>
        <a:lstStyle/>
        <a:p>
          <a:endParaRPr lang="en-US"/>
        </a:p>
      </dgm:t>
    </dgm:pt>
    <dgm:pt modelId="{C9B8E62B-A355-4C87-9465-CCCAF0F76250}">
      <dgm:prSet custT="1"/>
      <dgm:spPr/>
      <dgm:t>
        <a:bodyPr/>
        <a:lstStyle/>
        <a:p>
          <a:pPr>
            <a:buFont typeface="Arial" panose="020B0604020202020204" pitchFamily="34" charset="0"/>
            <a:buChar char="•"/>
          </a:pPr>
          <a:r>
            <a:rPr lang="en-US" sz="1600" b="0" i="0" dirty="0"/>
            <a:t>Partners/Affiliates</a:t>
          </a:r>
        </a:p>
      </dgm:t>
    </dgm:pt>
    <dgm:pt modelId="{EAABBC9F-6DEE-4941-8F2A-D17273880743}" type="parTrans" cxnId="{452FD915-BB02-4974-B654-6EC48930ED1F}">
      <dgm:prSet/>
      <dgm:spPr/>
      <dgm:t>
        <a:bodyPr/>
        <a:lstStyle/>
        <a:p>
          <a:endParaRPr lang="en-US"/>
        </a:p>
      </dgm:t>
    </dgm:pt>
    <dgm:pt modelId="{43EBC8C8-D4BB-41DE-BAC1-CB4F696649B2}" type="sibTrans" cxnId="{452FD915-BB02-4974-B654-6EC48930ED1F}">
      <dgm:prSet/>
      <dgm:spPr/>
      <dgm:t>
        <a:bodyPr/>
        <a:lstStyle/>
        <a:p>
          <a:endParaRPr lang="en-US"/>
        </a:p>
      </dgm:t>
    </dgm:pt>
    <dgm:pt modelId="{B849C7A0-CEFD-4E14-A66D-46FFE93E601C}">
      <dgm:prSet custT="1"/>
      <dgm:spPr/>
      <dgm:t>
        <a:bodyPr/>
        <a:lstStyle/>
        <a:p>
          <a:pPr>
            <a:buFont typeface="Arial" panose="020B0604020202020204" pitchFamily="34" charset="0"/>
            <a:buChar char="•"/>
          </a:pPr>
          <a:r>
            <a:rPr lang="en-US" sz="1600" b="0" i="0" dirty="0"/>
            <a:t>Sector leaders (Founders, Executive Directors, Doctors)</a:t>
          </a:r>
        </a:p>
      </dgm:t>
    </dgm:pt>
    <dgm:pt modelId="{E120C884-6834-4A23-BCFB-5E5A516FB34F}" type="parTrans" cxnId="{2FB29AAE-84C5-492F-AB35-46073472740F}">
      <dgm:prSet/>
      <dgm:spPr/>
      <dgm:t>
        <a:bodyPr/>
        <a:lstStyle/>
        <a:p>
          <a:endParaRPr lang="en-US"/>
        </a:p>
      </dgm:t>
    </dgm:pt>
    <dgm:pt modelId="{C7C63A88-1A56-45BF-AD2D-1433429EEF3E}" type="sibTrans" cxnId="{2FB29AAE-84C5-492F-AB35-46073472740F}">
      <dgm:prSet/>
      <dgm:spPr/>
      <dgm:t>
        <a:bodyPr/>
        <a:lstStyle/>
        <a:p>
          <a:endParaRPr lang="en-US"/>
        </a:p>
      </dgm:t>
    </dgm:pt>
    <dgm:pt modelId="{DFB3D111-F342-4099-B1B3-1636D80E9A68}">
      <dgm:prSet phldrT="[Text]" custT="1"/>
      <dgm:spPr/>
      <dgm:t>
        <a:bodyPr/>
        <a:lstStyle/>
        <a:p>
          <a:pPr>
            <a:buFont typeface="Arial" panose="020B0604020202020204" pitchFamily="34" charset="0"/>
            <a:buChar char="•"/>
          </a:pPr>
          <a:r>
            <a:rPr lang="en-US" sz="1600" b="0" i="0" dirty="0"/>
            <a:t>Media/Bloggers</a:t>
          </a:r>
          <a:endParaRPr lang="en-US" sz="1600" b="0" dirty="0"/>
        </a:p>
      </dgm:t>
    </dgm:pt>
    <dgm:pt modelId="{5B963856-09B5-486B-8B58-7226C0BA7D9F}" type="parTrans" cxnId="{ED53D0A7-07BE-42F9-A8D1-443AF54D3A04}">
      <dgm:prSet/>
      <dgm:spPr/>
      <dgm:t>
        <a:bodyPr/>
        <a:lstStyle/>
        <a:p>
          <a:endParaRPr lang="en-US"/>
        </a:p>
      </dgm:t>
    </dgm:pt>
    <dgm:pt modelId="{BD078A3C-4358-42A1-9736-56C36CF72EDB}" type="sibTrans" cxnId="{ED53D0A7-07BE-42F9-A8D1-443AF54D3A04}">
      <dgm:prSet/>
      <dgm:spPr/>
      <dgm:t>
        <a:bodyPr/>
        <a:lstStyle/>
        <a:p>
          <a:endParaRPr lang="en-US"/>
        </a:p>
      </dgm:t>
    </dgm:pt>
    <dgm:pt modelId="{9727A6E4-5795-4AA1-BDED-34A2A6B49233}">
      <dgm:prSet phldrT="[Text]" custT="1"/>
      <dgm:spPr/>
      <dgm:t>
        <a:bodyPr/>
        <a:lstStyle/>
        <a:p>
          <a:pPr>
            <a:buFont typeface="Arial" panose="020B0604020202020204" pitchFamily="34" charset="0"/>
            <a:buChar char="•"/>
          </a:pPr>
          <a:r>
            <a:rPr lang="en-US" sz="1600" b="0" i="0" dirty="0"/>
            <a:t>Musicians/Actors/Authors</a:t>
          </a:r>
          <a:endParaRPr lang="en-US" sz="1600" b="0" dirty="0"/>
        </a:p>
      </dgm:t>
    </dgm:pt>
    <dgm:pt modelId="{ED9DDD68-F0C2-4026-A70F-8BFFF3EC5023}" type="parTrans" cxnId="{95E5B739-F76D-439D-B1D6-460FA8BCB129}">
      <dgm:prSet/>
      <dgm:spPr/>
      <dgm:t>
        <a:bodyPr/>
        <a:lstStyle/>
        <a:p>
          <a:endParaRPr lang="en-US"/>
        </a:p>
      </dgm:t>
    </dgm:pt>
    <dgm:pt modelId="{0AF979B1-897A-4080-94A9-0F2C985B0AF4}" type="sibTrans" cxnId="{95E5B739-F76D-439D-B1D6-460FA8BCB129}">
      <dgm:prSet/>
      <dgm:spPr/>
      <dgm:t>
        <a:bodyPr/>
        <a:lstStyle/>
        <a:p>
          <a:endParaRPr lang="en-US"/>
        </a:p>
      </dgm:t>
    </dgm:pt>
    <dgm:pt modelId="{2E71F901-54C9-4BB9-B8D4-91AF8F6659DF}">
      <dgm:prSet custT="1"/>
      <dgm:spPr/>
      <dgm:t>
        <a:bodyPr/>
        <a:lstStyle/>
        <a:p>
          <a:pPr>
            <a:buFont typeface="Arial" panose="020B0604020202020204" pitchFamily="34" charset="0"/>
            <a:buChar char="•"/>
          </a:pPr>
          <a:r>
            <a:rPr lang="en-US" sz="1600" b="0" i="0" dirty="0"/>
            <a:t>Athletes</a:t>
          </a:r>
        </a:p>
      </dgm:t>
    </dgm:pt>
    <dgm:pt modelId="{0E9F2148-6310-432D-9B42-AB2A7CF7A724}" type="parTrans" cxnId="{11DF700E-F842-4A38-8D84-5DCF28110DD9}">
      <dgm:prSet/>
      <dgm:spPr/>
      <dgm:t>
        <a:bodyPr/>
        <a:lstStyle/>
        <a:p>
          <a:endParaRPr lang="en-US"/>
        </a:p>
      </dgm:t>
    </dgm:pt>
    <dgm:pt modelId="{91C7969D-2001-4F4B-BB19-87B5461C27AC}" type="sibTrans" cxnId="{11DF700E-F842-4A38-8D84-5DCF28110DD9}">
      <dgm:prSet/>
      <dgm:spPr/>
      <dgm:t>
        <a:bodyPr/>
        <a:lstStyle/>
        <a:p>
          <a:endParaRPr lang="en-US"/>
        </a:p>
      </dgm:t>
    </dgm:pt>
    <dgm:pt modelId="{BA658100-DE8A-4C88-AA1D-80B98644F8C7}">
      <dgm:prSet custT="1"/>
      <dgm:spPr/>
      <dgm:t>
        <a:bodyPr/>
        <a:lstStyle/>
        <a:p>
          <a:pPr>
            <a:buFont typeface="Arial" panose="020B0604020202020204" pitchFamily="34" charset="0"/>
            <a:buChar char="•"/>
          </a:pPr>
          <a:r>
            <a:rPr lang="en-US" sz="1600" b="0" i="0" dirty="0"/>
            <a:t>Politicians</a:t>
          </a:r>
        </a:p>
      </dgm:t>
    </dgm:pt>
    <dgm:pt modelId="{EFC5489D-E542-4861-88D2-F3331189A9AA}" type="parTrans" cxnId="{943EE986-BF17-4B98-B32F-F082D5E7E3C3}">
      <dgm:prSet/>
      <dgm:spPr/>
      <dgm:t>
        <a:bodyPr/>
        <a:lstStyle/>
        <a:p>
          <a:endParaRPr lang="en-US"/>
        </a:p>
      </dgm:t>
    </dgm:pt>
    <dgm:pt modelId="{EC72DFED-5A2E-4C0F-A0EE-4186C89F5215}" type="sibTrans" cxnId="{943EE986-BF17-4B98-B32F-F082D5E7E3C3}">
      <dgm:prSet/>
      <dgm:spPr/>
      <dgm:t>
        <a:bodyPr/>
        <a:lstStyle/>
        <a:p>
          <a:endParaRPr lang="en-US"/>
        </a:p>
      </dgm:t>
    </dgm:pt>
    <dgm:pt modelId="{A0B672A1-BB77-4FCF-93AA-DD3C0DAB1213}" type="pres">
      <dgm:prSet presAssocID="{584C96C5-E89B-4B98-8157-16CE31736D31}" presName="Name0" presStyleCnt="0">
        <dgm:presLayoutVars>
          <dgm:dir/>
          <dgm:animLvl val="lvl"/>
          <dgm:resizeHandles val="exact"/>
        </dgm:presLayoutVars>
      </dgm:prSet>
      <dgm:spPr/>
      <dgm:t>
        <a:bodyPr/>
        <a:lstStyle/>
        <a:p>
          <a:endParaRPr lang="en-US"/>
        </a:p>
      </dgm:t>
    </dgm:pt>
    <dgm:pt modelId="{F086B11C-C94D-4B9A-BA97-789263C8D855}" type="pres">
      <dgm:prSet presAssocID="{B8F12691-11DF-4788-A319-A46A3BE91A2F}" presName="linNode" presStyleCnt="0"/>
      <dgm:spPr/>
    </dgm:pt>
    <dgm:pt modelId="{4CEE78F4-FD64-42DF-9F05-72F4E2D0D1F8}" type="pres">
      <dgm:prSet presAssocID="{B8F12691-11DF-4788-A319-A46A3BE91A2F}" presName="parentText" presStyleLbl="node1" presStyleIdx="0" presStyleCnt="3" custScaleX="76910">
        <dgm:presLayoutVars>
          <dgm:chMax val="1"/>
          <dgm:bulletEnabled val="1"/>
        </dgm:presLayoutVars>
      </dgm:prSet>
      <dgm:spPr/>
      <dgm:t>
        <a:bodyPr/>
        <a:lstStyle/>
        <a:p>
          <a:endParaRPr lang="en-US"/>
        </a:p>
      </dgm:t>
    </dgm:pt>
    <dgm:pt modelId="{8CDD6479-8BB7-49F5-B1B6-B5E5847F320D}" type="pres">
      <dgm:prSet presAssocID="{B8F12691-11DF-4788-A319-A46A3BE91A2F}" presName="descendantText" presStyleLbl="alignAccFollowNode1" presStyleIdx="0" presStyleCnt="3" custScaleX="102345">
        <dgm:presLayoutVars>
          <dgm:bulletEnabled val="1"/>
        </dgm:presLayoutVars>
      </dgm:prSet>
      <dgm:spPr/>
      <dgm:t>
        <a:bodyPr/>
        <a:lstStyle/>
        <a:p>
          <a:endParaRPr lang="en-US"/>
        </a:p>
      </dgm:t>
    </dgm:pt>
    <dgm:pt modelId="{7DEB285A-B590-4F55-BA17-8448883F71C2}" type="pres">
      <dgm:prSet presAssocID="{B170C4D9-6911-4F87-BDB8-1BA88F9FC6EE}" presName="sp" presStyleCnt="0"/>
      <dgm:spPr/>
    </dgm:pt>
    <dgm:pt modelId="{97548A42-8AA5-4C85-AD7C-D87FD299F9F1}" type="pres">
      <dgm:prSet presAssocID="{28B323B3-3CF9-427F-A281-6665383BCECC}" presName="linNode" presStyleCnt="0"/>
      <dgm:spPr/>
    </dgm:pt>
    <dgm:pt modelId="{BC9CB61B-0488-4C81-B10C-6C4DB16E1266}" type="pres">
      <dgm:prSet presAssocID="{28B323B3-3CF9-427F-A281-6665383BCECC}" presName="parentText" presStyleLbl="node1" presStyleIdx="1" presStyleCnt="3" custScaleX="70772">
        <dgm:presLayoutVars>
          <dgm:chMax val="1"/>
          <dgm:bulletEnabled val="1"/>
        </dgm:presLayoutVars>
      </dgm:prSet>
      <dgm:spPr/>
      <dgm:t>
        <a:bodyPr/>
        <a:lstStyle/>
        <a:p>
          <a:endParaRPr lang="en-US"/>
        </a:p>
      </dgm:t>
    </dgm:pt>
    <dgm:pt modelId="{96C24076-6D0C-477E-A279-0A191B1B529E}" type="pres">
      <dgm:prSet presAssocID="{28B323B3-3CF9-427F-A281-6665383BCECC}" presName="descendantText" presStyleLbl="alignAccFollowNode1" presStyleIdx="1" presStyleCnt="3" custScaleX="106042" custScaleY="137748">
        <dgm:presLayoutVars>
          <dgm:bulletEnabled val="1"/>
        </dgm:presLayoutVars>
      </dgm:prSet>
      <dgm:spPr/>
      <dgm:t>
        <a:bodyPr/>
        <a:lstStyle/>
        <a:p>
          <a:endParaRPr lang="en-US"/>
        </a:p>
      </dgm:t>
    </dgm:pt>
    <dgm:pt modelId="{DAC6B506-F588-45A9-BA28-C6A6A94EA1DC}" type="pres">
      <dgm:prSet presAssocID="{6AAA707C-AEF2-47B0-942A-6F564AAE2B44}" presName="sp" presStyleCnt="0"/>
      <dgm:spPr/>
    </dgm:pt>
    <dgm:pt modelId="{AE19B37F-74FF-4054-AC88-8CB53877878B}" type="pres">
      <dgm:prSet presAssocID="{2828AFB5-1ACF-446A-AD67-667D415B5F91}" presName="linNode" presStyleCnt="0"/>
      <dgm:spPr/>
    </dgm:pt>
    <dgm:pt modelId="{DABAC31B-DDF5-4622-A824-425E3D52E551}" type="pres">
      <dgm:prSet presAssocID="{2828AFB5-1ACF-446A-AD67-667D415B5F91}" presName="parentText" presStyleLbl="node1" presStyleIdx="2" presStyleCnt="3" custScaleX="68478">
        <dgm:presLayoutVars>
          <dgm:chMax val="1"/>
          <dgm:bulletEnabled val="1"/>
        </dgm:presLayoutVars>
      </dgm:prSet>
      <dgm:spPr/>
      <dgm:t>
        <a:bodyPr/>
        <a:lstStyle/>
        <a:p>
          <a:endParaRPr lang="en-US"/>
        </a:p>
      </dgm:t>
    </dgm:pt>
    <dgm:pt modelId="{5DAAB39C-65A6-4085-9A45-C0722E09C43B}" type="pres">
      <dgm:prSet presAssocID="{2828AFB5-1ACF-446A-AD67-667D415B5F91}" presName="descendantText" presStyleLbl="alignAccFollowNode1" presStyleIdx="2" presStyleCnt="3" custScaleX="107604">
        <dgm:presLayoutVars>
          <dgm:bulletEnabled val="1"/>
        </dgm:presLayoutVars>
      </dgm:prSet>
      <dgm:spPr/>
      <dgm:t>
        <a:bodyPr/>
        <a:lstStyle/>
        <a:p>
          <a:endParaRPr lang="en-US"/>
        </a:p>
      </dgm:t>
    </dgm:pt>
  </dgm:ptLst>
  <dgm:cxnLst>
    <dgm:cxn modelId="{35949EC4-3995-4484-963D-E9E3E5EA5922}" type="presOf" srcId="{0CDA000C-8274-4059-9FA6-5B5A5F324908}" destId="{5DAAB39C-65A6-4085-9A45-C0722E09C43B}" srcOrd="0" destOrd="3" presId="urn:microsoft.com/office/officeart/2005/8/layout/vList5"/>
    <dgm:cxn modelId="{95E5B739-F76D-439D-B1D6-460FA8BCB129}" srcId="{B8F12691-11DF-4788-A319-A46A3BE91A2F}" destId="{9727A6E4-5795-4AA1-BDED-34A2A6B49233}" srcOrd="1" destOrd="0" parTransId="{ED9DDD68-F0C2-4026-A70F-8BFFF3EC5023}" sibTransId="{0AF979B1-897A-4080-94A9-0F2C985B0AF4}"/>
    <dgm:cxn modelId="{54CA9269-A320-44C5-9DCB-C51E18F94980}" type="presOf" srcId="{820520C3-F1D6-4911-B540-123876F44BC0}" destId="{5DAAB39C-65A6-4085-9A45-C0722E09C43B}" srcOrd="0" destOrd="1" presId="urn:microsoft.com/office/officeart/2005/8/layout/vList5"/>
    <dgm:cxn modelId="{452FD915-BB02-4974-B654-6EC48930ED1F}" srcId="{28B323B3-3CF9-427F-A281-6665383BCECC}" destId="{C9B8E62B-A355-4C87-9465-CCCAF0F76250}" srcOrd="2" destOrd="0" parTransId="{EAABBC9F-6DEE-4941-8F2A-D17273880743}" sibTransId="{43EBC8C8-D4BB-41DE-BAC1-CB4F696649B2}"/>
    <dgm:cxn modelId="{A87A383B-8838-4C02-B6E0-4ED7CD29E7D2}" type="presOf" srcId="{BA658100-DE8A-4C88-AA1D-80B98644F8C7}" destId="{8CDD6479-8BB7-49F5-B1B6-B5E5847F320D}" srcOrd="0" destOrd="3" presId="urn:microsoft.com/office/officeart/2005/8/layout/vList5"/>
    <dgm:cxn modelId="{2D023203-7F6A-4BFC-BED2-8CF3587966EF}" srcId="{2828AFB5-1ACF-446A-AD67-667D415B5F91}" destId="{820520C3-F1D6-4911-B540-123876F44BC0}" srcOrd="1" destOrd="0" parTransId="{5E740C3F-E9B0-4B86-A4A1-DEFA35890320}" sibTransId="{8F3F7888-5B8B-4562-9007-E43F257855FC}"/>
    <dgm:cxn modelId="{96780F6A-B32C-432E-B68E-FCD928826C67}" type="presOf" srcId="{4F79DA46-3D12-4B43-AC4F-40492F3D20B4}" destId="{5DAAB39C-65A6-4085-9A45-C0722E09C43B}" srcOrd="0" destOrd="2" presId="urn:microsoft.com/office/officeart/2005/8/layout/vList5"/>
    <dgm:cxn modelId="{5DA13B77-18D5-49DA-A142-8FA776D11777}" srcId="{584C96C5-E89B-4B98-8157-16CE31736D31}" destId="{B8F12691-11DF-4788-A319-A46A3BE91A2F}" srcOrd="0" destOrd="0" parTransId="{8E4E7F26-0460-4CEA-9847-D955F39A81F4}" sibTransId="{B170C4D9-6911-4F87-BDB8-1BA88F9FC6EE}"/>
    <dgm:cxn modelId="{11DF700E-F842-4A38-8D84-5DCF28110DD9}" srcId="{B8F12691-11DF-4788-A319-A46A3BE91A2F}" destId="{2E71F901-54C9-4BB9-B8D4-91AF8F6659DF}" srcOrd="2" destOrd="0" parTransId="{0E9F2148-6310-432D-9B42-AB2A7CF7A724}" sibTransId="{91C7969D-2001-4F4B-BB19-87B5461C27AC}"/>
    <dgm:cxn modelId="{DCD24B61-F6ED-4AF8-9AC5-4D22D2DC358C}" type="presOf" srcId="{DFB3D111-F342-4099-B1B3-1636D80E9A68}" destId="{96C24076-6D0C-477E-A279-0A191B1B529E}" srcOrd="0" destOrd="1" presId="urn:microsoft.com/office/officeart/2005/8/layout/vList5"/>
    <dgm:cxn modelId="{31A6BB95-3B99-45CA-8F4C-F0ACCE86CA0D}" type="presOf" srcId="{C3DCC79C-D1B8-4CD4-AE01-B5D25D0FB8BC}" destId="{8CDD6479-8BB7-49F5-B1B6-B5E5847F320D}" srcOrd="0" destOrd="0" presId="urn:microsoft.com/office/officeart/2005/8/layout/vList5"/>
    <dgm:cxn modelId="{B80E0F64-B49B-4B2C-AAE8-78D69B42861A}" srcId="{2828AFB5-1ACF-446A-AD67-667D415B5F91}" destId="{0CDA000C-8274-4059-9FA6-5B5A5F324908}" srcOrd="3" destOrd="0" parTransId="{F0897B8E-9C65-4BB3-8052-3E54B169ABF4}" sibTransId="{0BE96CEF-3676-48F8-9CF4-830C18800174}"/>
    <dgm:cxn modelId="{4292102C-4C84-47A4-8712-9C7CD7484FEA}" srcId="{584C96C5-E89B-4B98-8157-16CE31736D31}" destId="{2828AFB5-1ACF-446A-AD67-667D415B5F91}" srcOrd="2" destOrd="0" parTransId="{490DCD3C-DC0B-46F8-930A-B7372C186135}" sibTransId="{AF278E2C-5909-43E4-91C4-FDFEB153D6AC}"/>
    <dgm:cxn modelId="{7338D099-F4D4-4909-B748-7747CB64FFF3}" type="presOf" srcId="{41AA542E-D259-4E10-B734-187A17B372E2}" destId="{5DAAB39C-65A6-4085-9A45-C0722E09C43B}" srcOrd="0" destOrd="0" presId="urn:microsoft.com/office/officeart/2005/8/layout/vList5"/>
    <dgm:cxn modelId="{4E513F51-B38C-467E-8988-E4EACEEA3E1C}" type="presOf" srcId="{584C96C5-E89B-4B98-8157-16CE31736D31}" destId="{A0B672A1-BB77-4FCF-93AA-DD3C0DAB1213}" srcOrd="0" destOrd="0" presId="urn:microsoft.com/office/officeart/2005/8/layout/vList5"/>
    <dgm:cxn modelId="{ED53D0A7-07BE-42F9-A8D1-443AF54D3A04}" srcId="{28B323B3-3CF9-427F-A281-6665383BCECC}" destId="{DFB3D111-F342-4099-B1B3-1636D80E9A68}" srcOrd="1" destOrd="0" parTransId="{5B963856-09B5-486B-8B58-7226C0BA7D9F}" sibTransId="{BD078A3C-4358-42A1-9736-56C36CF72EDB}"/>
    <dgm:cxn modelId="{FE7B2138-13A9-4E43-B4BD-18473BDABC81}" srcId="{B8F12691-11DF-4788-A319-A46A3BE91A2F}" destId="{C3DCC79C-D1B8-4CD4-AE01-B5D25D0FB8BC}" srcOrd="0" destOrd="0" parTransId="{986E638E-1CD0-4B7B-88CC-7CB707DCEED2}" sibTransId="{E5DC5841-CB10-4E91-9839-E4194F23682C}"/>
    <dgm:cxn modelId="{4C4B87F6-B556-49F9-BFEE-2A3385817A96}" type="presOf" srcId="{B8F12691-11DF-4788-A319-A46A3BE91A2F}" destId="{4CEE78F4-FD64-42DF-9F05-72F4E2D0D1F8}" srcOrd="0" destOrd="0" presId="urn:microsoft.com/office/officeart/2005/8/layout/vList5"/>
    <dgm:cxn modelId="{D478BE9A-9A84-4CDE-B908-1972C1CAED7E}" srcId="{2828AFB5-1ACF-446A-AD67-667D415B5F91}" destId="{4F79DA46-3D12-4B43-AC4F-40492F3D20B4}" srcOrd="2" destOrd="0" parTransId="{2F310AE4-A025-4BF5-802A-BC47F305DBF5}" sibTransId="{C7DD46C8-67EA-4D7F-B804-83CE0C99F987}"/>
    <dgm:cxn modelId="{ADE0AB52-50E2-4D91-9151-F6FDD358501D}" srcId="{28B323B3-3CF9-427F-A281-6665383BCECC}" destId="{C66EF03C-34C0-4B4F-9BFB-3BAAD2622D68}" srcOrd="4" destOrd="0" parTransId="{09F9A8F6-142F-41B7-8815-1AC1CF7EA3DA}" sibTransId="{1AFB731C-6BC6-43BD-ABEA-63E85102E132}"/>
    <dgm:cxn modelId="{943EE986-BF17-4B98-B32F-F082D5E7E3C3}" srcId="{B8F12691-11DF-4788-A319-A46A3BE91A2F}" destId="{BA658100-DE8A-4C88-AA1D-80B98644F8C7}" srcOrd="3" destOrd="0" parTransId="{EFC5489D-E542-4861-88D2-F3331189A9AA}" sibTransId="{EC72DFED-5A2E-4C0F-A0EE-4186C89F5215}"/>
    <dgm:cxn modelId="{DB7220F7-C1FC-489B-9B0B-8A8FAFB0BD7C}" type="presOf" srcId="{758FA1A8-C8A7-4A9E-A8BA-DFECE70E221E}" destId="{96C24076-6D0C-477E-A279-0A191B1B529E}" srcOrd="0" destOrd="0" presId="urn:microsoft.com/office/officeart/2005/8/layout/vList5"/>
    <dgm:cxn modelId="{2FB29AAE-84C5-492F-AB35-46073472740F}" srcId="{28B323B3-3CF9-427F-A281-6665383BCECC}" destId="{B849C7A0-CEFD-4E14-A66D-46FFE93E601C}" srcOrd="3" destOrd="0" parTransId="{E120C884-6834-4A23-BCFB-5E5A516FB34F}" sibTransId="{C7C63A88-1A56-45BF-AD2D-1433429EEF3E}"/>
    <dgm:cxn modelId="{F77F476E-E29C-454A-AE8D-DFF731B4C984}" type="presOf" srcId="{9727A6E4-5795-4AA1-BDED-34A2A6B49233}" destId="{8CDD6479-8BB7-49F5-B1B6-B5E5847F320D}" srcOrd="0" destOrd="1" presId="urn:microsoft.com/office/officeart/2005/8/layout/vList5"/>
    <dgm:cxn modelId="{6C3AEB31-558B-4B2D-984F-B7F2E7C2CABC}" type="presOf" srcId="{C66EF03C-34C0-4B4F-9BFB-3BAAD2622D68}" destId="{96C24076-6D0C-477E-A279-0A191B1B529E}" srcOrd="0" destOrd="4" presId="urn:microsoft.com/office/officeart/2005/8/layout/vList5"/>
    <dgm:cxn modelId="{4DFECAC3-846D-4001-8D03-F03A5011F388}" type="presOf" srcId="{2E71F901-54C9-4BB9-B8D4-91AF8F6659DF}" destId="{8CDD6479-8BB7-49F5-B1B6-B5E5847F320D}" srcOrd="0" destOrd="2" presId="urn:microsoft.com/office/officeart/2005/8/layout/vList5"/>
    <dgm:cxn modelId="{F3DDCAB7-BA69-4777-95EE-5CBFE30C93D0}" type="presOf" srcId="{28B323B3-3CF9-427F-A281-6665383BCECC}" destId="{BC9CB61B-0488-4C81-B10C-6C4DB16E1266}" srcOrd="0" destOrd="0" presId="urn:microsoft.com/office/officeart/2005/8/layout/vList5"/>
    <dgm:cxn modelId="{1AB91358-234B-458A-AEE1-9C7D3F3F249A}" srcId="{28B323B3-3CF9-427F-A281-6665383BCECC}" destId="{758FA1A8-C8A7-4A9E-A8BA-DFECE70E221E}" srcOrd="0" destOrd="0" parTransId="{6623CE1C-8353-492C-B2AD-257C70A3EA3A}" sibTransId="{83D59F17-1D8F-4F8B-9449-00D50EB3D16B}"/>
    <dgm:cxn modelId="{BCF84739-1089-4E08-BBED-87DBE4046F60}" type="presOf" srcId="{C9B8E62B-A355-4C87-9465-CCCAF0F76250}" destId="{96C24076-6D0C-477E-A279-0A191B1B529E}" srcOrd="0" destOrd="2" presId="urn:microsoft.com/office/officeart/2005/8/layout/vList5"/>
    <dgm:cxn modelId="{16247719-3B14-4D73-876B-A321C61ADBD1}" type="presOf" srcId="{2828AFB5-1ACF-446A-AD67-667D415B5F91}" destId="{DABAC31B-DDF5-4622-A824-425E3D52E551}" srcOrd="0" destOrd="0" presId="urn:microsoft.com/office/officeart/2005/8/layout/vList5"/>
    <dgm:cxn modelId="{569AF3D7-C3A8-4F8C-BA3C-0E50A7C80C8C}" srcId="{584C96C5-E89B-4B98-8157-16CE31736D31}" destId="{28B323B3-3CF9-427F-A281-6665383BCECC}" srcOrd="1" destOrd="0" parTransId="{DEDC2B10-8B90-45BA-80BC-13007CE616E8}" sibTransId="{6AAA707C-AEF2-47B0-942A-6F564AAE2B44}"/>
    <dgm:cxn modelId="{E81E58CC-9A2B-458E-B301-5F65331D69DD}" srcId="{2828AFB5-1ACF-446A-AD67-667D415B5F91}" destId="{41AA542E-D259-4E10-B734-187A17B372E2}" srcOrd="0" destOrd="0" parTransId="{88BDD25C-D65B-4F4B-A5AF-372D7AB1462B}" sibTransId="{9266B8C9-C544-47D0-82ED-CA2386FBE070}"/>
    <dgm:cxn modelId="{54D53178-5F6C-4E14-805E-78B07710801C}" type="presOf" srcId="{B849C7A0-CEFD-4E14-A66D-46FFE93E601C}" destId="{96C24076-6D0C-477E-A279-0A191B1B529E}" srcOrd="0" destOrd="3" presId="urn:microsoft.com/office/officeart/2005/8/layout/vList5"/>
    <dgm:cxn modelId="{07223B9A-9949-45CD-BE8D-2428452B23D0}" type="presParOf" srcId="{A0B672A1-BB77-4FCF-93AA-DD3C0DAB1213}" destId="{F086B11C-C94D-4B9A-BA97-789263C8D855}" srcOrd="0" destOrd="0" presId="urn:microsoft.com/office/officeart/2005/8/layout/vList5"/>
    <dgm:cxn modelId="{CDCE9455-3C6B-4035-AAB7-CB936545B4D1}" type="presParOf" srcId="{F086B11C-C94D-4B9A-BA97-789263C8D855}" destId="{4CEE78F4-FD64-42DF-9F05-72F4E2D0D1F8}" srcOrd="0" destOrd="0" presId="urn:microsoft.com/office/officeart/2005/8/layout/vList5"/>
    <dgm:cxn modelId="{50AA215E-C89C-432A-A80B-149B8E652010}" type="presParOf" srcId="{F086B11C-C94D-4B9A-BA97-789263C8D855}" destId="{8CDD6479-8BB7-49F5-B1B6-B5E5847F320D}" srcOrd="1" destOrd="0" presId="urn:microsoft.com/office/officeart/2005/8/layout/vList5"/>
    <dgm:cxn modelId="{1818D7BA-58D9-4C09-B28E-BC885B8EA3A0}" type="presParOf" srcId="{A0B672A1-BB77-4FCF-93AA-DD3C0DAB1213}" destId="{7DEB285A-B590-4F55-BA17-8448883F71C2}" srcOrd="1" destOrd="0" presId="urn:microsoft.com/office/officeart/2005/8/layout/vList5"/>
    <dgm:cxn modelId="{D982CBCD-444E-416C-80C9-FAA550C1AB22}" type="presParOf" srcId="{A0B672A1-BB77-4FCF-93AA-DD3C0DAB1213}" destId="{97548A42-8AA5-4C85-AD7C-D87FD299F9F1}" srcOrd="2" destOrd="0" presId="urn:microsoft.com/office/officeart/2005/8/layout/vList5"/>
    <dgm:cxn modelId="{24C88E8A-9CFC-44EC-8278-BBA373452C5F}" type="presParOf" srcId="{97548A42-8AA5-4C85-AD7C-D87FD299F9F1}" destId="{BC9CB61B-0488-4C81-B10C-6C4DB16E1266}" srcOrd="0" destOrd="0" presId="urn:microsoft.com/office/officeart/2005/8/layout/vList5"/>
    <dgm:cxn modelId="{2B087487-1079-48F1-8CA3-95BCBCC1861C}" type="presParOf" srcId="{97548A42-8AA5-4C85-AD7C-D87FD299F9F1}" destId="{96C24076-6D0C-477E-A279-0A191B1B529E}" srcOrd="1" destOrd="0" presId="urn:microsoft.com/office/officeart/2005/8/layout/vList5"/>
    <dgm:cxn modelId="{F2EF3AA3-9E99-4BEF-90CF-6E9BAD59CFAF}" type="presParOf" srcId="{A0B672A1-BB77-4FCF-93AA-DD3C0DAB1213}" destId="{DAC6B506-F588-45A9-BA28-C6A6A94EA1DC}" srcOrd="3" destOrd="0" presId="urn:microsoft.com/office/officeart/2005/8/layout/vList5"/>
    <dgm:cxn modelId="{4DC8E8E7-BCA4-4FCC-8CEE-C390489BEF23}" type="presParOf" srcId="{A0B672A1-BB77-4FCF-93AA-DD3C0DAB1213}" destId="{AE19B37F-74FF-4054-AC88-8CB53877878B}" srcOrd="4" destOrd="0" presId="urn:microsoft.com/office/officeart/2005/8/layout/vList5"/>
    <dgm:cxn modelId="{E202706B-C0C2-4ADC-9559-6CE55F9029F0}" type="presParOf" srcId="{AE19B37F-74FF-4054-AC88-8CB53877878B}" destId="{DABAC31B-DDF5-4622-A824-425E3D52E551}" srcOrd="0" destOrd="0" presId="urn:microsoft.com/office/officeart/2005/8/layout/vList5"/>
    <dgm:cxn modelId="{6FDBD5FF-BA22-49E7-836D-F9059F01CFEA}" type="presParOf" srcId="{AE19B37F-74FF-4054-AC88-8CB53877878B}" destId="{5DAAB39C-65A6-4085-9A45-C0722E09C43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3883127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415028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685296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420F8A-C49A-4EC7-BED7-209AD2FEAE9A}" type="datetimeFigureOut">
              <a:rPr lang="en-US" smtClean="0"/>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3587364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420F8A-C49A-4EC7-BED7-209AD2FEAE9A}" type="datetimeFigureOut">
              <a:rPr lang="en-US" smtClean="0"/>
              <a:t>9/8/2016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45952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558493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4176359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22205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0420F8A-C49A-4EC7-BED7-209AD2FEAE9A}" type="datetimeFigureOut">
              <a:rPr lang="en-US" smtClean="0"/>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3260866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0420F8A-C49A-4EC7-BED7-209AD2FEAE9A}" type="datetimeFigureOut">
              <a:rPr lang="en-US" smtClean="0"/>
              <a:t>9/8/2016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447985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876157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11115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029762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573921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3426254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2135238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420F8A-C49A-4EC7-BED7-209AD2FEAE9A}" type="datetimeFigureOut">
              <a:rPr lang="en-US" smtClean="0"/>
              <a:t>9/8/2016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744048-1427-46E6-A6DC-79238D0C1AA5}" type="slidenum">
              <a:rPr lang="en-US" smtClean="0"/>
              <a:t>‹#›</a:t>
            </a:fld>
            <a:endParaRPr lang="en-US"/>
          </a:p>
        </p:txBody>
      </p:sp>
    </p:spTree>
    <p:extLst>
      <p:ext uri="{BB962C8B-B14F-4D97-AF65-F5344CB8AC3E}">
        <p14:creationId xmlns:p14="http://schemas.microsoft.com/office/powerpoint/2010/main" val="1837123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0420F8A-C49A-4EC7-BED7-209AD2FEAE9A}" type="datetimeFigureOut">
              <a:rPr lang="en-US" smtClean="0"/>
              <a:t>9/8/2016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2744048-1427-46E6-A6DC-79238D0C1AA5}" type="slidenum">
              <a:rPr lang="en-US" smtClean="0"/>
              <a:t>‹#›</a:t>
            </a:fld>
            <a:endParaRPr lang="en-US"/>
          </a:p>
        </p:txBody>
      </p:sp>
    </p:spTree>
    <p:extLst>
      <p:ext uri="{BB962C8B-B14F-4D97-AF65-F5344CB8AC3E}">
        <p14:creationId xmlns:p14="http://schemas.microsoft.com/office/powerpoint/2010/main" val="2365834362"/>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hyperlink" Target="https://klout.com/hom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TATA GROUP</a:t>
            </a:r>
            <a:endParaRPr lang="en-US" dirty="0"/>
          </a:p>
        </p:txBody>
      </p:sp>
      <p:sp>
        <p:nvSpPr>
          <p:cNvPr id="3" name="Subtitle 2"/>
          <p:cNvSpPr>
            <a:spLocks noGrp="1"/>
          </p:cNvSpPr>
          <p:nvPr>
            <p:ph type="subTitle" idx="1"/>
          </p:nvPr>
        </p:nvSpPr>
        <p:spPr/>
        <p:txBody>
          <a:bodyPr/>
          <a:lstStyle/>
          <a:p>
            <a:r>
              <a:rPr lang="en-US" smtClean="0"/>
              <a:t>                    </a:t>
            </a:r>
            <a:r>
              <a:rPr lang="en-US" sz="2400" b="1" smtClean="0"/>
              <a:t>A GLOBAL VENTURE</a:t>
            </a:r>
            <a:endParaRPr lang="en-US" sz="2400" b="1" dirty="0"/>
          </a:p>
        </p:txBody>
      </p:sp>
    </p:spTree>
    <p:extLst>
      <p:ext uri="{BB962C8B-B14F-4D97-AF65-F5344CB8AC3E}">
        <p14:creationId xmlns:p14="http://schemas.microsoft.com/office/powerpoint/2010/main" val="13339142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Features of top global brands</a:t>
            </a:r>
            <a:endParaRPr lang="en-US" dirty="0"/>
          </a:p>
        </p:txBody>
      </p:sp>
      <p:sp>
        <p:nvSpPr>
          <p:cNvPr id="3" name="Content Placeholder 2"/>
          <p:cNvSpPr>
            <a:spLocks noGrp="1"/>
          </p:cNvSpPr>
          <p:nvPr>
            <p:ph idx="1"/>
          </p:nvPr>
        </p:nvSpPr>
        <p:spPr/>
        <p:txBody>
          <a:bodyPr/>
          <a:lstStyle/>
          <a:p>
            <a:r>
              <a:rPr lang="en-US" smtClean="0"/>
              <a:t>Extraordinary depth of management talent -allows them to out-think the competition and survive changes in leadership.</a:t>
            </a:r>
          </a:p>
          <a:p>
            <a:r>
              <a:rPr lang="en-US" smtClean="0"/>
              <a:t>The best advice from their global media, advertising and research agencies.</a:t>
            </a:r>
          </a:p>
          <a:p>
            <a:r>
              <a:rPr lang="en-US" smtClean="0"/>
              <a:t>Global Research and Development capabilities- provide a constant stream of innovation and can readily adapt existing products and services to meet new market needs.</a:t>
            </a:r>
          </a:p>
          <a:p>
            <a:r>
              <a:rPr lang="en-US" smtClean="0"/>
              <a:t>Experience - understanding of what is likely to work in a new market based on experience elsewhere.</a:t>
            </a:r>
          </a:p>
          <a:p>
            <a:r>
              <a:rPr lang="en-US" smtClean="0"/>
              <a:t>Big marketing budgets with which to establish their brands – strong presence and distinct identity.</a:t>
            </a:r>
          </a:p>
          <a:p>
            <a:endParaRPr lang="en-US" smtClean="0"/>
          </a:p>
          <a:p>
            <a:endParaRPr lang="en-US" dirty="0"/>
          </a:p>
        </p:txBody>
      </p:sp>
    </p:spTree>
    <p:extLst>
      <p:ext uri="{BB962C8B-B14F-4D97-AF65-F5344CB8AC3E}">
        <p14:creationId xmlns:p14="http://schemas.microsoft.com/office/powerpoint/2010/main" val="69323881"/>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Channels Available</a:t>
            </a:r>
            <a:endParaRPr lang="en-US" dirty="0"/>
          </a:p>
        </p:txBody>
      </p:sp>
      <p:graphicFrame>
        <p:nvGraphicFramePr>
          <p:cNvPr id="9" name="Content Placeholder 8"/>
          <p:cNvGraphicFramePr>
            <a:graphicFrameLocks noGrp="1"/>
          </p:cNvGraphicFramePr>
          <p:nvPr>
            <p:ph idx="1"/>
            <p:extLst/>
          </p:nvPr>
        </p:nvGraphicFramePr>
        <p:xfrm>
          <a:off x="1103312" y="1325217"/>
          <a:ext cx="9259887" cy="50490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18502"/>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INFLUENCERS</a:t>
            </a:r>
            <a:endParaRPr lang="en-US" dirty="0"/>
          </a:p>
        </p:txBody>
      </p:sp>
      <p:graphicFrame>
        <p:nvGraphicFramePr>
          <p:cNvPr id="9" name="Content Placeholder 8"/>
          <p:cNvGraphicFramePr>
            <a:graphicFrameLocks noGrp="1"/>
          </p:cNvGraphicFramePr>
          <p:nvPr>
            <p:ph idx="1"/>
            <p:extLst/>
          </p:nvPr>
        </p:nvGraphicFramePr>
        <p:xfrm>
          <a:off x="1103312" y="1325217"/>
          <a:ext cx="9259887" cy="50490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8359337"/>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 the digital space – reach, relevance and history!</a:t>
            </a:r>
            <a:endParaRPr lang="en-US" dirty="0"/>
          </a:p>
        </p:txBody>
      </p:sp>
      <p:sp>
        <p:nvSpPr>
          <p:cNvPr id="3" name="Content Placeholder 2"/>
          <p:cNvSpPr>
            <a:spLocks noGrp="1"/>
          </p:cNvSpPr>
          <p:nvPr>
            <p:ph idx="1"/>
          </p:nvPr>
        </p:nvSpPr>
        <p:spPr/>
        <p:txBody>
          <a:bodyPr>
            <a:normAutofit fontScale="92500" lnSpcReduction="20000"/>
          </a:bodyPr>
          <a:lstStyle/>
          <a:p>
            <a:r>
              <a:rPr lang="en-US" b="1" dirty="0" err="1" smtClean="0"/>
              <a:t>Klout</a:t>
            </a:r>
            <a:r>
              <a:rPr lang="en-US" b="1" dirty="0" smtClean="0"/>
              <a:t> Score</a:t>
            </a:r>
            <a:r>
              <a:rPr lang="en-US" dirty="0" smtClean="0"/>
              <a:t>: This is a number between 1-100 that represents your influence according to </a:t>
            </a:r>
            <a:r>
              <a:rPr lang="en-US" dirty="0" err="1" smtClean="0">
                <a:hlinkClick r:id="rId2"/>
              </a:rPr>
              <a:t>Klout</a:t>
            </a:r>
            <a:r>
              <a:rPr lang="en-US" dirty="0" smtClean="0"/>
              <a:t>. The more influential you are, the higher your </a:t>
            </a:r>
            <a:r>
              <a:rPr lang="en-US" dirty="0" err="1" smtClean="0"/>
              <a:t>Klout</a:t>
            </a:r>
            <a:r>
              <a:rPr lang="en-US" dirty="0" smtClean="0"/>
              <a:t> Score.</a:t>
            </a:r>
          </a:p>
          <a:p>
            <a:pPr marL="0" indent="0" algn="ctr" fontAlgn="base">
              <a:buNone/>
            </a:pPr>
            <a:r>
              <a:rPr lang="en-US" dirty="0" smtClean="0"/>
              <a:t>“   The best way to have an impact online is to create and share great        content. </a:t>
            </a:r>
            <a:r>
              <a:rPr lang="en-US" dirty="0" err="1" smtClean="0"/>
              <a:t>Klout</a:t>
            </a:r>
            <a:r>
              <a:rPr lang="en-US" dirty="0" smtClean="0"/>
              <a:t> helps you do exactly that.”</a:t>
            </a:r>
          </a:p>
          <a:p>
            <a:pPr marL="0" indent="0" algn="ctr" fontAlgn="base">
              <a:buNone/>
            </a:pPr>
            <a:endParaRPr lang="en-US" dirty="0" smtClean="0"/>
          </a:p>
          <a:p>
            <a:r>
              <a:rPr lang="en-US" sz="1900" b="1" dirty="0" smtClean="0"/>
              <a:t>Connections</a:t>
            </a:r>
            <a:r>
              <a:rPr lang="en-US" sz="1900" dirty="0" smtClean="0"/>
              <a:t>: good indicator that they are an influencer. VIPs, by virtue of a 70+ </a:t>
            </a:r>
            <a:r>
              <a:rPr lang="en-US" sz="1900" dirty="0" err="1" smtClean="0"/>
              <a:t>Klout</a:t>
            </a:r>
            <a:r>
              <a:rPr lang="en-US" sz="1900" dirty="0" smtClean="0"/>
              <a:t> score, also have well over 500 connections that come with a high score.</a:t>
            </a:r>
          </a:p>
          <a:p>
            <a:r>
              <a:rPr lang="en-US" sz="1900" b="1" dirty="0" smtClean="0"/>
              <a:t>Advertisements</a:t>
            </a:r>
            <a:r>
              <a:rPr lang="en-US" sz="1900" dirty="0" smtClean="0"/>
              <a:t> -Top emotions evoked in people by the most viral content are joy, awe and empathy. Aim must be to work along these lines.</a:t>
            </a:r>
          </a:p>
          <a:p>
            <a:r>
              <a:rPr lang="en-US" sz="1900" b="1" dirty="0" smtClean="0"/>
              <a:t>Topics</a:t>
            </a:r>
            <a:r>
              <a:rPr lang="en-US" sz="1900" dirty="0" smtClean="0"/>
              <a:t>: What topics are they talking about? More importantly, from a marketing perspective, do they intersect with your campaigns? Are they writing about things that matter to your audience? Using Attentive.ly, you can easily see what your people are saying about your campaigns.</a:t>
            </a:r>
          </a:p>
          <a:p>
            <a:endParaRPr lang="en-US" dirty="0" smtClean="0"/>
          </a:p>
          <a:p>
            <a:endParaRPr lang="en-US" dirty="0"/>
          </a:p>
        </p:txBody>
      </p:sp>
    </p:spTree>
    <p:extLst>
      <p:ext uri="{BB962C8B-B14F-4D97-AF65-F5344CB8AC3E}">
        <p14:creationId xmlns:p14="http://schemas.microsoft.com/office/powerpoint/2010/main" val="3361121861"/>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2267" y="3530454"/>
            <a:ext cx="7405070" cy="2067458"/>
          </a:xfrm>
        </p:spPr>
        <p:txBody>
          <a:bodyPr/>
          <a:lstStyle/>
          <a:p>
            <a:r>
              <a:rPr lang="en-US" dirty="0" smtClean="0"/>
              <a:t>Research on some global brands</a:t>
            </a:r>
            <a:endParaRPr lang="en-US" dirty="0"/>
          </a:p>
        </p:txBody>
      </p:sp>
    </p:spTree>
    <p:extLst>
      <p:ext uri="{BB962C8B-B14F-4D97-AF65-F5344CB8AC3E}">
        <p14:creationId xmlns:p14="http://schemas.microsoft.com/office/powerpoint/2010/main" val="509510363"/>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BMW and Mercedes</a:t>
            </a:r>
            <a:endParaRPr lang="en-US" dirty="0"/>
          </a:p>
        </p:txBody>
      </p:sp>
      <p:sp>
        <p:nvSpPr>
          <p:cNvPr id="10" name="Content Placeholder 9"/>
          <p:cNvSpPr>
            <a:spLocks noGrp="1"/>
          </p:cNvSpPr>
          <p:nvPr>
            <p:ph sz="half" idx="1"/>
          </p:nvPr>
        </p:nvSpPr>
        <p:spPr/>
        <p:txBody>
          <a:bodyPr/>
          <a:lstStyle/>
          <a:p>
            <a:r>
              <a:rPr lang="en-US" dirty="0"/>
              <a:t>Sponsor internationally acclaimed </a:t>
            </a:r>
            <a:r>
              <a:rPr lang="en-US" dirty="0" err="1"/>
              <a:t>organisations</a:t>
            </a:r>
            <a:endParaRPr lang="en-US" dirty="0"/>
          </a:p>
          <a:p>
            <a:r>
              <a:rPr lang="en-US" dirty="0"/>
              <a:t>Customer engagement – photography competitions, hunt for the best picture</a:t>
            </a:r>
          </a:p>
          <a:p>
            <a:r>
              <a:rPr lang="en-US" dirty="0"/>
              <a:t>Promises of future and reminders of past</a:t>
            </a:r>
          </a:p>
          <a:p>
            <a:r>
              <a:rPr lang="en-US" dirty="0"/>
              <a:t>Inside </a:t>
            </a:r>
            <a:r>
              <a:rPr lang="en-US" dirty="0" smtClean="0"/>
              <a:t>BMW</a:t>
            </a:r>
            <a:endParaRPr lang="en-US" dirty="0"/>
          </a:p>
        </p:txBody>
      </p:sp>
      <p:sp>
        <p:nvSpPr>
          <p:cNvPr id="11" name="Content Placeholder 10"/>
          <p:cNvSpPr>
            <a:spLocks noGrp="1"/>
          </p:cNvSpPr>
          <p:nvPr>
            <p:ph sz="half" idx="2"/>
          </p:nvPr>
        </p:nvSpPr>
        <p:spPr/>
        <p:txBody>
          <a:bodyPr/>
          <a:lstStyle/>
          <a:p>
            <a:r>
              <a:rPr lang="en-US" dirty="0"/>
              <a:t>A day at the market</a:t>
            </a:r>
          </a:p>
          <a:p>
            <a:r>
              <a:rPr lang="en-US" dirty="0"/>
              <a:t>Adventurer – coupled with hikers and base jumpers – they are the influencers</a:t>
            </a:r>
          </a:p>
          <a:p>
            <a:r>
              <a:rPr lang="en-US" dirty="0"/>
              <a:t>Travel explore curiosity – photographers - What is beauty</a:t>
            </a:r>
          </a:p>
          <a:p>
            <a:r>
              <a:rPr lang="en-US" dirty="0"/>
              <a:t>Class – models wearing good clothes</a:t>
            </a:r>
          </a:p>
          <a:p>
            <a:r>
              <a:rPr lang="en-US" dirty="0"/>
              <a:t>History – enforce the idea that the company has been around for </a:t>
            </a:r>
            <a:r>
              <a:rPr lang="en-US" dirty="0" smtClean="0"/>
              <a:t>long</a:t>
            </a:r>
            <a:endParaRPr lang="en-US" dirty="0"/>
          </a:p>
        </p:txBody>
      </p:sp>
    </p:spTree>
    <p:extLst>
      <p:ext uri="{BB962C8B-B14F-4D97-AF65-F5344CB8AC3E}">
        <p14:creationId xmlns:p14="http://schemas.microsoft.com/office/powerpoint/2010/main" val="980787156"/>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HONDA</a:t>
            </a:r>
          </a:p>
        </p:txBody>
      </p:sp>
      <p:sp>
        <p:nvSpPr>
          <p:cNvPr id="12" name="Content Placeholder 2"/>
          <p:cNvSpPr txBox="1">
            <a:spLocks/>
          </p:cNvSpPr>
          <p:nvPr/>
        </p:nvSpPr>
        <p:spPr>
          <a:xfrm>
            <a:off x="661183" y="600904"/>
            <a:ext cx="10705514"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200" dirty="0">
                <a:latin typeface="Cambria" panose="02040503050406030204" pitchFamily="18" charset="0"/>
              </a:rPr>
              <a:t> Honda launched a campaign known as “The Endless Road,” which features a remarkably creative “never-ending” YouTube video that is bespoke to its audience—seamlessly personalized using real-time location data. </a:t>
            </a:r>
          </a:p>
          <a:p>
            <a:pPr marL="0" indent="0">
              <a:buNone/>
            </a:pPr>
            <a:endParaRPr lang="en-US" sz="2200" dirty="0">
              <a:latin typeface="Cambria" panose="02040503050406030204" pitchFamily="18" charset="0"/>
            </a:endParaRPr>
          </a:p>
          <a:p>
            <a:r>
              <a:rPr lang="en-US" sz="2200" dirty="0">
                <a:latin typeface="Cambria" panose="02040503050406030204" pitchFamily="18" charset="0"/>
              </a:rPr>
              <a:t> Honda is employing new products and novel marketing efforts to demonstrate innovation and progress.</a:t>
            </a:r>
          </a:p>
          <a:p>
            <a:pPr marL="0" indent="0">
              <a:buNone/>
            </a:pPr>
            <a:endParaRPr lang="en-US" sz="2200" dirty="0">
              <a:latin typeface="Cambria" panose="02040503050406030204" pitchFamily="18" charset="0"/>
            </a:endParaRPr>
          </a:p>
          <a:p>
            <a:endParaRPr lang="en-US" dirty="0"/>
          </a:p>
        </p:txBody>
      </p:sp>
      <p:sp>
        <p:nvSpPr>
          <p:cNvPr id="13" name="TextBox 12"/>
          <p:cNvSpPr txBox="1"/>
          <p:nvPr/>
        </p:nvSpPr>
        <p:spPr>
          <a:xfrm>
            <a:off x="132522" y="3310471"/>
            <a:ext cx="9899374"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704933"/>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35" y="106017"/>
            <a:ext cx="11963400" cy="543339"/>
          </a:xfrm>
        </p:spPr>
        <p:txBody>
          <a:bodyPr>
            <a:normAutofit fontScale="90000"/>
          </a:bodyPr>
          <a:lstStyle/>
          <a:p>
            <a:pPr algn="ctr"/>
            <a:r>
              <a:rPr lang="en-US" sz="3200" smtClean="0">
                <a:latin typeface="Cambria" panose="02040503050406030204" pitchFamily="18" charset="0"/>
              </a:rPr>
              <a:t>Toyota</a:t>
            </a:r>
            <a:endParaRPr lang="en-US" sz="3200" dirty="0">
              <a:latin typeface="Cambria" panose="02040503050406030204" pitchFamily="18" charset="0"/>
            </a:endParaRPr>
          </a:p>
        </p:txBody>
      </p:sp>
      <p:sp>
        <p:nvSpPr>
          <p:cNvPr id="3" name="Content Placeholder 2"/>
          <p:cNvSpPr>
            <a:spLocks noGrp="1"/>
          </p:cNvSpPr>
          <p:nvPr>
            <p:ph idx="1"/>
          </p:nvPr>
        </p:nvSpPr>
        <p:spPr>
          <a:xfrm>
            <a:off x="1" y="901148"/>
            <a:ext cx="12192000" cy="5956852"/>
          </a:xfrm>
        </p:spPr>
        <p:txBody>
          <a:bodyPr>
            <a:normAutofit/>
          </a:bodyPr>
          <a:lstStyle/>
          <a:p>
            <a:endParaRPr lang="en-US" sz="2000" smtClean="0">
              <a:latin typeface="Cambria" panose="02040503050406030204" pitchFamily="18" charset="0"/>
            </a:endParaRPr>
          </a:p>
          <a:p>
            <a:r>
              <a:rPr lang="en-US" sz="2000" smtClean="0">
                <a:latin typeface="Cambria" panose="02040503050406030204" pitchFamily="18" charset="0"/>
              </a:rPr>
              <a:t>Toyota launched its Global Vision to be a global high quality , trusted, automotive brand synonymous with innovation </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Toyota is tapping into their universal sense of adventure. Its global “Feeling the Street” campaign allowed people to vote on their favorite street musicians from around the world and follow six winners on a New Zealand road trip</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Toyota is also harnessing digital platforms and geo-targeting technologies to position its cars within the context of peoples’ lives</a:t>
            </a:r>
          </a:p>
          <a:p>
            <a:endParaRPr lang="en-US" sz="2000" smtClean="0">
              <a:latin typeface="Cambria" panose="02040503050406030204" pitchFamily="18" charset="0"/>
            </a:endParaRPr>
          </a:p>
          <a:p>
            <a:r>
              <a:rPr lang="en-US" sz="2000" smtClean="0">
                <a:latin typeface="Cambria" panose="02040503050406030204" pitchFamily="18" charset="0"/>
              </a:rPr>
              <a:t>In the U.S, Toyota targeted Los Angeles drivers with videos launched in the “Live Story” feature on Snapchat</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Partnered with Google to customize ads in 15,000 U.S. cities that inspire real-life, local adventures</a:t>
            </a:r>
            <a:endParaRPr lang="en-US" sz="2000" dirty="0">
              <a:latin typeface="Cambria" panose="02040503050406030204" pitchFamily="18" charset="0"/>
            </a:endParaRPr>
          </a:p>
        </p:txBody>
      </p:sp>
    </p:spTree>
    <p:extLst>
      <p:ext uri="{BB962C8B-B14F-4D97-AF65-F5344CB8AC3E}">
        <p14:creationId xmlns:p14="http://schemas.microsoft.com/office/powerpoint/2010/main" val="2265719395"/>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1999" cy="689112"/>
          </a:xfrm>
        </p:spPr>
        <p:txBody>
          <a:bodyPr>
            <a:normAutofit/>
          </a:bodyPr>
          <a:lstStyle/>
          <a:p>
            <a:pPr algn="ctr"/>
            <a:r>
              <a:rPr lang="en-US" sz="3200" smtClean="0">
                <a:latin typeface="Cambria" panose="02040503050406030204" pitchFamily="18" charset="0"/>
              </a:rPr>
              <a:t>Toyota</a:t>
            </a:r>
            <a:endParaRPr lang="en-US" sz="3200" dirty="0">
              <a:latin typeface="Cambria" panose="02040503050406030204" pitchFamily="18" charset="0"/>
            </a:endParaRPr>
          </a:p>
        </p:txBody>
      </p:sp>
      <p:sp>
        <p:nvSpPr>
          <p:cNvPr id="3" name="Content Placeholder 2"/>
          <p:cNvSpPr>
            <a:spLocks noGrp="1"/>
          </p:cNvSpPr>
          <p:nvPr>
            <p:ph idx="1"/>
          </p:nvPr>
        </p:nvSpPr>
        <p:spPr>
          <a:xfrm>
            <a:off x="-1" y="689113"/>
            <a:ext cx="12191999" cy="6168886"/>
          </a:xfrm>
        </p:spPr>
        <p:txBody>
          <a:bodyPr>
            <a:normAutofit/>
          </a:bodyPr>
          <a:lstStyle/>
          <a:p>
            <a:pPr fontAlgn="base"/>
            <a:endParaRPr lang="en-US" sz="2000" smtClean="0">
              <a:latin typeface="Cambria" panose="02040503050406030204" pitchFamily="18" charset="0"/>
            </a:endParaRPr>
          </a:p>
          <a:p>
            <a:pPr fontAlgn="base"/>
            <a:endParaRPr lang="en-US" sz="2000" smtClean="0">
              <a:latin typeface="Cambria" panose="02040503050406030204" pitchFamily="18" charset="0"/>
            </a:endParaRPr>
          </a:p>
          <a:p>
            <a:pPr fontAlgn="base"/>
            <a:r>
              <a:rPr lang="en-US" sz="2000" smtClean="0">
                <a:latin typeface="Cambria" panose="02040503050406030204" pitchFamily="18" charset="0"/>
              </a:rPr>
              <a:t>This year Toyota launched new “Stand Together” (Lets go places) campaign. Toyota gathers people around the world and tries to give a message; “We generate power when we gather together “ . Grasping hands and connecting from everywhere in the world</a:t>
            </a:r>
          </a:p>
          <a:p>
            <a:pPr fontAlgn="base"/>
            <a:endParaRPr lang="en-US" sz="2000" smtClean="0">
              <a:latin typeface="Cambria" panose="02040503050406030204" pitchFamily="18" charset="0"/>
            </a:endParaRPr>
          </a:p>
          <a:p>
            <a:pPr fontAlgn="base"/>
            <a:r>
              <a:rPr lang="en-US" sz="2000" smtClean="0">
                <a:latin typeface="Cambria" panose="02040503050406030204" pitchFamily="18" charset="0"/>
              </a:rPr>
              <a:t>The ‘Toyota Hybrid Solutions’ regional Facebook page, promoting its 'Hybrid Synergy Drive' (HSD) technology is part of a wider above-the-line digital campaign</a:t>
            </a:r>
          </a:p>
          <a:p>
            <a:pPr fontAlgn="base"/>
            <a:endParaRPr lang="en-US" sz="2000" smtClean="0">
              <a:latin typeface="Cambria" panose="02040503050406030204" pitchFamily="18" charset="0"/>
            </a:endParaRPr>
          </a:p>
          <a:p>
            <a:pPr marL="0" indent="0" fontAlgn="base">
              <a:buNone/>
            </a:pPr>
            <a:endParaRPr lang="en-US" sz="2000" smtClean="0">
              <a:latin typeface="Cambria" panose="02040503050406030204" pitchFamily="18" charset="0"/>
            </a:endParaRPr>
          </a:p>
          <a:p>
            <a:r>
              <a:rPr lang="en-US" sz="2000" smtClean="0">
                <a:latin typeface="Cambria" panose="02040503050406030204" pitchFamily="18" charset="0"/>
              </a:rPr>
              <a:t> Creating an entertaining YouTube brand channel, they combined digital production and video content to make the online research process more interactive and productive</a:t>
            </a:r>
          </a:p>
          <a:p>
            <a:pPr marL="0" indent="0">
              <a:buNone/>
            </a:pPr>
            <a:endParaRPr lang="en-US" b="1" dirty="0"/>
          </a:p>
        </p:txBody>
      </p:sp>
    </p:spTree>
    <p:extLst>
      <p:ext uri="{BB962C8B-B14F-4D97-AF65-F5344CB8AC3E}">
        <p14:creationId xmlns:p14="http://schemas.microsoft.com/office/powerpoint/2010/main" val="1122405488"/>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Disney</a:t>
            </a:r>
            <a:endParaRPr lang="en-US" dirty="0"/>
          </a:p>
        </p:txBody>
      </p:sp>
      <p:sp>
        <p:nvSpPr>
          <p:cNvPr id="3" name="Content Placeholder 2"/>
          <p:cNvSpPr>
            <a:spLocks noGrp="1"/>
          </p:cNvSpPr>
          <p:nvPr>
            <p:ph idx="1"/>
          </p:nvPr>
        </p:nvSpPr>
        <p:spPr/>
        <p:txBody>
          <a:bodyPr>
            <a:normAutofit fontScale="85000" lnSpcReduction="20000"/>
          </a:bodyPr>
          <a:lstStyle/>
          <a:p>
            <a:r>
              <a:rPr lang="en-US" smtClean="0"/>
              <a:t>Destination Disney</a:t>
            </a:r>
          </a:p>
          <a:p>
            <a:r>
              <a:rPr lang="en-US" smtClean="0"/>
              <a:t>Disney style</a:t>
            </a:r>
          </a:p>
          <a:p>
            <a:r>
              <a:rPr lang="en-US" smtClean="0"/>
              <a:t>Correspond national days to Disney</a:t>
            </a:r>
          </a:p>
          <a:p>
            <a:pPr lvl="1"/>
            <a:r>
              <a:rPr lang="en-US" smtClean="0"/>
              <a:t>National cookie day</a:t>
            </a:r>
          </a:p>
          <a:p>
            <a:r>
              <a:rPr lang="en-US" smtClean="0"/>
              <a:t>Emphasis on history, keep it alive</a:t>
            </a:r>
          </a:p>
          <a:p>
            <a:pPr lvl="1"/>
            <a:r>
              <a:rPr lang="en-US" smtClean="0"/>
              <a:t>Quizzes and similar engagements</a:t>
            </a:r>
          </a:p>
          <a:p>
            <a:r>
              <a:rPr lang="en-US" smtClean="0"/>
              <a:t>Creativity, cuteness</a:t>
            </a:r>
          </a:p>
          <a:p>
            <a:r>
              <a:rPr lang="en-US" smtClean="0"/>
              <a:t>To show the extent of the company intermix them</a:t>
            </a:r>
          </a:p>
          <a:p>
            <a:pPr lvl="1"/>
            <a:r>
              <a:rPr lang="en-US" smtClean="0"/>
              <a:t>Eg. Characters from one movie wearing clothes from another movie, within a scene from a third movie</a:t>
            </a:r>
          </a:p>
          <a:p>
            <a:r>
              <a:rPr lang="en-US" smtClean="0"/>
              <a:t>Celebrity endorsements not a big deal – they make the celebrities !</a:t>
            </a:r>
          </a:p>
          <a:p>
            <a:pPr lvl="1"/>
            <a:r>
              <a:rPr lang="en-US" smtClean="0"/>
              <a:t>Hence civilian endorsements, show how Disney has become a part of everyday life everywhere</a:t>
            </a:r>
            <a:endParaRPr lang="en-US" dirty="0" smtClean="0"/>
          </a:p>
        </p:txBody>
      </p:sp>
    </p:spTree>
    <p:extLst>
      <p:ext uri="{BB962C8B-B14F-4D97-AF65-F5344CB8AC3E}">
        <p14:creationId xmlns:p14="http://schemas.microsoft.com/office/powerpoint/2010/main" val="1600418825"/>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Cisco and Intel</a:t>
            </a:r>
            <a:endParaRPr lang="en-US" dirty="0"/>
          </a:p>
        </p:txBody>
      </p:sp>
      <p:sp>
        <p:nvSpPr>
          <p:cNvPr id="3" name="Content Placeholder 2"/>
          <p:cNvSpPr>
            <a:spLocks noGrp="1"/>
          </p:cNvSpPr>
          <p:nvPr>
            <p:ph idx="1"/>
          </p:nvPr>
        </p:nvSpPr>
        <p:spPr/>
        <p:txBody>
          <a:bodyPr/>
          <a:lstStyle/>
          <a:p>
            <a:r>
              <a:rPr lang="en-US" smtClean="0"/>
              <a:t>Show the extent of the company by showing the lives it touches</a:t>
            </a:r>
          </a:p>
          <a:p>
            <a:pPr lvl="1"/>
            <a:r>
              <a:rPr lang="en-US" smtClean="0"/>
              <a:t>Contributions to improving the living and safety standard</a:t>
            </a:r>
          </a:p>
          <a:p>
            <a:r>
              <a:rPr lang="en-US" smtClean="0"/>
              <a:t>A series on what the company does, what each part of the company does, globally</a:t>
            </a:r>
          </a:p>
          <a:p>
            <a:r>
              <a:rPr lang="en-US" smtClean="0"/>
              <a:t>Who are the workers, essentialise the workforce as human, interesting people</a:t>
            </a:r>
          </a:p>
          <a:p>
            <a:r>
              <a:rPr lang="en-US" smtClean="0"/>
              <a:t>Make yourself relevant wrt to the international days</a:t>
            </a:r>
          </a:p>
          <a:p>
            <a:r>
              <a:rPr lang="en-US" smtClean="0"/>
              <a:t>Cool things that the company does</a:t>
            </a:r>
          </a:p>
          <a:p>
            <a:r>
              <a:rPr lang="en-US" smtClean="0"/>
              <a:t>Make the leadership human, make them relevant</a:t>
            </a:r>
          </a:p>
          <a:p>
            <a:endParaRPr lang="en-US" dirty="0"/>
          </a:p>
        </p:txBody>
      </p:sp>
    </p:spTree>
    <p:extLst>
      <p:ext uri="{BB962C8B-B14F-4D97-AF65-F5344CB8AC3E}">
        <p14:creationId xmlns:p14="http://schemas.microsoft.com/office/powerpoint/2010/main" val="3642373103"/>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APPLE INC.</a:t>
            </a:r>
            <a:endParaRPr lang="en-US" dirty="0"/>
          </a:p>
        </p:txBody>
      </p:sp>
      <p:sp>
        <p:nvSpPr>
          <p:cNvPr id="3" name="Content Placeholder 2"/>
          <p:cNvSpPr>
            <a:spLocks noGrp="1"/>
          </p:cNvSpPr>
          <p:nvPr>
            <p:ph idx="1"/>
          </p:nvPr>
        </p:nvSpPr>
        <p:spPr/>
        <p:txBody>
          <a:bodyPr/>
          <a:lstStyle/>
          <a:p>
            <a:r>
              <a:rPr lang="en-US" smtClean="0"/>
              <a:t>Their secret of being world no.1 lies beyond their product line and design standards. </a:t>
            </a:r>
          </a:p>
          <a:p>
            <a:r>
              <a:rPr lang="en-US" smtClean="0"/>
              <a:t>They focus on their UVP, not price wars and “race to the bottom”.</a:t>
            </a:r>
          </a:p>
          <a:p>
            <a:r>
              <a:rPr lang="en-US" smtClean="0"/>
              <a:t>‘Think different’ campaign in 1990s – video footage of 17 iconic 20th century personalities from around the world.</a:t>
            </a:r>
          </a:p>
          <a:p>
            <a:r>
              <a:rPr lang="en-US" smtClean="0"/>
              <a:t>Mac vs P.C. advertisements – technical jargon brought to the audience in a way that would appeal to them. </a:t>
            </a:r>
          </a:p>
          <a:p>
            <a:r>
              <a:rPr lang="en-US" smtClean="0"/>
              <a:t>Smartly capitalized on the universality of that self-perception, which made its customers believe that the brand understands them and is like them.</a:t>
            </a:r>
          </a:p>
          <a:p>
            <a:pPr marL="0" indent="0">
              <a:buNone/>
            </a:pPr>
            <a:endParaRPr lang="en-US" dirty="0"/>
          </a:p>
        </p:txBody>
      </p:sp>
      <p:pic>
        <p:nvPicPr>
          <p:cNvPr id="4" name="Picture 3"/>
          <p:cNvPicPr>
            <a:picLocks noChangeAspect="1"/>
          </p:cNvPicPr>
          <p:nvPr/>
        </p:nvPicPr>
        <p:blipFill>
          <a:blip r:embed="rId2"/>
          <a:stretch>
            <a:fillRect/>
          </a:stretch>
        </p:blipFill>
        <p:spPr>
          <a:xfrm>
            <a:off x="4341307" y="84527"/>
            <a:ext cx="2014330" cy="1868556"/>
          </a:xfrm>
          <a:prstGeom prst="rect">
            <a:avLst/>
          </a:prstGeom>
        </p:spPr>
      </p:pic>
    </p:spTree>
    <p:extLst>
      <p:ext uri="{BB962C8B-B14F-4D97-AF65-F5344CB8AC3E}">
        <p14:creationId xmlns:p14="http://schemas.microsoft.com/office/powerpoint/2010/main" val="1029562364"/>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they do differently</a:t>
            </a:r>
            <a:endParaRPr lang="en-US" dirty="0"/>
          </a:p>
        </p:txBody>
      </p:sp>
      <p:sp>
        <p:nvSpPr>
          <p:cNvPr id="3" name="Content Placeholder 2"/>
          <p:cNvSpPr>
            <a:spLocks noGrp="1"/>
          </p:cNvSpPr>
          <p:nvPr>
            <p:ph idx="1"/>
          </p:nvPr>
        </p:nvSpPr>
        <p:spPr/>
        <p:txBody>
          <a:bodyPr/>
          <a:lstStyle/>
          <a:p>
            <a:r>
              <a:rPr lang="en-US" smtClean="0"/>
              <a:t>Apple uses clever product placement(smart watches) and exclusivity technique. </a:t>
            </a:r>
          </a:p>
          <a:p>
            <a:r>
              <a:rPr lang="en-US" smtClean="0"/>
              <a:t>Typically executed with relative success by businesses giving a select subset of customers a special deal on goods or services. For example some companies make certain offers exclusively available to existing customers or Facebook fans.</a:t>
            </a:r>
          </a:p>
          <a:p>
            <a:r>
              <a:rPr lang="en-US" smtClean="0"/>
              <a:t>Unboxing- No one tells people to video their experience, but they do it, from all across the world, because the process is so “Zen” that you can’t help not to.</a:t>
            </a:r>
          </a:p>
          <a:p>
            <a:r>
              <a:rPr lang="en-US" smtClean="0"/>
              <a:t>It has built a GLOBAL community and hardcore fan base.</a:t>
            </a:r>
          </a:p>
          <a:p>
            <a:pPr marL="0" indent="0">
              <a:buNone/>
            </a:pPr>
            <a:r>
              <a:rPr lang="en-US" smtClean="0"/>
              <a:t> “If you don’t have an iphone, you don’t have a iphone!”</a:t>
            </a:r>
          </a:p>
          <a:p>
            <a:endParaRPr lang="en-US" smtClean="0"/>
          </a:p>
          <a:p>
            <a:endParaRPr lang="en-US" smtClean="0"/>
          </a:p>
          <a:p>
            <a:endParaRPr lang="en-US" dirty="0"/>
          </a:p>
        </p:txBody>
      </p:sp>
    </p:spTree>
    <p:extLst>
      <p:ext uri="{BB962C8B-B14F-4D97-AF65-F5344CB8AC3E}">
        <p14:creationId xmlns:p14="http://schemas.microsoft.com/office/powerpoint/2010/main" val="592959346"/>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5774"/>
            <a:ext cx="12046226" cy="848139"/>
          </a:xfrm>
        </p:spPr>
        <p:txBody>
          <a:bodyPr>
            <a:normAutofit/>
          </a:bodyPr>
          <a:lstStyle/>
          <a:p>
            <a:pPr algn="ctr"/>
            <a:r>
              <a:rPr lang="en-US" sz="2800" smtClean="0">
                <a:latin typeface="Cambria" panose="02040503050406030204" pitchFamily="18" charset="0"/>
              </a:rPr>
              <a:t>Samsung </a:t>
            </a:r>
            <a:endParaRPr lang="en-US" sz="2800" dirty="0">
              <a:latin typeface="Cambria" panose="02040503050406030204" pitchFamily="18" charset="0"/>
            </a:endParaRPr>
          </a:p>
        </p:txBody>
      </p:sp>
      <p:sp>
        <p:nvSpPr>
          <p:cNvPr id="3" name="Content Placeholder 2"/>
          <p:cNvSpPr>
            <a:spLocks noGrp="1"/>
          </p:cNvSpPr>
          <p:nvPr>
            <p:ph idx="1"/>
          </p:nvPr>
        </p:nvSpPr>
        <p:spPr>
          <a:xfrm>
            <a:off x="0" y="993913"/>
            <a:ext cx="12192000" cy="5864086"/>
          </a:xfrm>
        </p:spPr>
        <p:txBody>
          <a:bodyPr>
            <a:normAutofit/>
          </a:bodyPr>
          <a:lstStyle/>
          <a:p>
            <a:endParaRPr lang="en-US" sz="2400" smtClean="0">
              <a:latin typeface="Cambria" panose="02040503050406030204" pitchFamily="18" charset="0"/>
            </a:endParaRPr>
          </a:p>
          <a:p>
            <a:endParaRPr lang="en-US" sz="2400" smtClean="0">
              <a:latin typeface="Cambria" panose="02040503050406030204" pitchFamily="18" charset="0"/>
            </a:endParaRPr>
          </a:p>
          <a:p>
            <a:r>
              <a:rPr lang="en-US" sz="2000" smtClean="0">
                <a:latin typeface="Cambria" panose="02040503050406030204" pitchFamily="18" charset="0"/>
              </a:rPr>
              <a:t>Its global “Next is Now” campaign built anticipation around the launch of its Galaxy phones by previewing its innovative features</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Samsung  aired  Ads during the 2015 Oscars .The ads align with a company-wide commitment to proving that digital innovation can enrich peoples’ lives</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Its ongoing “Launching People” campaign, which shares the stories of people who use Samsung products to turn their visions</a:t>
            </a:r>
          </a:p>
          <a:p>
            <a:pPr marL="0" indent="0">
              <a:buNone/>
            </a:pPr>
            <a:endParaRPr lang="en-US" sz="2400" smtClean="0">
              <a:latin typeface="Cambria" panose="02040503050406030204" pitchFamily="18" charset="0"/>
            </a:endParaRPr>
          </a:p>
          <a:p>
            <a:endParaRPr lang="en-US" dirty="0"/>
          </a:p>
        </p:txBody>
      </p:sp>
    </p:spTree>
    <p:extLst>
      <p:ext uri="{BB962C8B-B14F-4D97-AF65-F5344CB8AC3E}">
        <p14:creationId xmlns:p14="http://schemas.microsoft.com/office/powerpoint/2010/main" val="4293378633"/>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052" y="172279"/>
            <a:ext cx="11035748" cy="649356"/>
          </a:xfrm>
        </p:spPr>
        <p:txBody>
          <a:bodyPr>
            <a:normAutofit fontScale="90000"/>
          </a:bodyPr>
          <a:lstStyle/>
          <a:p>
            <a:pPr algn="ctr"/>
            <a:r>
              <a:rPr lang="en-US" smtClean="0">
                <a:latin typeface="Cambria" panose="02040503050406030204" pitchFamily="18" charset="0"/>
              </a:rPr>
              <a:t>Samsung </a:t>
            </a:r>
            <a:endParaRPr lang="en-US" dirty="0"/>
          </a:p>
        </p:txBody>
      </p:sp>
      <p:sp>
        <p:nvSpPr>
          <p:cNvPr id="3" name="Content Placeholder 2"/>
          <p:cNvSpPr>
            <a:spLocks noGrp="1"/>
          </p:cNvSpPr>
          <p:nvPr>
            <p:ph idx="1"/>
          </p:nvPr>
        </p:nvSpPr>
        <p:spPr>
          <a:xfrm>
            <a:off x="0" y="980661"/>
            <a:ext cx="12192000" cy="5877338"/>
          </a:xfrm>
        </p:spPr>
        <p:txBody>
          <a:bodyPr>
            <a:normAutofit/>
          </a:bodyPr>
          <a:lstStyle/>
          <a:p>
            <a:pPr fontAlgn="base"/>
            <a:endParaRPr lang="en-US" sz="2400" b="1" smtClean="0">
              <a:latin typeface="Cambria" panose="02040503050406030204" pitchFamily="18" charset="0"/>
            </a:endParaRPr>
          </a:p>
          <a:p>
            <a:pPr fontAlgn="base"/>
            <a:endParaRPr lang="en-US" sz="2400" b="1" smtClean="0">
              <a:latin typeface="Cambria" panose="02040503050406030204" pitchFamily="18" charset="0"/>
            </a:endParaRPr>
          </a:p>
          <a:p>
            <a:pPr fontAlgn="base"/>
            <a:r>
              <a:rPr lang="en-US" sz="2000" smtClean="0">
                <a:latin typeface="Cambria" panose="02040503050406030204" pitchFamily="18" charset="0"/>
              </a:rPr>
              <a:t>Samsung Galaxy Note 7 , Busy Busy Busy campaign with Christoph Waltz:</a:t>
            </a:r>
          </a:p>
          <a:p>
            <a:pPr fontAlgn="base"/>
            <a:endParaRPr lang="en-US" sz="2000" smtClean="0">
              <a:latin typeface="Cambria" panose="02040503050406030204" pitchFamily="18" charset="0"/>
            </a:endParaRPr>
          </a:p>
          <a:p>
            <a:pPr fontAlgn="base"/>
            <a:r>
              <a:rPr lang="en-US" sz="2000" smtClean="0">
                <a:latin typeface="Cambria" panose="02040503050406030204" pitchFamily="18" charset="0"/>
              </a:rPr>
              <a:t>Galaxy Note 7 is defined by Cristoph Waltz. The smartphone Galaxy Note 7 allows people to multitask. The ad message says, take a picture of what you do and share extra-curriculars in a fun way</a:t>
            </a:r>
          </a:p>
          <a:p>
            <a:endParaRPr lang="en-US" sz="2000" smtClean="0">
              <a:latin typeface="Cambria" panose="02040503050406030204" pitchFamily="18" charset="0"/>
            </a:endParaRPr>
          </a:p>
          <a:p>
            <a:r>
              <a:rPr lang="en-US" sz="2000" smtClean="0">
                <a:latin typeface="Cambria" panose="02040503050406030204" pitchFamily="18" charset="0"/>
              </a:rPr>
              <a:t>Samsung Unpacking 1988 to 2016: Samsung’s release of the new Galaxy S7, Galaxy S7 edge and Gear 360 is being promoted with a commercial covering the unpacking of new models, from the release of the SH-100 mobile phone in 1988 to the first wristwatch phone, the world’s smallest TV phone to Samsung’s first MP3 phone.</a:t>
            </a:r>
          </a:p>
          <a:p>
            <a:endParaRPr lang="en-US" dirty="0"/>
          </a:p>
        </p:txBody>
      </p:sp>
    </p:spTree>
    <p:extLst>
      <p:ext uri="{BB962C8B-B14F-4D97-AF65-F5344CB8AC3E}">
        <p14:creationId xmlns:p14="http://schemas.microsoft.com/office/powerpoint/2010/main" val="1361135257"/>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74" y="92766"/>
            <a:ext cx="12046226" cy="954156"/>
          </a:xfrm>
        </p:spPr>
        <p:txBody>
          <a:bodyPr>
            <a:normAutofit/>
          </a:bodyPr>
          <a:lstStyle/>
          <a:p>
            <a:pPr algn="ctr"/>
            <a:r>
              <a:rPr lang="en-US" sz="4000" smtClean="0">
                <a:latin typeface="Cambria" panose="02040503050406030204" pitchFamily="18" charset="0"/>
              </a:rPr>
              <a:t>GE</a:t>
            </a:r>
            <a:endParaRPr lang="en-US" sz="4000" dirty="0">
              <a:latin typeface="Cambria" panose="02040503050406030204" pitchFamily="18" charset="0"/>
            </a:endParaRPr>
          </a:p>
        </p:txBody>
      </p:sp>
      <p:sp>
        <p:nvSpPr>
          <p:cNvPr id="3" name="Content Placeholder 2"/>
          <p:cNvSpPr>
            <a:spLocks noGrp="1"/>
          </p:cNvSpPr>
          <p:nvPr>
            <p:ph idx="1"/>
          </p:nvPr>
        </p:nvSpPr>
        <p:spPr>
          <a:xfrm>
            <a:off x="0" y="715618"/>
            <a:ext cx="12191999" cy="6142382"/>
          </a:xfrm>
        </p:spPr>
        <p:txBody>
          <a:bodyPr>
            <a:normAutofit lnSpcReduction="10000"/>
          </a:bodyPr>
          <a:lstStyle/>
          <a:p>
            <a:endParaRPr lang="en-US" sz="2000" smtClean="0">
              <a:latin typeface="Cambria" panose="02040503050406030204" pitchFamily="18" charset="0"/>
            </a:endParaRPr>
          </a:p>
          <a:p>
            <a:endParaRPr lang="en-US" sz="2000" smtClean="0">
              <a:latin typeface="Cambria" panose="02040503050406030204" pitchFamily="18" charset="0"/>
            </a:endParaRPr>
          </a:p>
          <a:p>
            <a:r>
              <a:rPr lang="en-US" sz="2000" smtClean="0">
                <a:latin typeface="Cambria" panose="02040503050406030204" pitchFamily="18" charset="0"/>
              </a:rPr>
              <a:t>GE’s marketing efforts have focused on new storytelling platforms</a:t>
            </a:r>
          </a:p>
          <a:p>
            <a:endParaRPr lang="en-US" sz="2000" smtClean="0">
              <a:latin typeface="Cambria" panose="02040503050406030204" pitchFamily="18" charset="0"/>
            </a:endParaRPr>
          </a:p>
          <a:p>
            <a:r>
              <a:rPr lang="en-US" sz="2000" smtClean="0">
                <a:latin typeface="Cambria" panose="02040503050406030204" pitchFamily="18" charset="0"/>
              </a:rPr>
              <a:t> 35–40 percent of its marketing budget allocated to digital media</a:t>
            </a:r>
          </a:p>
          <a:p>
            <a:endParaRPr lang="en-US" sz="2000" smtClean="0">
              <a:latin typeface="Cambria" panose="02040503050406030204" pitchFamily="18" charset="0"/>
            </a:endParaRPr>
          </a:p>
          <a:p>
            <a:r>
              <a:rPr lang="en-US" sz="2000" smtClean="0">
                <a:latin typeface="Cambria" panose="02040503050406030204" pitchFamily="18" charset="0"/>
              </a:rPr>
              <a:t>Apart from Facebook, Twitter, YouTube, Instagram  the company is tapping into platforms like Wattpad, Vine, Tumblr, and Snapchat to spark conversations with audiences and solve real business problems, both by curating new ideas and pushing industry-leading</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GE invites Instagram influencers to tour the GE facilities, encouraging them to share this rare look behind the scenes using  the hashtag #GEInstaWalk</a:t>
            </a:r>
          </a:p>
          <a:p>
            <a:endParaRPr lang="en-US" sz="2000" smtClean="0">
              <a:latin typeface="Cambria" panose="02040503050406030204" pitchFamily="18" charset="0"/>
            </a:endParaRP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Just recently, it rolled out a series of commercials with the tagline “The Digital Company. That’s Also an Industrial Company”</a:t>
            </a:r>
          </a:p>
          <a:p>
            <a:endParaRPr lang="en-US" smtClean="0">
              <a:latin typeface="Cambria" panose="02040503050406030204" pitchFamily="18" charset="0"/>
            </a:endParaRPr>
          </a:p>
          <a:p>
            <a:endParaRPr lang="en-US" smtClean="0"/>
          </a:p>
          <a:p>
            <a:endParaRPr lang="en-US" dirty="0"/>
          </a:p>
        </p:txBody>
      </p:sp>
    </p:spTree>
    <p:extLst>
      <p:ext uri="{BB962C8B-B14F-4D97-AF65-F5344CB8AC3E}">
        <p14:creationId xmlns:p14="http://schemas.microsoft.com/office/powerpoint/2010/main" val="133168955"/>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6104"/>
          </a:xfrm>
        </p:spPr>
        <p:txBody>
          <a:bodyPr>
            <a:normAutofit/>
          </a:bodyPr>
          <a:lstStyle/>
          <a:p>
            <a:pPr algn="ctr"/>
            <a:r>
              <a:rPr lang="en-US" sz="2800" b="1" smtClean="0">
                <a:latin typeface="Cambria" panose="02040503050406030204" pitchFamily="18" charset="0"/>
              </a:rPr>
              <a:t>Oracle</a:t>
            </a:r>
            <a:endParaRPr lang="en-US" sz="2800" b="1" dirty="0">
              <a:latin typeface="Cambria" panose="02040503050406030204" pitchFamily="18" charset="0"/>
            </a:endParaRPr>
          </a:p>
        </p:txBody>
      </p:sp>
      <p:sp>
        <p:nvSpPr>
          <p:cNvPr id="3" name="Content Placeholder 2"/>
          <p:cNvSpPr>
            <a:spLocks noGrp="1"/>
          </p:cNvSpPr>
          <p:nvPr>
            <p:ph idx="1"/>
          </p:nvPr>
        </p:nvSpPr>
        <p:spPr>
          <a:xfrm>
            <a:off x="540813" y="781878"/>
            <a:ext cx="11993217" cy="5917096"/>
          </a:xfrm>
        </p:spPr>
        <p:txBody>
          <a:bodyPr>
            <a:normAutofit/>
          </a:bodyPr>
          <a:lstStyle/>
          <a:p>
            <a:endParaRPr lang="en-US" sz="2000" smtClean="0">
              <a:latin typeface="Cambria" panose="02040503050406030204" pitchFamily="18" charset="0"/>
            </a:endParaRPr>
          </a:p>
          <a:p>
            <a:r>
              <a:rPr lang="en-US" sz="2000" smtClean="0">
                <a:latin typeface="Cambria" panose="02040503050406030204" pitchFamily="18" charset="0"/>
              </a:rPr>
              <a:t>They spent a lot time and money on R&amp;D(Research &amp; Development) by executing  Larry Ellison’s vision “turn the 38-year-old technology leader into the number one cloud company in the world.” </a:t>
            </a:r>
          </a:p>
          <a:p>
            <a:r>
              <a:rPr lang="en-US" sz="2000" smtClean="0">
                <a:latin typeface="Cambria" panose="02040503050406030204" pitchFamily="18" charset="0"/>
              </a:rPr>
              <a:t>Virtually its entire software is now offered as cloud services.</a:t>
            </a:r>
          </a:p>
          <a:p>
            <a:pPr marL="0" indent="0">
              <a:buNone/>
            </a:pPr>
            <a:endParaRPr lang="en-US" sz="1800" smtClean="0">
              <a:latin typeface="Cambria" panose="02040503050406030204" pitchFamily="18" charset="0"/>
            </a:endParaRPr>
          </a:p>
          <a:p>
            <a:pPr marL="0" indent="0">
              <a:buNone/>
            </a:pPr>
            <a:endParaRPr lang="en-US" smtClean="0"/>
          </a:p>
          <a:p>
            <a:pPr marL="0" indent="0">
              <a:buNone/>
            </a:pPr>
            <a:endParaRPr lang="en-US" dirty="0"/>
          </a:p>
        </p:txBody>
      </p:sp>
      <p:sp>
        <p:nvSpPr>
          <p:cNvPr id="6" name="Rounded Rectangle 37"/>
          <p:cNvSpPr/>
          <p:nvPr/>
        </p:nvSpPr>
        <p:spPr>
          <a:xfrm>
            <a:off x="2476589" y="2752199"/>
            <a:ext cx="8121666" cy="354379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grpSp>
        <p:nvGrpSpPr>
          <p:cNvPr id="7" name="Group 6"/>
          <p:cNvGrpSpPr/>
          <p:nvPr/>
        </p:nvGrpSpPr>
        <p:grpSpPr>
          <a:xfrm>
            <a:off x="7301092" y="2862790"/>
            <a:ext cx="3200400" cy="3336285"/>
            <a:chOff x="5601327" y="1118525"/>
            <a:chExt cx="3200400" cy="3336285"/>
          </a:xfrm>
        </p:grpSpPr>
        <p:grpSp>
          <p:nvGrpSpPr>
            <p:cNvPr id="21" name="Group 20"/>
            <p:cNvGrpSpPr/>
            <p:nvPr/>
          </p:nvGrpSpPr>
          <p:grpSpPr>
            <a:xfrm>
              <a:off x="5601327" y="1118525"/>
              <a:ext cx="3200400" cy="3336285"/>
              <a:chOff x="5601327" y="1118525"/>
              <a:chExt cx="3200400" cy="3336285"/>
            </a:xfrm>
          </p:grpSpPr>
          <p:sp>
            <p:nvSpPr>
              <p:cNvPr id="23" name="Rounded Rectangle 35"/>
              <p:cNvSpPr/>
              <p:nvPr/>
            </p:nvSpPr>
            <p:spPr>
              <a:xfrm>
                <a:off x="5601327" y="1118525"/>
                <a:ext cx="3200400" cy="3336285"/>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sp>
            <p:nvSpPr>
              <p:cNvPr id="24" name="TextBox 21"/>
              <p:cNvSpPr txBox="1"/>
              <p:nvPr/>
            </p:nvSpPr>
            <p:spPr>
              <a:xfrm>
                <a:off x="6356203" y="1121416"/>
                <a:ext cx="1878921"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800" b="1" dirty="0">
                    <a:solidFill>
                      <a:srgbClr val="FFFFFF"/>
                    </a:solidFill>
                  </a:rPr>
                  <a:t>General Purpose</a:t>
                </a:r>
              </a:p>
            </p:txBody>
          </p:sp>
          <p:sp>
            <p:nvSpPr>
              <p:cNvPr id="25" name="TextBox 34"/>
              <p:cNvSpPr txBox="1"/>
              <p:nvPr/>
            </p:nvSpPr>
            <p:spPr>
              <a:xfrm>
                <a:off x="6863974" y="3392366"/>
                <a:ext cx="891848"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pPr algn="ctr"/>
                <a:r>
                  <a:rPr lang="en-US" sz="1200" b="1" dirty="0">
                    <a:solidFill>
                      <a:srgbClr val="000000"/>
                    </a:solidFill>
                  </a:rPr>
                  <a:t>SPARC</a:t>
                </a:r>
                <a:br>
                  <a:rPr lang="en-US" sz="1200" b="1" dirty="0">
                    <a:solidFill>
                      <a:srgbClr val="000000"/>
                    </a:solidFill>
                  </a:rPr>
                </a:br>
                <a:r>
                  <a:rPr lang="en-US" sz="1200" b="1" dirty="0">
                    <a:solidFill>
                      <a:srgbClr val="000000"/>
                    </a:solidFill>
                  </a:rPr>
                  <a:t>SuperCluster</a:t>
                </a:r>
              </a:p>
            </p:txBody>
          </p:sp>
          <p:pic>
            <p:nvPicPr>
              <p:cNvPr id="26" name="Picture 2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88903" y="3893714"/>
                <a:ext cx="770929" cy="244921"/>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27" name="Picture 26"/>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326491" y="3888126"/>
                <a:ext cx="574717" cy="266833"/>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28" name="Picture 27"/>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720998" y="3894788"/>
                <a:ext cx="691418" cy="249878"/>
              </a:xfrm>
              <a:prstGeom prst="rect">
                <a:avLst/>
              </a:prstGeom>
              <a:solidFill>
                <a:srgbClr val="FFFFFF"/>
              </a:solidFill>
              <a:ln w="9525">
                <a:noFill/>
                <a:round/>
                <a:headEnd/>
                <a:tailEnd/>
              </a:ln>
            </p:spPr>
          </p:pic>
          <p:pic>
            <p:nvPicPr>
              <p:cNvPr id="29" name="Picture 28" descr="O_OptimizedSolutions_clr.bmp"/>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62676" y="3886172"/>
                <a:ext cx="696532" cy="251959"/>
              </a:xfrm>
              <a:prstGeom prst="rect">
                <a:avLst/>
              </a:prstGeom>
            </p:spPr>
          </p:pic>
        </p:grpSp>
        <p:pic>
          <p:nvPicPr>
            <p:cNvPr id="22" name="Picture 21" descr="ssparc_sc_t4-4_ta4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81771" y="1577636"/>
              <a:ext cx="772188" cy="1789116"/>
            </a:xfrm>
            <a:prstGeom prst="rect">
              <a:avLst/>
            </a:prstGeom>
          </p:spPr>
        </p:pic>
      </p:grpSp>
      <p:sp>
        <p:nvSpPr>
          <p:cNvPr id="8" name="Rounded Rectangle 31"/>
          <p:cNvSpPr/>
          <p:nvPr/>
        </p:nvSpPr>
        <p:spPr>
          <a:xfrm>
            <a:off x="2607837" y="2860807"/>
            <a:ext cx="4572000" cy="333628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lgn="l" rtl="0" fontAlgn="base">
              <a:spcBef>
                <a:spcPct val="0"/>
              </a:spcBef>
              <a:spcAft>
                <a:spcPct val="0"/>
              </a:spcAft>
              <a:defRPr sz="700" kern="1200">
                <a:solidFill>
                  <a:schemeClr val="lt1"/>
                </a:solidFill>
                <a:latin typeface="+mn-lt"/>
                <a:ea typeface="+mn-ea"/>
                <a:cs typeface="+mn-cs"/>
              </a:defRPr>
            </a:lvl1pPr>
            <a:lvl2pPr marL="169863" indent="114300" algn="l" rtl="0" fontAlgn="base">
              <a:spcBef>
                <a:spcPct val="0"/>
              </a:spcBef>
              <a:spcAft>
                <a:spcPct val="0"/>
              </a:spcAft>
              <a:defRPr sz="700" kern="1200">
                <a:solidFill>
                  <a:schemeClr val="lt1"/>
                </a:solidFill>
                <a:latin typeface="+mn-lt"/>
                <a:ea typeface="+mn-ea"/>
                <a:cs typeface="+mn-cs"/>
              </a:defRPr>
            </a:lvl2pPr>
            <a:lvl3pPr marL="341313" indent="228600" algn="l" rtl="0" fontAlgn="base">
              <a:spcBef>
                <a:spcPct val="0"/>
              </a:spcBef>
              <a:spcAft>
                <a:spcPct val="0"/>
              </a:spcAft>
              <a:defRPr sz="700" kern="1200">
                <a:solidFill>
                  <a:schemeClr val="lt1"/>
                </a:solidFill>
                <a:latin typeface="+mn-lt"/>
                <a:ea typeface="+mn-ea"/>
                <a:cs typeface="+mn-cs"/>
              </a:defRPr>
            </a:lvl3pPr>
            <a:lvl4pPr marL="512763" indent="342900" algn="l" rtl="0" fontAlgn="base">
              <a:spcBef>
                <a:spcPct val="0"/>
              </a:spcBef>
              <a:spcAft>
                <a:spcPct val="0"/>
              </a:spcAft>
              <a:defRPr sz="700" kern="1200">
                <a:solidFill>
                  <a:schemeClr val="lt1"/>
                </a:solidFill>
                <a:latin typeface="+mn-lt"/>
                <a:ea typeface="+mn-ea"/>
                <a:cs typeface="+mn-cs"/>
              </a:defRPr>
            </a:lvl4pPr>
            <a:lvl5pPr marL="684213" indent="455613" algn="l" rtl="0" fontAlgn="base">
              <a:spcBef>
                <a:spcPct val="0"/>
              </a:spcBef>
              <a:spcAft>
                <a:spcPct val="0"/>
              </a:spcAft>
              <a:defRPr sz="700" kern="1200">
                <a:solidFill>
                  <a:schemeClr val="lt1"/>
                </a:solidFill>
                <a:latin typeface="+mn-lt"/>
                <a:ea typeface="+mn-ea"/>
                <a:cs typeface="+mn-cs"/>
              </a:defRPr>
            </a:lvl5pPr>
            <a:lvl6pPr marL="2286000" algn="l" defTabSz="914400" rtl="0" eaLnBrk="1" latinLnBrk="0" hangingPunct="1">
              <a:defRPr sz="700" kern="1200">
                <a:solidFill>
                  <a:schemeClr val="lt1"/>
                </a:solidFill>
                <a:latin typeface="+mn-lt"/>
                <a:ea typeface="+mn-ea"/>
                <a:cs typeface="+mn-cs"/>
              </a:defRPr>
            </a:lvl6pPr>
            <a:lvl7pPr marL="2743200" algn="l" defTabSz="914400" rtl="0" eaLnBrk="1" latinLnBrk="0" hangingPunct="1">
              <a:defRPr sz="700" kern="1200">
                <a:solidFill>
                  <a:schemeClr val="lt1"/>
                </a:solidFill>
                <a:latin typeface="+mn-lt"/>
                <a:ea typeface="+mn-ea"/>
                <a:cs typeface="+mn-cs"/>
              </a:defRPr>
            </a:lvl7pPr>
            <a:lvl8pPr marL="3200400" algn="l" defTabSz="914400" rtl="0" eaLnBrk="1" latinLnBrk="0" hangingPunct="1">
              <a:defRPr sz="700" kern="1200">
                <a:solidFill>
                  <a:schemeClr val="lt1"/>
                </a:solidFill>
                <a:latin typeface="+mn-lt"/>
                <a:ea typeface="+mn-ea"/>
                <a:cs typeface="+mn-cs"/>
              </a:defRPr>
            </a:lvl8pPr>
            <a:lvl9pPr marL="3657600" algn="l" defTabSz="914400" rtl="0" eaLnBrk="1" latinLnBrk="0" hangingPunct="1">
              <a:defRPr sz="700" kern="1200">
                <a:solidFill>
                  <a:schemeClr val="lt1"/>
                </a:solidFill>
                <a:latin typeface="+mn-lt"/>
                <a:ea typeface="+mn-ea"/>
                <a:cs typeface="+mn-cs"/>
              </a:defRPr>
            </a:lvl9pPr>
          </a:lstStyle>
          <a:p>
            <a:endParaRPr lang="en-US" sz="1600" dirty="0" err="1">
              <a:solidFill>
                <a:srgbClr val="000000"/>
              </a:solidFill>
              <a:latin typeface="Arial" pitchFamily="34" charset="0"/>
              <a:cs typeface="Arial" pitchFamily="34" charset="0"/>
            </a:endParaRPr>
          </a:p>
        </p:txBody>
      </p:sp>
      <p:sp>
        <p:nvSpPr>
          <p:cNvPr id="9" name="Content Placeholder 12"/>
          <p:cNvSpPr>
            <a:spLocks noGrp="1"/>
          </p:cNvSpPr>
          <p:nvPr/>
        </p:nvSpPr>
        <p:spPr bwMode="auto">
          <a:xfrm>
            <a:off x="2675883" y="2231884"/>
            <a:ext cx="8139112" cy="318691"/>
          </a:xfrm>
          <a:prstGeom prst="rect">
            <a:avLst/>
          </a:prstGeom>
          <a:noFill/>
          <a:ln>
            <a:noFill/>
          </a:ln>
          <a:extLst>
            <a:ext uri="{909E8E84-426E-40dd-AFC4-6F175D3DCCD1}">
              <a14:hiddenFill xmlns:a14="http://schemas.microsoft.com/office/drawing/2010/main" xmlns="" xmlns:lc="http://schemas.openxmlformats.org/drawingml/2006/lockedCanvas">
                <a:solidFill>
                  <a:srgbClr val="FFFFFF"/>
                </a:solidFill>
              </a14:hiddenFill>
            </a:ext>
            <a:ext uri="{91240B29-F687-4f45-9708-019B960494DF}">
              <a14:hiddenLine xmlns:a14="http://schemas.microsoft.com/office/drawing/2010/main" xmlns="" xmlns:lc="http://schemas.openxmlformats.org/drawingml/2006/lockedCanva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500"/>
              </a:spcBef>
              <a:spcAft>
                <a:spcPts val="200"/>
              </a:spcAft>
              <a:buClr>
                <a:schemeClr val="tx2"/>
              </a:buClr>
              <a:buFont typeface="Arial" pitchFamily="34" charset="0"/>
              <a:buNone/>
              <a:defRPr sz="2400" kern="1200">
                <a:solidFill>
                  <a:schemeClr val="accent2"/>
                </a:solidFill>
                <a:latin typeface="Arial" pitchFamily="34" charset="0"/>
                <a:ea typeface="ＭＳ Ｐゴシック" pitchFamily="127" charset="-128"/>
                <a:cs typeface="ＭＳ Ｐゴシック" pitchFamily="127" charset="-128"/>
              </a:defRPr>
            </a:lvl1pPr>
            <a:lvl2pPr marL="512763" indent="-227013" algn="l" rtl="0" eaLnBrk="0" fontAlgn="base" hangingPunct="0">
              <a:spcBef>
                <a:spcPts val="200"/>
              </a:spcBef>
              <a:spcAft>
                <a:spcPts val="200"/>
              </a:spcAft>
              <a:buFont typeface="Arial" pitchFamily="34" charset="0"/>
              <a:buChar char="–"/>
              <a:defRPr sz="1500" kern="1200">
                <a:solidFill>
                  <a:schemeClr val="tx1"/>
                </a:solidFill>
                <a:latin typeface="Arial" pitchFamily="34" charset="0"/>
                <a:ea typeface="ＭＳ Ｐゴシック" pitchFamily="127" charset="-128"/>
                <a:cs typeface="ＭＳ Ｐゴシック" pitchFamily="127" charset="-128"/>
              </a:defRPr>
            </a:lvl2pPr>
            <a:lvl3pPr marL="712788" indent="-141288" algn="l" rtl="0" eaLnBrk="0" fontAlgn="base" hangingPunct="0">
              <a:spcBef>
                <a:spcPts val="200"/>
              </a:spcBef>
              <a:spcAft>
                <a:spcPts val="200"/>
              </a:spcAft>
              <a:buClr>
                <a:schemeClr val="tx2"/>
              </a:buClr>
              <a:buFont typeface="Arial" pitchFamily="34" charset="0"/>
              <a:buChar char="•"/>
              <a:defRPr sz="1200" kern="1200">
                <a:solidFill>
                  <a:schemeClr val="tx1"/>
                </a:solidFill>
                <a:latin typeface="Arial" pitchFamily="34" charset="0"/>
                <a:ea typeface="ＭＳ Ｐゴシック" pitchFamily="127" charset="-128"/>
                <a:cs typeface="ＭＳ Ｐゴシック" pitchFamily="127" charset="-128"/>
              </a:defRPr>
            </a:lvl3pPr>
            <a:lvl4pPr marL="1085850" indent="-228600" algn="l" rtl="0" eaLnBrk="0" fontAlgn="base" hangingPunct="0">
              <a:spcBef>
                <a:spcPts val="200"/>
              </a:spcBef>
              <a:spcAft>
                <a:spcPts val="200"/>
              </a:spcAft>
              <a:buFont typeface="Arial" pitchFamily="34" charset="0"/>
              <a:buChar char="–"/>
              <a:defRPr sz="1100" kern="1200">
                <a:solidFill>
                  <a:schemeClr val="tx1"/>
                </a:solidFill>
                <a:latin typeface="Arial" pitchFamily="34" charset="0"/>
                <a:ea typeface="ＭＳ Ｐゴシック" pitchFamily="127" charset="-128"/>
                <a:cs typeface="ＭＳ Ｐゴシック" pitchFamily="127" charset="-128"/>
              </a:defRPr>
            </a:lvl4pPr>
            <a:lvl5pPr marL="1374775" indent="-231775" algn="l" rtl="0" eaLnBrk="0" fontAlgn="base" hangingPunct="0">
              <a:spcBef>
                <a:spcPts val="200"/>
              </a:spcBef>
              <a:spcAft>
                <a:spcPts val="200"/>
              </a:spcAft>
              <a:buClr>
                <a:schemeClr val="tx2"/>
              </a:buClr>
              <a:buFont typeface="Arial" pitchFamily="34" charset="0"/>
              <a:buChar char="•"/>
              <a:defRPr sz="1100" kern="1200">
                <a:solidFill>
                  <a:schemeClr val="tx1"/>
                </a:solidFill>
                <a:latin typeface="Arial" pitchFamily="34" charset="0"/>
                <a:ea typeface="ＭＳ Ｐゴシック" pitchFamily="127" charset="-128"/>
                <a:cs typeface="ＭＳ Ｐゴシック" pitchFamily="127" charset="-128"/>
              </a:defRPr>
            </a:lvl5pPr>
            <a:lvl6pPr marL="1570651"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6pPr>
            <a:lvl7pPr marL="1856224"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7pPr>
            <a:lvl8pPr marL="2141797"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8pPr>
            <a:lvl9pPr marL="2427369" indent="-142786" algn="l" defTabSz="571145" rtl="0" eaLnBrk="1" latinLnBrk="0" hangingPunct="1">
              <a:spcBef>
                <a:spcPct val="20000"/>
              </a:spcBef>
              <a:buFont typeface="Arial" pitchFamily="34" charset="0"/>
              <a:buChar char="•"/>
              <a:defRPr sz="1100" kern="1200">
                <a:solidFill>
                  <a:schemeClr val="tx1"/>
                </a:solidFill>
                <a:latin typeface="+mn-lt"/>
                <a:ea typeface="+mn-ea"/>
                <a:cs typeface="+mn-cs"/>
              </a:defRPr>
            </a:lvl9pPr>
          </a:lstStyle>
          <a:p>
            <a:r>
              <a:rPr lang="en-US" dirty="0"/>
              <a:t>Cloud Built-in</a:t>
            </a:r>
          </a:p>
        </p:txBody>
      </p:sp>
      <p:sp>
        <p:nvSpPr>
          <p:cNvPr id="10" name="TextBox 20"/>
          <p:cNvSpPr txBox="1"/>
          <p:nvPr/>
        </p:nvSpPr>
        <p:spPr>
          <a:xfrm>
            <a:off x="4191722" y="2869035"/>
            <a:ext cx="1548903"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800" b="1" dirty="0">
                <a:solidFill>
                  <a:srgbClr val="FFFFFF"/>
                </a:solidFill>
              </a:rPr>
              <a:t>Purpose Built</a:t>
            </a:r>
          </a:p>
        </p:txBody>
      </p:sp>
      <p:sp>
        <p:nvSpPr>
          <p:cNvPr id="11" name="TextBox 28"/>
          <p:cNvSpPr txBox="1"/>
          <p:nvPr/>
        </p:nvSpPr>
        <p:spPr>
          <a:xfrm>
            <a:off x="4435596" y="4673901"/>
            <a:ext cx="638966"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Big Data</a:t>
            </a:r>
          </a:p>
        </p:txBody>
      </p:sp>
      <p:pic>
        <p:nvPicPr>
          <p:cNvPr id="12" name="Picture 11" descr="Exalogic_1up_0074.png"/>
          <p:cNvPicPr>
            <a:picLocks/>
          </p:cNvPicPr>
          <p:nvPr/>
        </p:nvPicPr>
        <p:blipFill>
          <a:blip r:embed="rId7" cstate="screen">
            <a:extLst>
              <a:ext uri="{28A0092B-C50C-407E-A947-70E740481C1C}">
                <a14:useLocalDpi xmlns:a14="http://schemas.microsoft.com/office/drawing/2010/main"/>
              </a:ext>
            </a:extLst>
          </a:blip>
          <a:srcRect/>
          <a:stretch>
            <a:fillRect/>
          </a:stretch>
        </p:blipFill>
        <p:spPr bwMode="auto">
          <a:xfrm>
            <a:off x="4502012" y="3191997"/>
            <a:ext cx="951284" cy="1729607"/>
          </a:xfrm>
          <a:prstGeom prst="rect">
            <a:avLst/>
          </a:prstGeom>
          <a:noFill/>
          <a:ln w="9525">
            <a:noFill/>
            <a:miter lim="800000"/>
            <a:headEnd/>
            <a:tailEnd/>
          </a:ln>
        </p:spPr>
      </p:pic>
      <p:sp>
        <p:nvSpPr>
          <p:cNvPr id="13" name="TextBox 30"/>
          <p:cNvSpPr txBox="1"/>
          <p:nvPr/>
        </p:nvSpPr>
        <p:spPr>
          <a:xfrm>
            <a:off x="4690726" y="4925693"/>
            <a:ext cx="628429"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Exalogic</a:t>
            </a:r>
          </a:p>
        </p:txBody>
      </p:sp>
      <p:pic>
        <p:nvPicPr>
          <p:cNvPr id="14" name="Picture 13" descr="ExadataX2-2_1up_00784.png"/>
          <p:cNvPicPr>
            <a:picLocks/>
          </p:cNvPicPr>
          <p:nvPr/>
        </p:nvPicPr>
        <p:blipFill>
          <a:blip r:embed="rId8" cstate="print"/>
          <a:srcRect/>
          <a:stretch>
            <a:fillRect/>
          </a:stretch>
        </p:blipFill>
        <p:spPr bwMode="auto">
          <a:xfrm>
            <a:off x="2930745" y="3164562"/>
            <a:ext cx="951284" cy="1729607"/>
          </a:xfrm>
          <a:prstGeom prst="rect">
            <a:avLst/>
          </a:prstGeom>
          <a:noFill/>
          <a:ln w="9525">
            <a:noFill/>
            <a:miter lim="800000"/>
            <a:headEnd/>
            <a:tailEnd/>
          </a:ln>
        </p:spPr>
      </p:pic>
      <p:sp>
        <p:nvSpPr>
          <p:cNvPr id="15" name="TextBox 32"/>
          <p:cNvSpPr txBox="1"/>
          <p:nvPr/>
        </p:nvSpPr>
        <p:spPr>
          <a:xfrm>
            <a:off x="3141826" y="4925693"/>
            <a:ext cx="586283" cy="273909"/>
          </a:xfrm>
          <a:prstGeom prst="rect">
            <a:avLst/>
          </a:prstGeom>
          <a:noFill/>
          <a:ln>
            <a:noFill/>
          </a:ln>
        </p:spPr>
        <p:txBody>
          <a:bodyPr wrap="none" lIns="0" tIns="0" rIns="0" bIns="0" rtlCol="0">
            <a:noAutofit/>
          </a:bodyPr>
          <a:lstStyle>
            <a:defPPr>
              <a:defRPr lang="en-US"/>
            </a:defPPr>
            <a:lvl1pPr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1pPr>
            <a:lvl2pPr marL="169863" indent="1143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2pPr>
            <a:lvl3pPr marL="341313" indent="2286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3pPr>
            <a:lvl4pPr marL="512763" indent="342900"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4pPr>
            <a:lvl5pPr marL="684213" indent="455613" algn="l" rtl="0" fontAlgn="base">
              <a:spcBef>
                <a:spcPct val="0"/>
              </a:spcBef>
              <a:spcAft>
                <a:spcPct val="0"/>
              </a:spcAft>
              <a:defRPr sz="700" kern="1200">
                <a:solidFill>
                  <a:schemeClr val="tx1"/>
                </a:solidFill>
                <a:latin typeface="Arial" pitchFamily="34" charset="0"/>
                <a:ea typeface="ＭＳ Ｐゴシック" pitchFamily="34" charset="-128"/>
                <a:cs typeface="Arial" pitchFamily="34" charset="0"/>
              </a:defRPr>
            </a:lvl5pPr>
            <a:lvl6pPr marL="22860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6pPr>
            <a:lvl7pPr marL="27432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7pPr>
            <a:lvl8pPr marL="32004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8pPr>
            <a:lvl9pPr marL="3657600" algn="l" defTabSz="914400" rtl="0" eaLnBrk="1" latinLnBrk="0" hangingPunct="1">
              <a:defRPr sz="700" kern="1200">
                <a:solidFill>
                  <a:schemeClr val="tx1"/>
                </a:solidFill>
                <a:latin typeface="Arial" pitchFamily="34" charset="0"/>
                <a:ea typeface="ＭＳ Ｐゴシック" pitchFamily="34" charset="-128"/>
                <a:cs typeface="Arial" pitchFamily="34" charset="0"/>
              </a:defRPr>
            </a:lvl9pPr>
          </a:lstStyle>
          <a:p>
            <a:r>
              <a:rPr lang="en-US" sz="1200" b="1" dirty="0">
                <a:solidFill>
                  <a:srgbClr val="000000"/>
                </a:solidFill>
              </a:rPr>
              <a:t>Exadata</a:t>
            </a:r>
          </a:p>
        </p:txBody>
      </p:sp>
      <p:pic>
        <p:nvPicPr>
          <p:cNvPr id="16" name="Picture 15"/>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3534915" y="5772296"/>
            <a:ext cx="1212817" cy="385356"/>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17" name="Picture 16"/>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5051414" y="5777299"/>
            <a:ext cx="986579" cy="380353"/>
          </a:xfrm>
          <a:prstGeom prst="rect">
            <a:avLst/>
          </a:prstGeom>
          <a:noFill/>
          <a:ln>
            <a:noFill/>
          </a:ln>
          <a:extLst>
            <a:ext uri="{909E8E84-426E-40dd-AFC4-6F175D3DCCD1}">
              <a14:hiddenFill xmlns:mc="http://schemas.openxmlformats.org/markup-compatibility/2006" xmlns:mv="urn:schemas-microsoft-com:mac:vml" xmlns:a14="http://schemas.microsoft.com/office/drawing/2010/main" xmlns="" xmlns:lc="http://schemas.openxmlformats.org/drawingml/2006/lockedCanvas">
                <a:solidFill>
                  <a:srgbClr val="FFFFFF"/>
                </a:solidFill>
              </a14:hiddenFill>
            </a:ext>
            <a:ext uri="{91240B29-F687-4f45-9708-019B960494DF}">
              <a14:hiddenLine xmlns:mc="http://schemas.openxmlformats.org/markup-compatibility/2006" xmlns:mv="urn:schemas-microsoft-com:mac:vml" xmlns:a14="http://schemas.microsoft.com/office/drawing/2010/main" xmlns="" xmlns:lc="http://schemas.openxmlformats.org/drawingml/2006/lockedCanvas" w="9525">
                <a:solidFill>
                  <a:srgbClr val="000000"/>
                </a:solidFill>
                <a:miter lim="800000"/>
                <a:headEnd/>
                <a:tailEnd/>
              </a14:hiddenLine>
            </a:ext>
          </a:extLst>
        </p:spPr>
      </p:pic>
      <p:pic>
        <p:nvPicPr>
          <p:cNvPr id="18" name="Picture 17" descr="4-04.png"/>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5250072" y="5187178"/>
            <a:ext cx="1210958" cy="467914"/>
          </a:xfrm>
          <a:prstGeom prst="rect">
            <a:avLst/>
          </a:prstGeom>
        </p:spPr>
      </p:pic>
      <p:pic>
        <p:nvPicPr>
          <p:cNvPr id="19" name="c3b12d64-20b5-42bb-bc40-62fd51f7cb46" descr="827CDB06-9D38-42D3-85C2-F4AE1F21F057@us"/>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5982864" y="3166042"/>
            <a:ext cx="762575" cy="1761672"/>
          </a:xfrm>
          <a:prstGeom prst="rect">
            <a:avLst/>
          </a:prstGeom>
          <a:noFill/>
          <a:ln w="9525">
            <a:noFill/>
            <a:miter lim="800000"/>
            <a:headEnd/>
            <a:tailEnd/>
          </a:ln>
        </p:spPr>
      </p:pic>
      <p:pic>
        <p:nvPicPr>
          <p:cNvPr id="20" name="Picture 19"/>
          <p:cNvPicPr>
            <a:picLocks noChangeAspect="1"/>
          </p:cNvPicPr>
          <p:nvPr/>
        </p:nvPicPr>
        <p:blipFill>
          <a:blip r:embed="rId13" cstate="print"/>
          <a:srcRect/>
          <a:stretch>
            <a:fillRect/>
          </a:stretch>
        </p:blipFill>
        <p:spPr bwMode="auto">
          <a:xfrm>
            <a:off x="3194244" y="5136775"/>
            <a:ext cx="1570017" cy="588757"/>
          </a:xfrm>
          <a:prstGeom prst="rect">
            <a:avLst/>
          </a:prstGeom>
          <a:noFill/>
          <a:ln w="9525">
            <a:noFill/>
            <a:miter lim="800000"/>
            <a:headEnd/>
            <a:tailEnd/>
          </a:ln>
        </p:spPr>
      </p:pic>
    </p:spTree>
    <p:extLst>
      <p:ext uri="{BB962C8B-B14F-4D97-AF65-F5344CB8AC3E}">
        <p14:creationId xmlns:p14="http://schemas.microsoft.com/office/powerpoint/2010/main" val="2148237218"/>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HP</a:t>
            </a:r>
          </a:p>
        </p:txBody>
      </p:sp>
      <p:sp>
        <p:nvSpPr>
          <p:cNvPr id="12" name="Content Placeholder 2"/>
          <p:cNvSpPr txBox="1">
            <a:spLocks/>
          </p:cNvSpPr>
          <p:nvPr/>
        </p:nvSpPr>
        <p:spPr>
          <a:xfrm>
            <a:off x="0" y="715618"/>
            <a:ext cx="12191999"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000" dirty="0">
                <a:latin typeface="Cambria" panose="02040503050406030204" pitchFamily="18" charset="0"/>
              </a:rPr>
              <a:t> The USP of HP  is that it has got largest division in its corporate history.</a:t>
            </a:r>
          </a:p>
          <a:p>
            <a:pPr marL="0" indent="0">
              <a:buFont typeface="Arial" panose="020B0604020202020204" pitchFamily="34" charset="0"/>
              <a:buNone/>
            </a:pPr>
            <a:endParaRPr lang="en-US" sz="2000" dirty="0">
              <a:latin typeface="Cambria" panose="02040503050406030204" pitchFamily="18" charset="0"/>
            </a:endParaRPr>
          </a:p>
          <a:p>
            <a:r>
              <a:rPr lang="en-US" sz="2000" dirty="0">
                <a:latin typeface="Cambria" panose="02040503050406030204" pitchFamily="18" charset="0"/>
              </a:rPr>
              <a:t> The company continues to innovate, and its most ambitious research effort is The Machine, which reinvents the fundamental architecture of computers to enable a quantum leap in performance, power efficiency, and security.</a:t>
            </a:r>
          </a:p>
          <a:p>
            <a:pPr marL="0" indent="0">
              <a:buNone/>
            </a:pPr>
            <a:endParaRPr lang="en-US" sz="2000" dirty="0">
              <a:latin typeface="Cambria" panose="02040503050406030204" pitchFamily="18" charset="0"/>
            </a:endParaRPr>
          </a:p>
          <a:p>
            <a:endParaRPr lang="en-US" dirty="0"/>
          </a:p>
        </p:txBody>
      </p:sp>
      <p:sp>
        <p:nvSpPr>
          <p:cNvPr id="13" name="TextBox 12"/>
          <p:cNvSpPr txBox="1"/>
          <p:nvPr/>
        </p:nvSpPr>
        <p:spPr>
          <a:xfrm>
            <a:off x="132522" y="3310471"/>
            <a:ext cx="9899374" cy="358559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Efficient use of communication tools and tactics that HP used</a:t>
            </a:r>
          </a:p>
          <a:p>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Demand generation.</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Sales and marketing tools.</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Channel announcement email.</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Channel Implementation guide.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Campaign Introduction video.</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9146288"/>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36104"/>
          </a:xfrm>
        </p:spPr>
        <p:txBody>
          <a:bodyPr>
            <a:normAutofit/>
          </a:bodyPr>
          <a:lstStyle/>
          <a:p>
            <a:pPr algn="ctr"/>
            <a:r>
              <a:rPr lang="en-US" sz="2800" b="1" smtClean="0">
                <a:latin typeface="Cambria" panose="02040503050406030204" pitchFamily="18" charset="0"/>
              </a:rPr>
              <a:t>McDonald’s</a:t>
            </a:r>
            <a:endParaRPr lang="en-US" sz="2800" b="1" dirty="0">
              <a:latin typeface="Cambria" panose="02040503050406030204" pitchFamily="18" charset="0"/>
            </a:endParaRPr>
          </a:p>
        </p:txBody>
      </p:sp>
      <p:sp>
        <p:nvSpPr>
          <p:cNvPr id="3" name="Content Placeholder 2"/>
          <p:cNvSpPr>
            <a:spLocks noGrp="1"/>
          </p:cNvSpPr>
          <p:nvPr>
            <p:ph idx="1"/>
          </p:nvPr>
        </p:nvSpPr>
        <p:spPr>
          <a:xfrm>
            <a:off x="198782" y="940904"/>
            <a:ext cx="11993217" cy="5917096"/>
          </a:xfrm>
        </p:spPr>
        <p:txBody>
          <a:bodyPr>
            <a:normAutofit/>
          </a:bodyPr>
          <a:lstStyle/>
          <a:p>
            <a:endParaRPr lang="en-US" sz="2000" smtClean="0">
              <a:latin typeface="Cambria" panose="02040503050406030204" pitchFamily="18" charset="0"/>
            </a:endParaRPr>
          </a:p>
          <a:p>
            <a:r>
              <a:rPr lang="en-US" sz="1800" smtClean="0">
                <a:latin typeface="Cambria" panose="02040503050406030204" pitchFamily="18" charset="0"/>
              </a:rPr>
              <a:t>McDonald's Launches 'Moments of Joy' in 24 Cities #imlovinit campaign . 24 gifts of joy. In 24 cities. Over 24 hours. "Moments of joy" marks McDonald's biggest global push since "I'm lovin' it,"</a:t>
            </a:r>
          </a:p>
          <a:p>
            <a:endParaRPr lang="en-US" sz="2000" smtClean="0">
              <a:latin typeface="Cambria" panose="02040503050406030204" pitchFamily="18" charset="0"/>
            </a:endParaRPr>
          </a:p>
          <a:p>
            <a:r>
              <a:rPr lang="en-US" sz="2000" smtClean="0">
                <a:latin typeface="Cambria" panose="02040503050406030204" pitchFamily="18" charset="0"/>
              </a:rPr>
              <a:t>The company opened up a line of dialogue by expanding its “Our food. Your questions.” initiative, a social media campaign that aims to answer all customer questions transparently</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McDonald’s Is the First Brand to Use Snapchat’s Latest Sponsored Geofilters.</a:t>
            </a:r>
          </a:p>
          <a:p>
            <a:endParaRPr lang="en-US" sz="2000" smtClean="0">
              <a:latin typeface="Cambria" panose="02040503050406030204" pitchFamily="18" charset="0"/>
            </a:endParaRPr>
          </a:p>
          <a:p>
            <a:r>
              <a:rPr lang="en-US" sz="2000" smtClean="0">
                <a:latin typeface="Cambria" panose="02040503050406030204" pitchFamily="18" charset="0"/>
              </a:rPr>
              <a:t>Users can head to any US McDonald’s store and use this feature to add more color and life to their snaps. The feature is met with a lot of enthusiasm by fans on twitter </a:t>
            </a:r>
          </a:p>
          <a:p>
            <a:endParaRPr lang="en-US" sz="1800" smtClean="0">
              <a:latin typeface="Cambria" panose="02040503050406030204" pitchFamily="18" charset="0"/>
            </a:endParaRPr>
          </a:p>
          <a:p>
            <a:pPr marL="0" indent="0">
              <a:buNone/>
            </a:pPr>
            <a:endParaRPr lang="en-US" smtClean="0"/>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448463" y="5062330"/>
            <a:ext cx="3310145" cy="1613453"/>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7453520" y="4969564"/>
            <a:ext cx="3214481" cy="1798983"/>
          </a:xfrm>
          <a:prstGeom prst="rect">
            <a:avLst/>
          </a:prstGeom>
          <a:noFill/>
          <a:ln>
            <a:noFill/>
          </a:ln>
        </p:spPr>
      </p:pic>
    </p:spTree>
    <p:extLst>
      <p:ext uri="{BB962C8B-B14F-4D97-AF65-F5344CB8AC3E}">
        <p14:creationId xmlns:p14="http://schemas.microsoft.com/office/powerpoint/2010/main" val="1085110106"/>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0904" y="123826"/>
            <a:ext cx="12046226" cy="954156"/>
          </a:xfrm>
        </p:spPr>
        <p:txBody>
          <a:bodyPr>
            <a:normAutofit/>
          </a:bodyPr>
          <a:lstStyle/>
          <a:p>
            <a:pPr algn="ctr"/>
            <a:r>
              <a:rPr lang="en-US" sz="4000" smtClean="0">
                <a:latin typeface="Cambria" panose="02040503050406030204" pitchFamily="18" charset="0"/>
              </a:rPr>
              <a:t>Nike</a:t>
            </a:r>
            <a:endParaRPr lang="en-US" sz="4000" dirty="0">
              <a:latin typeface="Cambria" panose="02040503050406030204" pitchFamily="18" charset="0"/>
            </a:endParaRPr>
          </a:p>
        </p:txBody>
      </p:sp>
      <p:sp>
        <p:nvSpPr>
          <p:cNvPr id="3" name="Content Placeholder 2"/>
          <p:cNvSpPr>
            <a:spLocks noGrp="1"/>
          </p:cNvSpPr>
          <p:nvPr>
            <p:ph idx="1"/>
          </p:nvPr>
        </p:nvSpPr>
        <p:spPr>
          <a:xfrm>
            <a:off x="252200" y="1029530"/>
            <a:ext cx="12191999" cy="6142382"/>
          </a:xfrm>
        </p:spPr>
        <p:txBody>
          <a:bodyPr>
            <a:normAutofit/>
          </a:bodyPr>
          <a:lstStyle/>
          <a:p>
            <a:endParaRPr lang="en-US" sz="2000" smtClean="0">
              <a:latin typeface="Cambria" panose="02040503050406030204" pitchFamily="18" charset="0"/>
            </a:endParaRPr>
          </a:p>
          <a:p>
            <a:endParaRPr lang="en-US" sz="2000" smtClean="0">
              <a:latin typeface="Cambria" panose="02040503050406030204" pitchFamily="18" charset="0"/>
            </a:endParaRPr>
          </a:p>
          <a:p>
            <a:r>
              <a:rPr lang="en-US" sz="2000" smtClean="0">
                <a:latin typeface="Cambria" panose="02040503050406030204" pitchFamily="18" charset="0"/>
              </a:rPr>
              <a:t> Nike launched its biggest-ever female focused advertising push with the “Better for It” campaign.</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 In addition to “Better for It,” there was the whimsical World Cup– themed “Winner Stays On,” a tribute to LeBron James following his NBA defeat, and an ode to the last-place marathon finisher.</a:t>
            </a:r>
          </a:p>
          <a:p>
            <a:pPr marL="0" indent="0">
              <a:buNone/>
            </a:pPr>
            <a:endParaRPr lang="en-US" sz="2000" smtClean="0">
              <a:latin typeface="Cambria" panose="02040503050406030204" pitchFamily="18" charset="0"/>
            </a:endParaRPr>
          </a:p>
          <a:p>
            <a:r>
              <a:rPr lang="en-US" sz="2000" smtClean="0">
                <a:latin typeface="Cambria" panose="02040503050406030204" pitchFamily="18" charset="0"/>
              </a:rPr>
              <a:t>They believe in “Change is in the air for Nike.”</a:t>
            </a:r>
            <a:endParaRPr lang="en-US" smtClean="0"/>
          </a:p>
          <a:p>
            <a:pPr marL="0" indent="0">
              <a:buNone/>
            </a:pPr>
            <a:endParaRPr lang="en-US" dirty="0"/>
          </a:p>
        </p:txBody>
      </p:sp>
      <p:pic>
        <p:nvPicPr>
          <p:cNvPr id="4" name="Picture 3"/>
          <p:cNvPicPr>
            <a:picLocks noChangeAspect="1"/>
          </p:cNvPicPr>
          <p:nvPr/>
        </p:nvPicPr>
        <p:blipFill>
          <a:blip r:embed="rId2"/>
          <a:stretch>
            <a:fillRect/>
          </a:stretch>
        </p:blipFill>
        <p:spPr>
          <a:xfrm>
            <a:off x="5690975" y="238955"/>
            <a:ext cx="1314450" cy="790575"/>
          </a:xfrm>
          <a:prstGeom prst="rect">
            <a:avLst/>
          </a:prstGeom>
        </p:spPr>
      </p:pic>
    </p:spTree>
    <p:extLst>
      <p:ext uri="{BB962C8B-B14F-4D97-AF65-F5344CB8AC3E}">
        <p14:creationId xmlns:p14="http://schemas.microsoft.com/office/powerpoint/2010/main" val="1103849687"/>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p:cNvSpPr>
          <p:nvPr/>
        </p:nvSpPr>
        <p:spPr>
          <a:xfrm>
            <a:off x="-940904" y="1238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dirty="0">
              <a:latin typeface="Cambria" panose="02040503050406030204" pitchFamily="18" charset="0"/>
            </a:endParaRPr>
          </a:p>
        </p:txBody>
      </p:sp>
      <p:sp>
        <p:nvSpPr>
          <p:cNvPr id="12" name="Content Placeholder 2"/>
          <p:cNvSpPr txBox="1">
            <a:spLocks/>
          </p:cNvSpPr>
          <p:nvPr/>
        </p:nvSpPr>
        <p:spPr>
          <a:xfrm>
            <a:off x="295423" y="608612"/>
            <a:ext cx="10705514" cy="61423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dirty="0">
              <a:latin typeface="Cambria" panose="02040503050406030204" pitchFamily="18" charset="0"/>
            </a:endParaRPr>
          </a:p>
          <a:p>
            <a:pPr marL="0" indent="0">
              <a:buNone/>
            </a:pPr>
            <a:endParaRPr lang="en-US" sz="2000" dirty="0">
              <a:latin typeface="Cambria" panose="02040503050406030204" pitchFamily="18" charset="0"/>
            </a:endParaRPr>
          </a:p>
          <a:p>
            <a:r>
              <a:rPr lang="en-US" sz="2200" dirty="0">
                <a:latin typeface="Cambria" panose="02040503050406030204" pitchFamily="18" charset="0"/>
              </a:rPr>
              <a:t> Grands Classiques (a French term for “coveted icons”) are new, innovative, and sometimes shocking when introduced, but over time they become classics. </a:t>
            </a:r>
          </a:p>
          <a:p>
            <a:endParaRPr lang="en-US" sz="2200" dirty="0">
              <a:latin typeface="Cambria" panose="02040503050406030204" pitchFamily="18" charset="0"/>
            </a:endParaRPr>
          </a:p>
          <a:p>
            <a:r>
              <a:rPr lang="en-US" sz="2200" dirty="0">
                <a:latin typeface="Cambria" panose="02040503050406030204" pitchFamily="18" charset="0"/>
              </a:rPr>
              <a:t>A focus on retail and sales networks, along with a continued emphasis on creativity and quality.</a:t>
            </a:r>
          </a:p>
          <a:p>
            <a:endParaRPr lang="en-US" sz="2200" dirty="0">
              <a:latin typeface="Cambria" panose="02040503050406030204" pitchFamily="18" charset="0"/>
            </a:endParaRPr>
          </a:p>
          <a:p>
            <a:r>
              <a:rPr lang="en-US" sz="2200" dirty="0">
                <a:latin typeface="Cambria" panose="02040503050406030204" pitchFamily="18" charset="0"/>
              </a:rPr>
              <a:t> “Don’t believe in borders,” and “dare to new frontiers” are just a few of the sentiments from “The Spirit of Travel,” Louis Vuitton’s campaign film, which values the experience of the journey as much as the destination.</a:t>
            </a:r>
          </a:p>
          <a:p>
            <a:pPr marL="0" indent="0">
              <a:buNone/>
            </a:pPr>
            <a:endParaRPr lang="en-US" sz="2200" dirty="0">
              <a:latin typeface="Cambria" panose="02040503050406030204" pitchFamily="18" charset="0"/>
            </a:endParaRPr>
          </a:p>
          <a:p>
            <a:endParaRPr lang="en-US" dirty="0"/>
          </a:p>
        </p:txBody>
      </p:sp>
      <p:sp>
        <p:nvSpPr>
          <p:cNvPr id="13" name="TextBox 12"/>
          <p:cNvSpPr txBox="1"/>
          <p:nvPr/>
        </p:nvSpPr>
        <p:spPr>
          <a:xfrm>
            <a:off x="132522" y="3310471"/>
            <a:ext cx="9899374"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88504" y="276226"/>
            <a:ext cx="12046226" cy="95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Cambria" panose="02040503050406030204" pitchFamily="18" charset="0"/>
              </a:rPr>
              <a:t>Louis Vuitton</a:t>
            </a:r>
          </a:p>
        </p:txBody>
      </p:sp>
    </p:spTree>
    <p:extLst>
      <p:ext uri="{BB962C8B-B14F-4D97-AF65-F5344CB8AC3E}">
        <p14:creationId xmlns:p14="http://schemas.microsoft.com/office/powerpoint/2010/main" val="1146570639"/>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we can do!</a:t>
            </a:r>
            <a:endParaRPr lang="en-US" dirty="0"/>
          </a:p>
        </p:txBody>
      </p:sp>
      <p:sp>
        <p:nvSpPr>
          <p:cNvPr id="3" name="Content Placeholder 2"/>
          <p:cNvSpPr>
            <a:spLocks noGrp="1"/>
          </p:cNvSpPr>
          <p:nvPr>
            <p:ph idx="1"/>
          </p:nvPr>
        </p:nvSpPr>
        <p:spPr/>
        <p:txBody>
          <a:bodyPr/>
          <a:lstStyle/>
          <a:p>
            <a:r>
              <a:rPr lang="en-US" b="1" smtClean="0"/>
              <a:t>Understand customer behavior </a:t>
            </a:r>
            <a:r>
              <a:rPr lang="en-US" smtClean="0"/>
              <a:t>- Just because consumers have certain buying preferences or habits in one culture, doesn't mean that such preferences are universal.</a:t>
            </a:r>
          </a:p>
          <a:p>
            <a:r>
              <a:rPr lang="en-US" b="1" smtClean="0"/>
              <a:t>Positioning</a:t>
            </a:r>
            <a:r>
              <a:rPr lang="en-US" smtClean="0"/>
              <a:t>- Good brand positioning includes truly understanding your competition and then looking at your competitive advantage. Who are the providers of similar products and services that you sell in this country?</a:t>
            </a:r>
          </a:p>
          <a:p>
            <a:r>
              <a:rPr lang="en-US" smtClean="0"/>
              <a:t>Find good partners to expand reach.</a:t>
            </a:r>
            <a:endParaRPr lang="en-US" dirty="0"/>
          </a:p>
        </p:txBody>
      </p:sp>
    </p:spTree>
    <p:extLst>
      <p:ext uri="{BB962C8B-B14F-4D97-AF65-F5344CB8AC3E}">
        <p14:creationId xmlns:p14="http://schemas.microsoft.com/office/powerpoint/2010/main" val="3406438559"/>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GLOBALITY </a:t>
            </a:r>
            <a:endParaRPr lang="en-US" dirty="0"/>
          </a:p>
        </p:txBody>
      </p:sp>
      <p:sp>
        <p:nvSpPr>
          <p:cNvPr id="3" name="Content Placeholder 2"/>
          <p:cNvSpPr>
            <a:spLocks noGrp="1"/>
          </p:cNvSpPr>
          <p:nvPr>
            <p:ph idx="1"/>
          </p:nvPr>
        </p:nvSpPr>
        <p:spPr/>
        <p:txBody>
          <a:bodyPr/>
          <a:lstStyle/>
          <a:p>
            <a:r>
              <a:rPr lang="en-US" smtClean="0"/>
              <a:t>Tata group is a global enterprise operating in more than 100 countries across six continents.</a:t>
            </a:r>
          </a:p>
          <a:p>
            <a:r>
              <a:rPr lang="en-US" smtClean="0"/>
              <a:t>By 2025, TATA will touch the life of one quarter of the world – over 2 billion people served by Tata companies, Tata people and Tata products.</a:t>
            </a:r>
          </a:p>
          <a:p>
            <a:r>
              <a:rPr lang="en-US" smtClean="0"/>
              <a:t>Journey taking us to one quarter of the humanity across the globe.</a:t>
            </a:r>
            <a:endParaRPr lang="en-US" dirty="0"/>
          </a:p>
        </p:txBody>
      </p:sp>
    </p:spTree>
    <p:extLst>
      <p:ext uri="{BB962C8B-B14F-4D97-AF65-F5344CB8AC3E}">
        <p14:creationId xmlns:p14="http://schemas.microsoft.com/office/powerpoint/2010/main" val="4144700206"/>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174268925"/>
              </p:ext>
            </p:extLst>
          </p:nvPr>
        </p:nvGraphicFramePr>
        <p:xfrm>
          <a:off x="-2" y="2"/>
          <a:ext cx="12192000" cy="6858000"/>
        </p:xfrm>
        <a:graphic>
          <a:graphicData uri="http://schemas.openxmlformats.org/drawingml/2006/table">
            <a:tbl>
              <a:tblPr firstRow="1" bandRow="1">
                <a:tableStyleId>{5940675A-B579-460E-94D1-54222C63F5DA}</a:tableStyleId>
              </a:tblPr>
              <a:tblGrid>
                <a:gridCol w="3048000"/>
                <a:gridCol w="3048000"/>
                <a:gridCol w="3048000"/>
                <a:gridCol w="3048000"/>
              </a:tblGrid>
              <a:tr h="1371600">
                <a:tc>
                  <a:txBody>
                    <a:bodyPr/>
                    <a:lstStyle/>
                    <a:p>
                      <a:endParaRPr lang="en-US" dirty="0"/>
                    </a:p>
                  </a:txBody>
                  <a:tcPr/>
                </a:tc>
                <a:tc>
                  <a:txBody>
                    <a:bodyPr/>
                    <a:lstStyle/>
                    <a:p>
                      <a:r>
                        <a:rPr lang="en-US" dirty="0" smtClean="0"/>
                        <a:t>Campaigns</a:t>
                      </a:r>
                      <a:endParaRPr lang="en-US" dirty="0"/>
                    </a:p>
                  </a:txBody>
                  <a:tcPr/>
                </a:tc>
                <a:tc>
                  <a:txBody>
                    <a:bodyPr/>
                    <a:lstStyle/>
                    <a:p>
                      <a:r>
                        <a:rPr lang="en-US" dirty="0" smtClean="0"/>
                        <a:t>Daily engagement</a:t>
                      </a:r>
                      <a:endParaRPr lang="en-US" dirty="0"/>
                    </a:p>
                  </a:txBody>
                  <a:tcPr/>
                </a:tc>
                <a:tc>
                  <a:txBody>
                    <a:bodyPr/>
                    <a:lstStyle/>
                    <a:p>
                      <a:r>
                        <a:rPr lang="en-US" dirty="0" smtClean="0"/>
                        <a:t>TATA</a:t>
                      </a:r>
                      <a:r>
                        <a:rPr lang="en-US" baseline="0" dirty="0" smtClean="0"/>
                        <a:t> </a:t>
                      </a:r>
                      <a:r>
                        <a:rPr lang="en-US" baseline="0" dirty="0" err="1" smtClean="0"/>
                        <a:t>ke</a:t>
                      </a:r>
                      <a:r>
                        <a:rPr lang="en-US" baseline="0" dirty="0" smtClean="0"/>
                        <a:t> </a:t>
                      </a:r>
                      <a:r>
                        <a:rPr lang="en-US" baseline="0" dirty="0" err="1" smtClean="0"/>
                        <a:t>liye</a:t>
                      </a:r>
                      <a:endParaRPr lang="en-US" dirty="0"/>
                    </a:p>
                  </a:txBody>
                  <a:tcPr/>
                </a:tc>
              </a:tr>
              <a:tr h="1371600">
                <a:tc>
                  <a:txBody>
                    <a:bodyPr/>
                    <a:lstStyle/>
                    <a:p>
                      <a:r>
                        <a:rPr lang="en-US" dirty="0" smtClean="0"/>
                        <a:t>Showcasing</a:t>
                      </a:r>
                      <a:r>
                        <a:rPr lang="en-US" baseline="0" dirty="0" smtClean="0"/>
                        <a:t> history</a:t>
                      </a:r>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tr>
              <a:tr h="1371600">
                <a:tc>
                  <a:txBody>
                    <a:bodyPr/>
                    <a:lstStyle/>
                    <a:p>
                      <a:r>
                        <a:rPr lang="en-US" dirty="0" smtClean="0"/>
                        <a:t>Global reach</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1371600">
                <a:tc>
                  <a:txBody>
                    <a:bodyPr/>
                    <a:lstStyle/>
                    <a:p>
                      <a:r>
                        <a:rPr lang="en-US" dirty="0" smtClean="0"/>
                        <a:t>Festivals/important</a:t>
                      </a:r>
                      <a:r>
                        <a:rPr lang="en-US" baseline="0" dirty="0" smtClean="0"/>
                        <a:t> occasions </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1371600">
                <a:tc>
                  <a:txBody>
                    <a:bodyPr/>
                    <a:lstStyle/>
                    <a:p>
                      <a:r>
                        <a:rPr lang="en-US" dirty="0" smtClean="0"/>
                        <a:t>Something else</a:t>
                      </a:r>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extLst>
      <p:ext uri="{BB962C8B-B14F-4D97-AF65-F5344CB8AC3E}">
        <p14:creationId xmlns:p14="http://schemas.microsoft.com/office/powerpoint/2010/main" val="1568611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98215801"/>
              </p:ext>
            </p:extLst>
          </p:nvPr>
        </p:nvGraphicFramePr>
        <p:xfrm>
          <a:off x="1103313" y="158044"/>
          <a:ext cx="9519532" cy="6558844"/>
        </p:xfrm>
        <a:graphic>
          <a:graphicData uri="http://schemas.openxmlformats.org/drawingml/2006/table">
            <a:tbl>
              <a:tblPr firstRow="1" bandRow="1">
                <a:tableStyleId>{5940675A-B579-460E-94D1-54222C63F5DA}</a:tableStyleId>
              </a:tblPr>
              <a:tblGrid>
                <a:gridCol w="2379883"/>
                <a:gridCol w="2379883"/>
                <a:gridCol w="2379883"/>
                <a:gridCol w="2379883"/>
              </a:tblGrid>
              <a:tr h="1639711">
                <a:tc>
                  <a:txBody>
                    <a:bodyPr/>
                    <a:lstStyle/>
                    <a:p>
                      <a:r>
                        <a:rPr lang="en-US" dirty="0" smtClean="0"/>
                        <a:t>Influencer</a:t>
                      </a:r>
                      <a:endParaRPr lang="en-US" dirty="0"/>
                    </a:p>
                  </a:txBody>
                  <a:tcPr/>
                </a:tc>
                <a:tc>
                  <a:txBody>
                    <a:bodyPr/>
                    <a:lstStyle/>
                    <a:p>
                      <a:r>
                        <a:rPr lang="en-US" dirty="0" smtClean="0"/>
                        <a:t>For history</a:t>
                      </a:r>
                      <a:endParaRPr lang="en-US" dirty="0"/>
                    </a:p>
                  </a:txBody>
                  <a:tcPr/>
                </a:tc>
                <a:tc>
                  <a:txBody>
                    <a:bodyPr/>
                    <a:lstStyle/>
                    <a:p>
                      <a:r>
                        <a:rPr lang="en-US" dirty="0" smtClean="0"/>
                        <a:t>For reach</a:t>
                      </a:r>
                      <a:endParaRPr lang="en-US" dirty="0"/>
                    </a:p>
                  </a:txBody>
                  <a:tcPr/>
                </a:tc>
                <a:tc>
                  <a:txBody>
                    <a:bodyPr/>
                    <a:lstStyle/>
                    <a:p>
                      <a:r>
                        <a:rPr lang="en-US" dirty="0" smtClean="0"/>
                        <a:t>For occasions</a:t>
                      </a:r>
                      <a:endParaRPr lang="en-US" dirty="0"/>
                    </a:p>
                  </a:txBody>
                  <a:tcPr/>
                </a:tc>
              </a:tr>
              <a:tr h="1639711">
                <a:tc>
                  <a:txBody>
                    <a:bodyPr/>
                    <a:lstStyle/>
                    <a:p>
                      <a:r>
                        <a:rPr lang="en-US" dirty="0" smtClean="0"/>
                        <a:t>Celebrity</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r>
              <a:tr h="1639711">
                <a:tc>
                  <a:txBody>
                    <a:bodyPr/>
                    <a:lstStyle/>
                    <a:p>
                      <a:r>
                        <a:rPr lang="en-US" dirty="0" err="1" smtClean="0"/>
                        <a:t>Proffesional</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1639711">
                <a:tc>
                  <a:txBody>
                    <a:bodyPr/>
                    <a:lstStyle/>
                    <a:p>
                      <a:r>
                        <a:rPr lang="en-US" dirty="0" smtClean="0"/>
                        <a:t>Civilian </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2471255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735566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96983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35190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1864146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TM04033923[[fn=Depth]]</Template>
  <TotalTime>178</TotalTime>
  <Words>1694</Words>
  <Application>Microsoft Office PowerPoint</Application>
  <PresentationFormat>Widescreen</PresentationFormat>
  <Paragraphs>219</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ＭＳ Ｐゴシック</vt:lpstr>
      <vt:lpstr>Arial</vt:lpstr>
      <vt:lpstr>Cambria</vt:lpstr>
      <vt:lpstr>Century Gothic</vt:lpstr>
      <vt:lpstr>Times New Roman</vt:lpstr>
      <vt:lpstr>Wingdings 3</vt:lpstr>
      <vt:lpstr>Ion</vt:lpstr>
      <vt:lpstr>TATA GROUP</vt:lpstr>
      <vt:lpstr>Features of top global brands</vt:lpstr>
      <vt:lpstr>Channels Available</vt:lpstr>
      <vt:lpstr>INFLUENCERS</vt:lpstr>
      <vt:lpstr>In the digital space – reach, relevance and history!</vt:lpstr>
      <vt:lpstr>Research on some global brands</vt:lpstr>
      <vt:lpstr>BMW and Mercedes</vt:lpstr>
      <vt:lpstr>PowerPoint Presentation</vt:lpstr>
      <vt:lpstr>Toyota</vt:lpstr>
      <vt:lpstr>Toyota</vt:lpstr>
      <vt:lpstr>Disney</vt:lpstr>
      <vt:lpstr>Cisco and Intel</vt:lpstr>
      <vt:lpstr>APPLE INC.</vt:lpstr>
      <vt:lpstr>What they do differently</vt:lpstr>
      <vt:lpstr>Samsung </vt:lpstr>
      <vt:lpstr>Samsung </vt:lpstr>
      <vt:lpstr>GE</vt:lpstr>
      <vt:lpstr>Oracle</vt:lpstr>
      <vt:lpstr>PowerPoint Presentation</vt:lpstr>
      <vt:lpstr>McDonald’s</vt:lpstr>
      <vt:lpstr>Nike</vt:lpstr>
      <vt:lpstr>PowerPoint Presentation</vt:lpstr>
      <vt:lpstr>What we can do!</vt:lpstr>
      <vt:lpstr>GLOBALITY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GROUP</dc:title>
  <dc:creator>Pragya Ghosh</dc:creator>
  <cp:lastModifiedBy>Anurag Bhatt</cp:lastModifiedBy>
  <cp:revision>31</cp:revision>
  <dcterms:created xsi:type="dcterms:W3CDTF">2016-08-29T15:06:49Z</dcterms:created>
  <dcterms:modified xsi:type="dcterms:W3CDTF">2016-09-08T05:47:22Z</dcterms:modified>
</cp:coreProperties>
</file>