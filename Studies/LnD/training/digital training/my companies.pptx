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7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0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7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6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9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4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7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786DA-E910-48C3-9BD4-79563C953BDE}" type="datetimeFigureOut">
              <a:rPr lang="en-US" smtClean="0"/>
              <a:t>8/28/2016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772E3-2CA3-4807-AC34-C9E017C3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0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1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BMW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Sponsor internationally acclaimed </a:t>
            </a:r>
            <a:r>
              <a:rPr lang="en-US" dirty="0" err="1" smtClean="0"/>
              <a:t>organisations</a:t>
            </a:r>
            <a:endParaRPr lang="en-US" dirty="0" smtClean="0"/>
          </a:p>
          <a:p>
            <a:r>
              <a:rPr lang="en-US" dirty="0" smtClean="0"/>
              <a:t>Customer engagement – photography competitions, hunt for the best picture</a:t>
            </a:r>
          </a:p>
          <a:p>
            <a:r>
              <a:rPr lang="en-US" dirty="0" smtClean="0"/>
              <a:t>Promises of future and reminders of past</a:t>
            </a:r>
          </a:p>
          <a:p>
            <a:r>
              <a:rPr lang="en-US" dirty="0" smtClean="0"/>
              <a:t>Inside BMW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1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day at the market</a:t>
            </a:r>
          </a:p>
          <a:p>
            <a:r>
              <a:rPr lang="en-US" dirty="0" smtClean="0"/>
              <a:t>Adventurer – coupled with hikers and base jumpers – they are the influencers</a:t>
            </a:r>
          </a:p>
          <a:p>
            <a:r>
              <a:rPr lang="en-US" dirty="0" smtClean="0"/>
              <a:t>Travel explore curiosity – photographers - </a:t>
            </a:r>
            <a:r>
              <a:rPr lang="en-US" dirty="0" smtClean="0"/>
              <a:t>What is beauty</a:t>
            </a:r>
            <a:endParaRPr lang="en-US" dirty="0" smtClean="0"/>
          </a:p>
          <a:p>
            <a:r>
              <a:rPr lang="en-US" dirty="0" smtClean="0"/>
              <a:t>Class – models wearing good clothes</a:t>
            </a:r>
          </a:p>
          <a:p>
            <a:r>
              <a:rPr lang="en-US" dirty="0" smtClean="0"/>
              <a:t>History – enforce the idea that the company has been around for long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328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Disney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Destination Disney</a:t>
            </a:r>
          </a:p>
          <a:p>
            <a:r>
              <a:rPr lang="en-US" dirty="0" smtClean="0"/>
              <a:t>Disney style</a:t>
            </a:r>
          </a:p>
          <a:p>
            <a:r>
              <a:rPr lang="en-US" dirty="0" smtClean="0"/>
              <a:t>Correspond national days to Disney</a:t>
            </a:r>
          </a:p>
          <a:p>
            <a:pPr lvl="1"/>
            <a:r>
              <a:rPr lang="en-US" dirty="0" smtClean="0"/>
              <a:t>National cookie day</a:t>
            </a:r>
          </a:p>
          <a:p>
            <a:r>
              <a:rPr lang="en-US" dirty="0" smtClean="0"/>
              <a:t>Emphasis on history, keep it alive</a:t>
            </a:r>
          </a:p>
          <a:p>
            <a:pPr lvl="1"/>
            <a:r>
              <a:rPr lang="en-US" dirty="0" smtClean="0"/>
              <a:t>Quizzes and similar engagements</a:t>
            </a:r>
          </a:p>
          <a:p>
            <a:r>
              <a:rPr lang="en-US" dirty="0" smtClean="0"/>
              <a:t>Creativity, cuteness</a:t>
            </a:r>
          </a:p>
          <a:p>
            <a:r>
              <a:rPr lang="en-US" dirty="0" smtClean="0"/>
              <a:t>To show the extent of the company intermix them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. Characters from one movie wearing clothes from another movie, within a scene from a third movie</a:t>
            </a:r>
            <a:endParaRPr lang="en-US" dirty="0"/>
          </a:p>
          <a:p>
            <a:r>
              <a:rPr lang="en-US" dirty="0" smtClean="0"/>
              <a:t>Celebrity endorsements not a big deal – they make the celebrities !</a:t>
            </a:r>
          </a:p>
          <a:p>
            <a:pPr lvl="1"/>
            <a:r>
              <a:rPr lang="en-US" dirty="0" smtClean="0"/>
              <a:t>Hence civilian endorsements, show how Disney has become a part of everyday life everywhere</a:t>
            </a:r>
          </a:p>
        </p:txBody>
      </p:sp>
    </p:spTree>
    <p:extLst>
      <p:ext uri="{BB962C8B-B14F-4D97-AF65-F5344CB8AC3E}">
        <p14:creationId xmlns:p14="http://schemas.microsoft.com/office/powerpoint/2010/main" val="420456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Cisco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Show the extent of the company by showing the lives it touches</a:t>
            </a:r>
          </a:p>
          <a:p>
            <a:pPr lvl="1"/>
            <a:r>
              <a:rPr lang="en-US" dirty="0" smtClean="0"/>
              <a:t>Contributions to improving the living and safety standard</a:t>
            </a:r>
          </a:p>
          <a:p>
            <a:r>
              <a:rPr lang="en-US" dirty="0" smtClean="0"/>
              <a:t>A series on what the company does, what each part of the company does, globally</a:t>
            </a:r>
          </a:p>
          <a:p>
            <a:r>
              <a:rPr lang="en-US" dirty="0" smtClean="0"/>
              <a:t>Who are the workers, </a:t>
            </a:r>
            <a:r>
              <a:rPr lang="en-US" dirty="0" err="1" smtClean="0"/>
              <a:t>essentialise</a:t>
            </a:r>
            <a:r>
              <a:rPr lang="en-US" dirty="0" smtClean="0"/>
              <a:t> the workforce as human, interesting people</a:t>
            </a:r>
          </a:p>
          <a:p>
            <a:r>
              <a:rPr lang="en-US" dirty="0" smtClean="0"/>
              <a:t>Make yourself relevant </a:t>
            </a:r>
            <a:r>
              <a:rPr lang="en-US" dirty="0" err="1" smtClean="0"/>
              <a:t>wrt</a:t>
            </a:r>
            <a:r>
              <a:rPr lang="en-US" dirty="0" smtClean="0"/>
              <a:t> to the international days</a:t>
            </a:r>
          </a:p>
          <a:p>
            <a:r>
              <a:rPr lang="en-US" dirty="0" smtClean="0"/>
              <a:t>Cool things that the company does</a:t>
            </a:r>
          </a:p>
          <a:p>
            <a:r>
              <a:rPr lang="en-US" dirty="0" smtClean="0"/>
              <a:t>Make the leadership human, make </a:t>
            </a:r>
            <a:r>
              <a:rPr lang="en-US" smtClean="0"/>
              <a:t>them relevant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7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3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98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228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BMW</vt:lpstr>
      <vt:lpstr>Merc</vt:lpstr>
      <vt:lpstr>Disney</vt:lpstr>
      <vt:lpstr>Cisco</vt:lpstr>
      <vt:lpstr>Intel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 Bhatt</dc:creator>
  <cp:lastModifiedBy>Anurag Bhatt</cp:lastModifiedBy>
  <cp:revision>24</cp:revision>
  <dcterms:created xsi:type="dcterms:W3CDTF">2016-08-28T12:20:32Z</dcterms:created>
  <dcterms:modified xsi:type="dcterms:W3CDTF">2016-08-28T15:53:56Z</dcterms:modified>
</cp:coreProperties>
</file>