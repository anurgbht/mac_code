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5" autoAdjust="0"/>
    <p:restoredTop sz="94660"/>
  </p:normalViewPr>
  <p:slideViewPr>
    <p:cSldViewPr snapToGrid="0">
      <p:cViewPr varScale="1">
        <p:scale>
          <a:sx n="85" d="100"/>
          <a:sy n="85" d="100"/>
        </p:scale>
        <p:origin x="9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B8E48E9-7613-4945-8D2A-ABCA4CD9951C}" type="doc">
      <dgm:prSet loTypeId="urn:microsoft.com/office/officeart/2005/8/layout/process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CF2A94F-2967-4930-875C-1DC5A7A4AF8D}">
      <dgm:prSet phldrT="[Text]"/>
      <dgm:spPr/>
      <dgm:t>
        <a:bodyPr/>
        <a:lstStyle/>
        <a:p>
          <a:r>
            <a:rPr lang="en-US" dirty="0" smtClean="0"/>
            <a:t>Choose the window</a:t>
          </a:r>
          <a:endParaRPr lang="en-US" dirty="0"/>
        </a:p>
      </dgm:t>
    </dgm:pt>
    <dgm:pt modelId="{2D9F96F9-72BB-42EC-ADEF-58F6EB16EEB1}" type="parTrans" cxnId="{EC6E6493-C6C4-47E1-A1DC-2087805A1068}">
      <dgm:prSet/>
      <dgm:spPr/>
      <dgm:t>
        <a:bodyPr/>
        <a:lstStyle/>
        <a:p>
          <a:endParaRPr lang="en-US"/>
        </a:p>
      </dgm:t>
    </dgm:pt>
    <dgm:pt modelId="{0ED813F9-32FE-41B5-8AAB-FE275F514E7D}" type="sibTrans" cxnId="{EC6E6493-C6C4-47E1-A1DC-2087805A1068}">
      <dgm:prSet/>
      <dgm:spPr/>
      <dgm:t>
        <a:bodyPr/>
        <a:lstStyle/>
        <a:p>
          <a:endParaRPr lang="en-US"/>
        </a:p>
      </dgm:t>
    </dgm:pt>
    <dgm:pt modelId="{C638D7E4-E15C-4781-A41C-954B65A51D1F}">
      <dgm:prSet phldrT="[Text]"/>
      <dgm:spPr/>
      <dgm:t>
        <a:bodyPr/>
        <a:lstStyle/>
        <a:p>
          <a:r>
            <a:rPr lang="en-US" dirty="0" smtClean="0"/>
            <a:t>Frequency of the machine</a:t>
          </a:r>
          <a:endParaRPr lang="en-US" dirty="0"/>
        </a:p>
      </dgm:t>
    </dgm:pt>
    <dgm:pt modelId="{72259199-3FEB-441D-A9ED-4BA31FB7B1DE}" type="parTrans" cxnId="{1E169A2A-A581-4F56-B0B1-19ADC9CE56AD}">
      <dgm:prSet/>
      <dgm:spPr/>
      <dgm:t>
        <a:bodyPr/>
        <a:lstStyle/>
        <a:p>
          <a:endParaRPr lang="en-US"/>
        </a:p>
      </dgm:t>
    </dgm:pt>
    <dgm:pt modelId="{73A8A0C7-CE62-429F-9506-96070F110DB2}" type="sibTrans" cxnId="{1E169A2A-A581-4F56-B0B1-19ADC9CE56AD}">
      <dgm:prSet/>
      <dgm:spPr/>
      <dgm:t>
        <a:bodyPr/>
        <a:lstStyle/>
        <a:p>
          <a:endParaRPr lang="en-US"/>
        </a:p>
      </dgm:t>
    </dgm:pt>
    <dgm:pt modelId="{EF4A1E39-C9CF-49F6-8141-E645037C76E9}">
      <dgm:prSet phldrT="[Text]"/>
      <dgm:spPr/>
      <dgm:t>
        <a:bodyPr/>
        <a:lstStyle/>
        <a:p>
          <a:r>
            <a:rPr lang="en-US" dirty="0" smtClean="0"/>
            <a:t>Extract features within the window</a:t>
          </a:r>
          <a:endParaRPr lang="en-US" dirty="0"/>
        </a:p>
      </dgm:t>
    </dgm:pt>
    <dgm:pt modelId="{D2213D8E-9859-4FAD-95AF-2761EF702CE2}" type="parTrans" cxnId="{B078EF06-65D0-44D2-B1B6-77C3489E7271}">
      <dgm:prSet/>
      <dgm:spPr/>
      <dgm:t>
        <a:bodyPr/>
        <a:lstStyle/>
        <a:p>
          <a:endParaRPr lang="en-US"/>
        </a:p>
      </dgm:t>
    </dgm:pt>
    <dgm:pt modelId="{C0898439-1286-4C6C-B1A2-6BDE3092810D}" type="sibTrans" cxnId="{B078EF06-65D0-44D2-B1B6-77C3489E7271}">
      <dgm:prSet/>
      <dgm:spPr/>
      <dgm:t>
        <a:bodyPr/>
        <a:lstStyle/>
        <a:p>
          <a:endParaRPr lang="en-US"/>
        </a:p>
      </dgm:t>
    </dgm:pt>
    <dgm:pt modelId="{478B5A1B-CF69-4B90-A77C-B93A26E57C64}">
      <dgm:prSet phldrT="[Text]"/>
      <dgm:spPr/>
      <dgm:t>
        <a:bodyPr/>
        <a:lstStyle/>
        <a:p>
          <a:r>
            <a:rPr lang="en-US" dirty="0" smtClean="0"/>
            <a:t>Identify meaningful features</a:t>
          </a:r>
          <a:endParaRPr lang="en-US" dirty="0"/>
        </a:p>
      </dgm:t>
    </dgm:pt>
    <dgm:pt modelId="{A82F5ED5-11F6-42FC-884D-B7DF4E39D925}" type="parTrans" cxnId="{60DDF551-7247-4B5B-853E-FDEF369CE57F}">
      <dgm:prSet/>
      <dgm:spPr/>
      <dgm:t>
        <a:bodyPr/>
        <a:lstStyle/>
        <a:p>
          <a:endParaRPr lang="en-US"/>
        </a:p>
      </dgm:t>
    </dgm:pt>
    <dgm:pt modelId="{F79798BE-B20A-4C4A-BF1F-719B3D9CCCFF}" type="sibTrans" cxnId="{60DDF551-7247-4B5B-853E-FDEF369CE57F}">
      <dgm:prSet/>
      <dgm:spPr/>
      <dgm:t>
        <a:bodyPr/>
        <a:lstStyle/>
        <a:p>
          <a:endParaRPr lang="en-US"/>
        </a:p>
      </dgm:t>
    </dgm:pt>
    <dgm:pt modelId="{58E85C04-0EC5-4AA2-A34A-DBA7F3E57DC7}">
      <dgm:prSet phldrT="[Text]"/>
      <dgm:spPr/>
      <dgm:t>
        <a:bodyPr/>
        <a:lstStyle/>
        <a:p>
          <a:r>
            <a:rPr lang="en-US" dirty="0" smtClean="0"/>
            <a:t>Compare and contrast based on the features</a:t>
          </a:r>
          <a:endParaRPr lang="en-US" dirty="0"/>
        </a:p>
      </dgm:t>
    </dgm:pt>
    <dgm:pt modelId="{14CA3486-7239-4125-A0C9-51EF8EC39C53}" type="parTrans" cxnId="{2D128D29-0582-4E92-8CB4-6400A28BBF53}">
      <dgm:prSet/>
      <dgm:spPr/>
      <dgm:t>
        <a:bodyPr/>
        <a:lstStyle/>
        <a:p>
          <a:endParaRPr lang="en-US"/>
        </a:p>
      </dgm:t>
    </dgm:pt>
    <dgm:pt modelId="{D6BEFEB8-29BF-47CF-A8DE-0FCB32477C33}" type="sibTrans" cxnId="{2D128D29-0582-4E92-8CB4-6400A28BBF53}">
      <dgm:prSet/>
      <dgm:spPr/>
      <dgm:t>
        <a:bodyPr/>
        <a:lstStyle/>
        <a:p>
          <a:endParaRPr lang="en-US"/>
        </a:p>
      </dgm:t>
    </dgm:pt>
    <dgm:pt modelId="{44713C9E-C974-44F9-A6D5-3C0020D4188A}">
      <dgm:prSet phldrT="[Text]"/>
      <dgm:spPr/>
      <dgm:t>
        <a:bodyPr/>
        <a:lstStyle/>
        <a:p>
          <a:r>
            <a:rPr lang="en-US" dirty="0" smtClean="0"/>
            <a:t>Basic plotting</a:t>
          </a:r>
          <a:endParaRPr lang="en-US" dirty="0"/>
        </a:p>
      </dgm:t>
    </dgm:pt>
    <dgm:pt modelId="{C6FEEF33-22C3-40FE-88CF-8FE0BA6AD405}" type="parTrans" cxnId="{CD4CECCD-D9E0-4912-A748-818CBC22F30C}">
      <dgm:prSet/>
      <dgm:spPr/>
      <dgm:t>
        <a:bodyPr/>
        <a:lstStyle/>
        <a:p>
          <a:endParaRPr lang="en-US"/>
        </a:p>
      </dgm:t>
    </dgm:pt>
    <dgm:pt modelId="{54CB1DC1-412E-4D6A-B91D-25F5900484AA}" type="sibTrans" cxnId="{CD4CECCD-D9E0-4912-A748-818CBC22F30C}">
      <dgm:prSet/>
      <dgm:spPr/>
      <dgm:t>
        <a:bodyPr/>
        <a:lstStyle/>
        <a:p>
          <a:endParaRPr lang="en-US"/>
        </a:p>
      </dgm:t>
    </dgm:pt>
    <dgm:pt modelId="{A4A03983-F9AE-4F5F-8782-87567B2FEE68}">
      <dgm:prSet phldrT="[Text]"/>
      <dgm:spPr/>
      <dgm:t>
        <a:bodyPr/>
        <a:lstStyle/>
        <a:p>
          <a:r>
            <a:rPr lang="en-US" dirty="0" smtClean="0"/>
            <a:t>Overlapping window – 50% optimal</a:t>
          </a:r>
          <a:endParaRPr lang="en-US" dirty="0"/>
        </a:p>
      </dgm:t>
    </dgm:pt>
    <dgm:pt modelId="{9B5B35E6-7E61-4CE3-82A7-263F0311D45E}" type="parTrans" cxnId="{ED5B7D9E-7EAC-40AC-B511-F7E2FDDF3C40}">
      <dgm:prSet/>
      <dgm:spPr/>
      <dgm:t>
        <a:bodyPr/>
        <a:lstStyle/>
        <a:p>
          <a:endParaRPr lang="en-US"/>
        </a:p>
      </dgm:t>
    </dgm:pt>
    <dgm:pt modelId="{2719346A-3C98-43FF-909B-D638F2EC35FF}" type="sibTrans" cxnId="{ED5B7D9E-7EAC-40AC-B511-F7E2FDDF3C40}">
      <dgm:prSet/>
      <dgm:spPr/>
      <dgm:t>
        <a:bodyPr/>
        <a:lstStyle/>
        <a:p>
          <a:endParaRPr lang="en-US"/>
        </a:p>
      </dgm:t>
    </dgm:pt>
    <dgm:pt modelId="{6B4869C6-A279-497D-9144-D726DB42A690}">
      <dgm:prSet phldrT="[Text]"/>
      <dgm:spPr/>
      <dgm:t>
        <a:bodyPr/>
        <a:lstStyle/>
        <a:p>
          <a:r>
            <a:rPr lang="en-US" dirty="0" smtClean="0"/>
            <a:t>(from the papers)</a:t>
          </a:r>
          <a:endParaRPr lang="en-US" dirty="0"/>
        </a:p>
      </dgm:t>
    </dgm:pt>
    <dgm:pt modelId="{1F808DF3-6905-4DA0-BE94-E98954B379B5}" type="parTrans" cxnId="{2EF79C32-E267-468B-AC5A-479213B612D3}">
      <dgm:prSet/>
      <dgm:spPr/>
      <dgm:t>
        <a:bodyPr/>
        <a:lstStyle/>
        <a:p>
          <a:endParaRPr lang="en-US"/>
        </a:p>
      </dgm:t>
    </dgm:pt>
    <dgm:pt modelId="{CC0BCE67-4196-45F1-93C7-146E486E6A00}" type="sibTrans" cxnId="{2EF79C32-E267-468B-AC5A-479213B612D3}">
      <dgm:prSet/>
      <dgm:spPr/>
      <dgm:t>
        <a:bodyPr/>
        <a:lstStyle/>
        <a:p>
          <a:endParaRPr lang="en-US"/>
        </a:p>
      </dgm:t>
    </dgm:pt>
    <dgm:pt modelId="{3664445C-931F-4EDE-A062-340320C20CCD}">
      <dgm:prSet phldrT="[Text]"/>
      <dgm:spPr/>
      <dgm:t>
        <a:bodyPr/>
        <a:lstStyle/>
        <a:p>
          <a:r>
            <a:rPr lang="en-US" dirty="0" smtClean="0"/>
            <a:t>Min-max amplitude</a:t>
          </a:r>
          <a:endParaRPr lang="en-US" dirty="0"/>
        </a:p>
      </dgm:t>
    </dgm:pt>
    <dgm:pt modelId="{A2F59570-1FC2-45EF-8A0E-9052F27419F1}" type="parTrans" cxnId="{F0D984D0-AB44-4B86-8A0E-5A8C95D43349}">
      <dgm:prSet/>
      <dgm:spPr/>
      <dgm:t>
        <a:bodyPr/>
        <a:lstStyle/>
        <a:p>
          <a:endParaRPr lang="en-US"/>
        </a:p>
      </dgm:t>
    </dgm:pt>
    <dgm:pt modelId="{20F53D1E-52DF-4502-9A83-C6D70D77B074}" type="sibTrans" cxnId="{F0D984D0-AB44-4B86-8A0E-5A8C95D43349}">
      <dgm:prSet/>
      <dgm:spPr/>
      <dgm:t>
        <a:bodyPr/>
        <a:lstStyle/>
        <a:p>
          <a:endParaRPr lang="en-US"/>
        </a:p>
      </dgm:t>
    </dgm:pt>
    <dgm:pt modelId="{CB692CFB-721A-4F26-B7F1-B31A509F380D}">
      <dgm:prSet phldrT="[Text]"/>
      <dgm:spPr/>
      <dgm:t>
        <a:bodyPr/>
        <a:lstStyle/>
        <a:p>
          <a:r>
            <a:rPr lang="en-US" dirty="0" err="1" smtClean="0"/>
            <a:t>Rms</a:t>
          </a:r>
          <a:r>
            <a:rPr lang="en-US" dirty="0" smtClean="0"/>
            <a:t> value</a:t>
          </a:r>
          <a:endParaRPr lang="en-US" dirty="0"/>
        </a:p>
      </dgm:t>
    </dgm:pt>
    <dgm:pt modelId="{BA26475C-60E2-4AC2-9D39-F4562605D939}" type="parTrans" cxnId="{08A057C8-427D-413E-81A2-EFF3F1775072}">
      <dgm:prSet/>
      <dgm:spPr/>
      <dgm:t>
        <a:bodyPr/>
        <a:lstStyle/>
        <a:p>
          <a:endParaRPr lang="en-US"/>
        </a:p>
      </dgm:t>
    </dgm:pt>
    <dgm:pt modelId="{9C417EF6-BB54-4A6D-9657-B3F323C902F9}" type="sibTrans" cxnId="{08A057C8-427D-413E-81A2-EFF3F1775072}">
      <dgm:prSet/>
      <dgm:spPr/>
      <dgm:t>
        <a:bodyPr/>
        <a:lstStyle/>
        <a:p>
          <a:endParaRPr lang="en-US"/>
        </a:p>
      </dgm:t>
    </dgm:pt>
    <dgm:pt modelId="{04914F49-CC42-4372-A7E8-8DAC306DD878}">
      <dgm:prSet phldrT="[Text]"/>
      <dgm:spPr/>
      <dgm:t>
        <a:bodyPr/>
        <a:lstStyle/>
        <a:p>
          <a:r>
            <a:rPr lang="en-US" dirty="0" smtClean="0"/>
            <a:t>Energy</a:t>
          </a:r>
          <a:endParaRPr lang="en-US" dirty="0"/>
        </a:p>
      </dgm:t>
    </dgm:pt>
    <dgm:pt modelId="{0447E18E-6B29-42CD-8CAD-B9C1166B3EE8}" type="parTrans" cxnId="{6FF43CCB-DC4B-4E39-8AD3-125830F01234}">
      <dgm:prSet/>
      <dgm:spPr/>
      <dgm:t>
        <a:bodyPr/>
        <a:lstStyle/>
        <a:p>
          <a:endParaRPr lang="en-US"/>
        </a:p>
      </dgm:t>
    </dgm:pt>
    <dgm:pt modelId="{80250AA0-1E75-4A90-82A5-7E646442A2F6}" type="sibTrans" cxnId="{6FF43CCB-DC4B-4E39-8AD3-125830F01234}">
      <dgm:prSet/>
      <dgm:spPr/>
      <dgm:t>
        <a:bodyPr/>
        <a:lstStyle/>
        <a:p>
          <a:endParaRPr lang="en-US"/>
        </a:p>
      </dgm:t>
    </dgm:pt>
    <dgm:pt modelId="{14D5C7AF-5E52-4B44-B08D-3A1C274458E0}">
      <dgm:prSet phldrT="[Text]"/>
      <dgm:spPr/>
      <dgm:t>
        <a:bodyPr/>
        <a:lstStyle/>
        <a:p>
          <a:r>
            <a:rPr lang="en-US" dirty="0" smtClean="0"/>
            <a:t>Mean</a:t>
          </a:r>
          <a:endParaRPr lang="en-US" dirty="0"/>
        </a:p>
      </dgm:t>
    </dgm:pt>
    <dgm:pt modelId="{4487E237-548C-487C-92F1-5DC8298931B7}" type="parTrans" cxnId="{68B92BFA-26B5-468D-82C7-71238EE5887C}">
      <dgm:prSet/>
      <dgm:spPr/>
      <dgm:t>
        <a:bodyPr/>
        <a:lstStyle/>
        <a:p>
          <a:endParaRPr lang="en-US"/>
        </a:p>
      </dgm:t>
    </dgm:pt>
    <dgm:pt modelId="{1CD5A337-AA92-415C-84E6-4085B2672695}" type="sibTrans" cxnId="{68B92BFA-26B5-468D-82C7-71238EE5887C}">
      <dgm:prSet/>
      <dgm:spPr/>
      <dgm:t>
        <a:bodyPr/>
        <a:lstStyle/>
        <a:p>
          <a:endParaRPr lang="en-US"/>
        </a:p>
      </dgm:t>
    </dgm:pt>
    <dgm:pt modelId="{8053636F-7B4E-43A7-A4FA-FF9F6E71B6B8}">
      <dgm:prSet phldrT="[Text]"/>
      <dgm:spPr/>
      <dgm:t>
        <a:bodyPr/>
        <a:lstStyle/>
        <a:p>
          <a:r>
            <a:rPr lang="en-US" dirty="0" smtClean="0"/>
            <a:t>Finding a separating hyper-plane</a:t>
          </a:r>
          <a:endParaRPr lang="en-US" dirty="0"/>
        </a:p>
      </dgm:t>
    </dgm:pt>
    <dgm:pt modelId="{3FD93A94-E37E-4F12-A946-C78546AAC283}" type="parTrans" cxnId="{50F656BD-3D09-4FEB-81AA-257DE237229F}">
      <dgm:prSet/>
      <dgm:spPr/>
      <dgm:t>
        <a:bodyPr/>
        <a:lstStyle/>
        <a:p>
          <a:endParaRPr lang="en-US"/>
        </a:p>
      </dgm:t>
    </dgm:pt>
    <dgm:pt modelId="{F0F09D1C-54E1-4E72-BC60-60DA2C06A958}" type="sibTrans" cxnId="{50F656BD-3D09-4FEB-81AA-257DE237229F}">
      <dgm:prSet/>
      <dgm:spPr/>
      <dgm:t>
        <a:bodyPr/>
        <a:lstStyle/>
        <a:p>
          <a:endParaRPr lang="en-US"/>
        </a:p>
      </dgm:t>
    </dgm:pt>
    <dgm:pt modelId="{F66BACE3-6A76-404B-B9B2-5AACA919E2AA}">
      <dgm:prSet phldrT="[Text]"/>
      <dgm:spPr/>
      <dgm:t>
        <a:bodyPr/>
        <a:lstStyle/>
        <a:p>
          <a:r>
            <a:rPr lang="en-US" dirty="0" smtClean="0"/>
            <a:t>See if separable clusters can be seen</a:t>
          </a:r>
          <a:endParaRPr lang="en-US" dirty="0"/>
        </a:p>
      </dgm:t>
    </dgm:pt>
    <dgm:pt modelId="{DD2C871A-8C43-4DAD-945F-311E25071079}" type="parTrans" cxnId="{1B4AC260-5F67-489B-B4C6-0389FA8FCDF4}">
      <dgm:prSet/>
      <dgm:spPr/>
      <dgm:t>
        <a:bodyPr/>
        <a:lstStyle/>
        <a:p>
          <a:endParaRPr lang="en-US"/>
        </a:p>
      </dgm:t>
    </dgm:pt>
    <dgm:pt modelId="{AAC4EA2A-3D7D-4273-8A94-848180844FDC}" type="sibTrans" cxnId="{1B4AC260-5F67-489B-B4C6-0389FA8FCDF4}">
      <dgm:prSet/>
      <dgm:spPr/>
      <dgm:t>
        <a:bodyPr/>
        <a:lstStyle/>
        <a:p>
          <a:endParaRPr lang="en-US"/>
        </a:p>
      </dgm:t>
    </dgm:pt>
    <dgm:pt modelId="{9532B140-4770-4B16-A9E1-6A09A5B206BD}">
      <dgm:prSet phldrT="[Text]"/>
      <dgm:spPr/>
      <dgm:t>
        <a:bodyPr/>
        <a:lstStyle/>
        <a:p>
          <a:r>
            <a:rPr lang="en-US" dirty="0" smtClean="0"/>
            <a:t>Clustering algorithms</a:t>
          </a:r>
          <a:endParaRPr lang="en-US" dirty="0"/>
        </a:p>
      </dgm:t>
    </dgm:pt>
    <dgm:pt modelId="{69B9F8D4-070C-44DF-96EA-D6F5BDBAA335}" type="parTrans" cxnId="{876A54E6-218D-48C7-8C7F-E320EC9C055F}">
      <dgm:prSet/>
      <dgm:spPr/>
      <dgm:t>
        <a:bodyPr/>
        <a:lstStyle/>
        <a:p>
          <a:endParaRPr lang="en-US"/>
        </a:p>
      </dgm:t>
    </dgm:pt>
    <dgm:pt modelId="{B1514681-5EA5-4909-BAFB-F977E293C94F}" type="sibTrans" cxnId="{876A54E6-218D-48C7-8C7F-E320EC9C055F}">
      <dgm:prSet/>
      <dgm:spPr/>
      <dgm:t>
        <a:bodyPr/>
        <a:lstStyle/>
        <a:p>
          <a:endParaRPr lang="en-US"/>
        </a:p>
      </dgm:t>
    </dgm:pt>
    <dgm:pt modelId="{D2338327-7FBE-4109-9DBF-3CF7D3B75167}" type="pres">
      <dgm:prSet presAssocID="{EB8E48E9-7613-4945-8D2A-ABCA4CD9951C}" presName="linearFlow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BDCA7B07-0186-4378-A8E8-7AB3F4884240}" type="pres">
      <dgm:prSet presAssocID="{9CF2A94F-2967-4930-875C-1DC5A7A4AF8D}" presName="composite" presStyleCnt="0"/>
      <dgm:spPr/>
    </dgm:pt>
    <dgm:pt modelId="{90D38EA2-F8CD-4A2A-B610-79724C607ACB}" type="pres">
      <dgm:prSet presAssocID="{9CF2A94F-2967-4930-875C-1DC5A7A4AF8D}" presName="parTx" presStyleLbl="node1" presStyleIdx="0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F25E3AE-F723-4691-99EE-6CA50617A681}" type="pres">
      <dgm:prSet presAssocID="{9CF2A94F-2967-4930-875C-1DC5A7A4AF8D}" presName="parSh" presStyleLbl="node1" presStyleIdx="0" presStyleCnt="3"/>
      <dgm:spPr/>
      <dgm:t>
        <a:bodyPr/>
        <a:lstStyle/>
        <a:p>
          <a:endParaRPr lang="en-US"/>
        </a:p>
      </dgm:t>
    </dgm:pt>
    <dgm:pt modelId="{209861B6-2C05-4900-BDEC-28D69A23C791}" type="pres">
      <dgm:prSet presAssocID="{9CF2A94F-2967-4930-875C-1DC5A7A4AF8D}" presName="desTx" presStyleLbl="fgAcc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9E948C1-EE61-4CAA-AA81-3DA0DE0AE243}" type="pres">
      <dgm:prSet presAssocID="{0ED813F9-32FE-41B5-8AAB-FE275F514E7D}" presName="sibTrans" presStyleLbl="sibTrans2D1" presStyleIdx="0" presStyleCnt="2"/>
      <dgm:spPr/>
      <dgm:t>
        <a:bodyPr/>
        <a:lstStyle/>
        <a:p>
          <a:endParaRPr lang="en-US"/>
        </a:p>
      </dgm:t>
    </dgm:pt>
    <dgm:pt modelId="{A0740D63-335C-4FC5-AC48-07027C39E743}" type="pres">
      <dgm:prSet presAssocID="{0ED813F9-32FE-41B5-8AAB-FE275F514E7D}" presName="connTx" presStyleLbl="sibTrans2D1" presStyleIdx="0" presStyleCnt="2"/>
      <dgm:spPr/>
      <dgm:t>
        <a:bodyPr/>
        <a:lstStyle/>
        <a:p>
          <a:endParaRPr lang="en-US"/>
        </a:p>
      </dgm:t>
    </dgm:pt>
    <dgm:pt modelId="{F6643EB5-61AB-4A0E-9EB0-4FDB6C831896}" type="pres">
      <dgm:prSet presAssocID="{EF4A1E39-C9CF-49F6-8141-E645037C76E9}" presName="composite" presStyleCnt="0"/>
      <dgm:spPr/>
    </dgm:pt>
    <dgm:pt modelId="{5B875C08-BB9C-4A0C-98C9-2BCD10FA1F27}" type="pres">
      <dgm:prSet presAssocID="{EF4A1E39-C9CF-49F6-8141-E645037C76E9}" presName="parTx" presStyleLbl="node1" presStyleIdx="0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4573967-3A5E-4CCE-A4A2-FDE19B210650}" type="pres">
      <dgm:prSet presAssocID="{EF4A1E39-C9CF-49F6-8141-E645037C76E9}" presName="parSh" presStyleLbl="node1" presStyleIdx="1" presStyleCnt="3"/>
      <dgm:spPr/>
      <dgm:t>
        <a:bodyPr/>
        <a:lstStyle/>
        <a:p>
          <a:endParaRPr lang="en-US"/>
        </a:p>
      </dgm:t>
    </dgm:pt>
    <dgm:pt modelId="{3D241B9D-5B13-4E8D-B4D2-F2E7E86E8C6A}" type="pres">
      <dgm:prSet presAssocID="{EF4A1E39-C9CF-49F6-8141-E645037C76E9}" presName="desTx" presStyleLbl="fgAcc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8149C8A-C29F-477B-A927-79759D899B03}" type="pres">
      <dgm:prSet presAssocID="{C0898439-1286-4C6C-B1A2-6BDE3092810D}" presName="sibTrans" presStyleLbl="sibTrans2D1" presStyleIdx="1" presStyleCnt="2"/>
      <dgm:spPr/>
      <dgm:t>
        <a:bodyPr/>
        <a:lstStyle/>
        <a:p>
          <a:endParaRPr lang="en-US"/>
        </a:p>
      </dgm:t>
    </dgm:pt>
    <dgm:pt modelId="{1D98D416-8138-4AF3-9988-610E449CF9C4}" type="pres">
      <dgm:prSet presAssocID="{C0898439-1286-4C6C-B1A2-6BDE3092810D}" presName="connTx" presStyleLbl="sibTrans2D1" presStyleIdx="1" presStyleCnt="2"/>
      <dgm:spPr/>
      <dgm:t>
        <a:bodyPr/>
        <a:lstStyle/>
        <a:p>
          <a:endParaRPr lang="en-US"/>
        </a:p>
      </dgm:t>
    </dgm:pt>
    <dgm:pt modelId="{39259A04-F34D-429A-9E75-03DD872B0AB6}" type="pres">
      <dgm:prSet presAssocID="{58E85C04-0EC5-4AA2-A34A-DBA7F3E57DC7}" presName="composite" presStyleCnt="0"/>
      <dgm:spPr/>
    </dgm:pt>
    <dgm:pt modelId="{8CADFE49-6E60-4814-B03C-907D99542E82}" type="pres">
      <dgm:prSet presAssocID="{58E85C04-0EC5-4AA2-A34A-DBA7F3E57DC7}" presName="parTx" presStyleLbl="node1" presStyleIdx="1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05EC080-B8DE-4A73-ACA4-B4DDE2491B80}" type="pres">
      <dgm:prSet presAssocID="{58E85C04-0EC5-4AA2-A34A-DBA7F3E57DC7}" presName="parSh" presStyleLbl="node1" presStyleIdx="2" presStyleCnt="3"/>
      <dgm:spPr/>
      <dgm:t>
        <a:bodyPr/>
        <a:lstStyle/>
        <a:p>
          <a:endParaRPr lang="en-US"/>
        </a:p>
      </dgm:t>
    </dgm:pt>
    <dgm:pt modelId="{C24ECA2D-C547-470C-9646-47715EDF19B6}" type="pres">
      <dgm:prSet presAssocID="{58E85C04-0EC5-4AA2-A34A-DBA7F3E57DC7}" presName="desTx" presStyleLbl="fgAcc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F1687E1E-B991-45AB-BC08-3ABFA115700F}" type="presOf" srcId="{58E85C04-0EC5-4AA2-A34A-DBA7F3E57DC7}" destId="{8CADFE49-6E60-4814-B03C-907D99542E82}" srcOrd="0" destOrd="0" presId="urn:microsoft.com/office/officeart/2005/8/layout/process3"/>
    <dgm:cxn modelId="{1B4AC260-5F67-489B-B4C6-0389FA8FCDF4}" srcId="{44713C9E-C974-44F9-A6D5-3C0020D4188A}" destId="{F66BACE3-6A76-404B-B9B2-5AACA919E2AA}" srcOrd="0" destOrd="0" parTransId="{DD2C871A-8C43-4DAD-945F-311E25071079}" sibTransId="{AAC4EA2A-3D7D-4273-8A94-848180844FDC}"/>
    <dgm:cxn modelId="{6F401235-BD50-425F-8D26-7A534B0EFC64}" type="presOf" srcId="{9532B140-4770-4B16-A9E1-6A09A5B206BD}" destId="{C24ECA2D-C547-470C-9646-47715EDF19B6}" srcOrd="0" destOrd="3" presId="urn:microsoft.com/office/officeart/2005/8/layout/process3"/>
    <dgm:cxn modelId="{CC0E2DB5-7F2B-42B3-8B97-5B68D7591597}" type="presOf" srcId="{8053636F-7B4E-43A7-A4FA-FF9F6E71B6B8}" destId="{C24ECA2D-C547-470C-9646-47715EDF19B6}" srcOrd="0" destOrd="2" presId="urn:microsoft.com/office/officeart/2005/8/layout/process3"/>
    <dgm:cxn modelId="{EC6E6493-C6C4-47E1-A1DC-2087805A1068}" srcId="{EB8E48E9-7613-4945-8D2A-ABCA4CD9951C}" destId="{9CF2A94F-2967-4930-875C-1DC5A7A4AF8D}" srcOrd="0" destOrd="0" parTransId="{2D9F96F9-72BB-42EC-ADEF-58F6EB16EEB1}" sibTransId="{0ED813F9-32FE-41B5-8AAB-FE275F514E7D}"/>
    <dgm:cxn modelId="{599E60FC-FEA0-496C-A7AC-51DBBB7AE35E}" type="presOf" srcId="{CB692CFB-721A-4F26-B7F1-B31A509F380D}" destId="{3D241B9D-5B13-4E8D-B4D2-F2E7E86E8C6A}" srcOrd="0" destOrd="2" presId="urn:microsoft.com/office/officeart/2005/8/layout/process3"/>
    <dgm:cxn modelId="{987F986A-CE1D-4661-A0AC-4004827D193D}" type="presOf" srcId="{EF4A1E39-C9CF-49F6-8141-E645037C76E9}" destId="{14573967-3A5E-4CCE-A4A2-FDE19B210650}" srcOrd="1" destOrd="0" presId="urn:microsoft.com/office/officeart/2005/8/layout/process3"/>
    <dgm:cxn modelId="{F0D984D0-AB44-4B86-8A0E-5A8C95D43349}" srcId="{EF4A1E39-C9CF-49F6-8141-E645037C76E9}" destId="{3664445C-931F-4EDE-A062-340320C20CCD}" srcOrd="1" destOrd="0" parTransId="{A2F59570-1FC2-45EF-8A0E-9052F27419F1}" sibTransId="{20F53D1E-52DF-4502-9A83-C6D70D77B074}"/>
    <dgm:cxn modelId="{A29D3DE2-F232-4165-A8FB-FC51DC495B76}" type="presOf" srcId="{C0898439-1286-4C6C-B1A2-6BDE3092810D}" destId="{D8149C8A-C29F-477B-A927-79759D899B03}" srcOrd="0" destOrd="0" presId="urn:microsoft.com/office/officeart/2005/8/layout/process3"/>
    <dgm:cxn modelId="{F89D4BAF-F88B-40AF-B61C-785490B7A8AB}" type="presOf" srcId="{C638D7E4-E15C-4781-A41C-954B65A51D1F}" destId="{209861B6-2C05-4900-BDEC-28D69A23C791}" srcOrd="0" destOrd="0" presId="urn:microsoft.com/office/officeart/2005/8/layout/process3"/>
    <dgm:cxn modelId="{A5807DE7-C0BB-46B8-BC0A-DB77D3D65561}" type="presOf" srcId="{478B5A1B-CF69-4B90-A77C-B93A26E57C64}" destId="{3D241B9D-5B13-4E8D-B4D2-F2E7E86E8C6A}" srcOrd="0" destOrd="0" presId="urn:microsoft.com/office/officeart/2005/8/layout/process3"/>
    <dgm:cxn modelId="{6FF43CCB-DC4B-4E39-8AD3-125830F01234}" srcId="{EF4A1E39-C9CF-49F6-8141-E645037C76E9}" destId="{04914F49-CC42-4372-A7E8-8DAC306DD878}" srcOrd="3" destOrd="0" parTransId="{0447E18E-6B29-42CD-8CAD-B9C1166B3EE8}" sibTransId="{80250AA0-1E75-4A90-82A5-7E646442A2F6}"/>
    <dgm:cxn modelId="{774AC87B-DC09-4E3F-9ED5-2B125218E37D}" type="presOf" srcId="{EB8E48E9-7613-4945-8D2A-ABCA4CD9951C}" destId="{D2338327-7FBE-4109-9DBF-3CF7D3B75167}" srcOrd="0" destOrd="0" presId="urn:microsoft.com/office/officeart/2005/8/layout/process3"/>
    <dgm:cxn modelId="{D2798048-8B21-45A8-B45F-6DD9A707418C}" type="presOf" srcId="{0ED813F9-32FE-41B5-8AAB-FE275F514E7D}" destId="{09E948C1-EE61-4CAA-AA81-3DA0DE0AE243}" srcOrd="0" destOrd="0" presId="urn:microsoft.com/office/officeart/2005/8/layout/process3"/>
    <dgm:cxn modelId="{2EF79C32-E267-468B-AC5A-479213B612D3}" srcId="{9CF2A94F-2967-4930-875C-1DC5A7A4AF8D}" destId="{6B4869C6-A279-497D-9144-D726DB42A690}" srcOrd="2" destOrd="0" parTransId="{1F808DF3-6905-4DA0-BE94-E98954B379B5}" sibTransId="{CC0BCE67-4196-45F1-93C7-146E486E6A00}"/>
    <dgm:cxn modelId="{53235DBC-BD78-4E38-9761-C6F1D0725E76}" type="presOf" srcId="{3664445C-931F-4EDE-A062-340320C20CCD}" destId="{3D241B9D-5B13-4E8D-B4D2-F2E7E86E8C6A}" srcOrd="0" destOrd="1" presId="urn:microsoft.com/office/officeart/2005/8/layout/process3"/>
    <dgm:cxn modelId="{60DDF551-7247-4B5B-853E-FDEF369CE57F}" srcId="{EF4A1E39-C9CF-49F6-8141-E645037C76E9}" destId="{478B5A1B-CF69-4B90-A77C-B93A26E57C64}" srcOrd="0" destOrd="0" parTransId="{A82F5ED5-11F6-42FC-884D-B7DF4E39D925}" sibTransId="{F79798BE-B20A-4C4A-BF1F-719B3D9CCCFF}"/>
    <dgm:cxn modelId="{1E169A2A-A581-4F56-B0B1-19ADC9CE56AD}" srcId="{9CF2A94F-2967-4930-875C-1DC5A7A4AF8D}" destId="{C638D7E4-E15C-4781-A41C-954B65A51D1F}" srcOrd="0" destOrd="0" parTransId="{72259199-3FEB-441D-A9ED-4BA31FB7B1DE}" sibTransId="{73A8A0C7-CE62-429F-9506-96070F110DB2}"/>
    <dgm:cxn modelId="{616F3295-A4F2-4A68-A267-F47E0FC3305F}" type="presOf" srcId="{9CF2A94F-2967-4930-875C-1DC5A7A4AF8D}" destId="{CF25E3AE-F723-4691-99EE-6CA50617A681}" srcOrd="1" destOrd="0" presId="urn:microsoft.com/office/officeart/2005/8/layout/process3"/>
    <dgm:cxn modelId="{68B92BFA-26B5-468D-82C7-71238EE5887C}" srcId="{EF4A1E39-C9CF-49F6-8141-E645037C76E9}" destId="{14D5C7AF-5E52-4B44-B08D-3A1C274458E0}" srcOrd="4" destOrd="0" parTransId="{4487E237-548C-487C-92F1-5DC8298931B7}" sibTransId="{1CD5A337-AA92-415C-84E6-4085B2672695}"/>
    <dgm:cxn modelId="{359E0709-C648-476B-BC65-C57997FA87ED}" type="presOf" srcId="{9CF2A94F-2967-4930-875C-1DC5A7A4AF8D}" destId="{90D38EA2-F8CD-4A2A-B610-79724C607ACB}" srcOrd="0" destOrd="0" presId="urn:microsoft.com/office/officeart/2005/8/layout/process3"/>
    <dgm:cxn modelId="{ED5B7D9E-7EAC-40AC-B511-F7E2FDDF3C40}" srcId="{9CF2A94F-2967-4930-875C-1DC5A7A4AF8D}" destId="{A4A03983-F9AE-4F5F-8782-87567B2FEE68}" srcOrd="1" destOrd="0" parTransId="{9B5B35E6-7E61-4CE3-82A7-263F0311D45E}" sibTransId="{2719346A-3C98-43FF-909B-D638F2EC35FF}"/>
    <dgm:cxn modelId="{9D2E3F4A-128F-4001-9C8F-D39878BF7A85}" type="presOf" srcId="{A4A03983-F9AE-4F5F-8782-87567B2FEE68}" destId="{209861B6-2C05-4900-BDEC-28D69A23C791}" srcOrd="0" destOrd="1" presId="urn:microsoft.com/office/officeart/2005/8/layout/process3"/>
    <dgm:cxn modelId="{A1E32541-E206-4A39-908A-58955A8BAE97}" type="presOf" srcId="{14D5C7AF-5E52-4B44-B08D-3A1C274458E0}" destId="{3D241B9D-5B13-4E8D-B4D2-F2E7E86E8C6A}" srcOrd="0" destOrd="4" presId="urn:microsoft.com/office/officeart/2005/8/layout/process3"/>
    <dgm:cxn modelId="{10E8FAE4-EB6F-4F13-B4C5-E567CF64E1C5}" type="presOf" srcId="{58E85C04-0EC5-4AA2-A34A-DBA7F3E57DC7}" destId="{405EC080-B8DE-4A73-ACA4-B4DDE2491B80}" srcOrd="1" destOrd="0" presId="urn:microsoft.com/office/officeart/2005/8/layout/process3"/>
    <dgm:cxn modelId="{CD4CECCD-D9E0-4912-A748-818CBC22F30C}" srcId="{58E85C04-0EC5-4AA2-A34A-DBA7F3E57DC7}" destId="{44713C9E-C974-44F9-A6D5-3C0020D4188A}" srcOrd="0" destOrd="0" parTransId="{C6FEEF33-22C3-40FE-88CF-8FE0BA6AD405}" sibTransId="{54CB1DC1-412E-4D6A-B91D-25F5900484AA}"/>
    <dgm:cxn modelId="{2D128D29-0582-4E92-8CB4-6400A28BBF53}" srcId="{EB8E48E9-7613-4945-8D2A-ABCA4CD9951C}" destId="{58E85C04-0EC5-4AA2-A34A-DBA7F3E57DC7}" srcOrd="2" destOrd="0" parTransId="{14CA3486-7239-4125-A0C9-51EF8EC39C53}" sibTransId="{D6BEFEB8-29BF-47CF-A8DE-0FCB32477C33}"/>
    <dgm:cxn modelId="{50F656BD-3D09-4FEB-81AA-257DE237229F}" srcId="{58E85C04-0EC5-4AA2-A34A-DBA7F3E57DC7}" destId="{8053636F-7B4E-43A7-A4FA-FF9F6E71B6B8}" srcOrd="1" destOrd="0" parTransId="{3FD93A94-E37E-4F12-A946-C78546AAC283}" sibTransId="{F0F09D1C-54E1-4E72-BC60-60DA2C06A958}"/>
    <dgm:cxn modelId="{0E889A0C-0D5C-4639-BAE4-C498D87FF8D3}" type="presOf" srcId="{C0898439-1286-4C6C-B1A2-6BDE3092810D}" destId="{1D98D416-8138-4AF3-9988-610E449CF9C4}" srcOrd="1" destOrd="0" presId="urn:microsoft.com/office/officeart/2005/8/layout/process3"/>
    <dgm:cxn modelId="{291FBEC3-4279-4603-9404-93C2A687E54A}" type="presOf" srcId="{EF4A1E39-C9CF-49F6-8141-E645037C76E9}" destId="{5B875C08-BB9C-4A0C-98C9-2BCD10FA1F27}" srcOrd="0" destOrd="0" presId="urn:microsoft.com/office/officeart/2005/8/layout/process3"/>
    <dgm:cxn modelId="{B078EF06-65D0-44D2-B1B6-77C3489E7271}" srcId="{EB8E48E9-7613-4945-8D2A-ABCA4CD9951C}" destId="{EF4A1E39-C9CF-49F6-8141-E645037C76E9}" srcOrd="1" destOrd="0" parTransId="{D2213D8E-9859-4FAD-95AF-2761EF702CE2}" sibTransId="{C0898439-1286-4C6C-B1A2-6BDE3092810D}"/>
    <dgm:cxn modelId="{BD30E768-B4CB-4922-BF36-5533611BE22D}" type="presOf" srcId="{0ED813F9-32FE-41B5-8AAB-FE275F514E7D}" destId="{A0740D63-335C-4FC5-AC48-07027C39E743}" srcOrd="1" destOrd="0" presId="urn:microsoft.com/office/officeart/2005/8/layout/process3"/>
    <dgm:cxn modelId="{08A057C8-427D-413E-81A2-EFF3F1775072}" srcId="{EF4A1E39-C9CF-49F6-8141-E645037C76E9}" destId="{CB692CFB-721A-4F26-B7F1-B31A509F380D}" srcOrd="2" destOrd="0" parTransId="{BA26475C-60E2-4AC2-9D39-F4562605D939}" sibTransId="{9C417EF6-BB54-4A6D-9657-B3F323C902F9}"/>
    <dgm:cxn modelId="{2441CCDD-7504-4F0F-A3BD-C9B98811A48E}" type="presOf" srcId="{04914F49-CC42-4372-A7E8-8DAC306DD878}" destId="{3D241B9D-5B13-4E8D-B4D2-F2E7E86E8C6A}" srcOrd="0" destOrd="3" presId="urn:microsoft.com/office/officeart/2005/8/layout/process3"/>
    <dgm:cxn modelId="{5730DFBE-5051-46BF-8CB4-0A4E2602D4F6}" type="presOf" srcId="{44713C9E-C974-44F9-A6D5-3C0020D4188A}" destId="{C24ECA2D-C547-470C-9646-47715EDF19B6}" srcOrd="0" destOrd="0" presId="urn:microsoft.com/office/officeart/2005/8/layout/process3"/>
    <dgm:cxn modelId="{876A54E6-218D-48C7-8C7F-E320EC9C055F}" srcId="{8053636F-7B4E-43A7-A4FA-FF9F6E71B6B8}" destId="{9532B140-4770-4B16-A9E1-6A09A5B206BD}" srcOrd="0" destOrd="0" parTransId="{69B9F8D4-070C-44DF-96EA-D6F5BDBAA335}" sibTransId="{B1514681-5EA5-4909-BAFB-F977E293C94F}"/>
    <dgm:cxn modelId="{D7FF8B60-AE99-4AEF-B028-8162DC321FE2}" type="presOf" srcId="{6B4869C6-A279-497D-9144-D726DB42A690}" destId="{209861B6-2C05-4900-BDEC-28D69A23C791}" srcOrd="0" destOrd="2" presId="urn:microsoft.com/office/officeart/2005/8/layout/process3"/>
    <dgm:cxn modelId="{EDFE64D8-E793-4ABE-B06E-7E0CE2B64BA2}" type="presOf" srcId="{F66BACE3-6A76-404B-B9B2-5AACA919E2AA}" destId="{C24ECA2D-C547-470C-9646-47715EDF19B6}" srcOrd="0" destOrd="1" presId="urn:microsoft.com/office/officeart/2005/8/layout/process3"/>
    <dgm:cxn modelId="{AA5ADCA9-6641-4BB5-80ED-35E7F0CEBBFD}" type="presParOf" srcId="{D2338327-7FBE-4109-9DBF-3CF7D3B75167}" destId="{BDCA7B07-0186-4378-A8E8-7AB3F4884240}" srcOrd="0" destOrd="0" presId="urn:microsoft.com/office/officeart/2005/8/layout/process3"/>
    <dgm:cxn modelId="{2B3A0C62-1E9C-4615-89E4-8E3AB2D47257}" type="presParOf" srcId="{BDCA7B07-0186-4378-A8E8-7AB3F4884240}" destId="{90D38EA2-F8CD-4A2A-B610-79724C607ACB}" srcOrd="0" destOrd="0" presId="urn:microsoft.com/office/officeart/2005/8/layout/process3"/>
    <dgm:cxn modelId="{A5BBDB07-B2C2-4320-8340-C3ED363615AB}" type="presParOf" srcId="{BDCA7B07-0186-4378-A8E8-7AB3F4884240}" destId="{CF25E3AE-F723-4691-99EE-6CA50617A681}" srcOrd="1" destOrd="0" presId="urn:microsoft.com/office/officeart/2005/8/layout/process3"/>
    <dgm:cxn modelId="{D3D296AF-7EA1-496D-940B-AF4531CA17A3}" type="presParOf" srcId="{BDCA7B07-0186-4378-A8E8-7AB3F4884240}" destId="{209861B6-2C05-4900-BDEC-28D69A23C791}" srcOrd="2" destOrd="0" presId="urn:microsoft.com/office/officeart/2005/8/layout/process3"/>
    <dgm:cxn modelId="{40F306F3-916A-4635-919A-D4A6754DDF32}" type="presParOf" srcId="{D2338327-7FBE-4109-9DBF-3CF7D3B75167}" destId="{09E948C1-EE61-4CAA-AA81-3DA0DE0AE243}" srcOrd="1" destOrd="0" presId="urn:microsoft.com/office/officeart/2005/8/layout/process3"/>
    <dgm:cxn modelId="{7E6BE797-6832-48DC-A459-FC5BE00D5D68}" type="presParOf" srcId="{09E948C1-EE61-4CAA-AA81-3DA0DE0AE243}" destId="{A0740D63-335C-4FC5-AC48-07027C39E743}" srcOrd="0" destOrd="0" presId="urn:microsoft.com/office/officeart/2005/8/layout/process3"/>
    <dgm:cxn modelId="{861FE3AA-50E7-41F9-8DF7-104BC76A859B}" type="presParOf" srcId="{D2338327-7FBE-4109-9DBF-3CF7D3B75167}" destId="{F6643EB5-61AB-4A0E-9EB0-4FDB6C831896}" srcOrd="2" destOrd="0" presId="urn:microsoft.com/office/officeart/2005/8/layout/process3"/>
    <dgm:cxn modelId="{9CBB0384-1E26-4D31-9540-121C5BD467EF}" type="presParOf" srcId="{F6643EB5-61AB-4A0E-9EB0-4FDB6C831896}" destId="{5B875C08-BB9C-4A0C-98C9-2BCD10FA1F27}" srcOrd="0" destOrd="0" presId="urn:microsoft.com/office/officeart/2005/8/layout/process3"/>
    <dgm:cxn modelId="{DDCFD7BB-5C4B-4532-8D6E-0A35C3425608}" type="presParOf" srcId="{F6643EB5-61AB-4A0E-9EB0-4FDB6C831896}" destId="{14573967-3A5E-4CCE-A4A2-FDE19B210650}" srcOrd="1" destOrd="0" presId="urn:microsoft.com/office/officeart/2005/8/layout/process3"/>
    <dgm:cxn modelId="{37978BBB-5E00-422C-A624-B180DC76A145}" type="presParOf" srcId="{F6643EB5-61AB-4A0E-9EB0-4FDB6C831896}" destId="{3D241B9D-5B13-4E8D-B4D2-F2E7E86E8C6A}" srcOrd="2" destOrd="0" presId="urn:microsoft.com/office/officeart/2005/8/layout/process3"/>
    <dgm:cxn modelId="{56174666-9E6E-4642-AE9F-DD2241EA7E3A}" type="presParOf" srcId="{D2338327-7FBE-4109-9DBF-3CF7D3B75167}" destId="{D8149C8A-C29F-477B-A927-79759D899B03}" srcOrd="3" destOrd="0" presId="urn:microsoft.com/office/officeart/2005/8/layout/process3"/>
    <dgm:cxn modelId="{A3007363-B7F6-44A1-9CDE-C15400DA5FC2}" type="presParOf" srcId="{D8149C8A-C29F-477B-A927-79759D899B03}" destId="{1D98D416-8138-4AF3-9988-610E449CF9C4}" srcOrd="0" destOrd="0" presId="urn:microsoft.com/office/officeart/2005/8/layout/process3"/>
    <dgm:cxn modelId="{F5C54ADB-F183-4EAD-A13D-EFE2563E4741}" type="presParOf" srcId="{D2338327-7FBE-4109-9DBF-3CF7D3B75167}" destId="{39259A04-F34D-429A-9E75-03DD872B0AB6}" srcOrd="4" destOrd="0" presId="urn:microsoft.com/office/officeart/2005/8/layout/process3"/>
    <dgm:cxn modelId="{66DD5A52-3683-4AB0-A5FC-EA479E42A855}" type="presParOf" srcId="{39259A04-F34D-429A-9E75-03DD872B0AB6}" destId="{8CADFE49-6E60-4814-B03C-907D99542E82}" srcOrd="0" destOrd="0" presId="urn:microsoft.com/office/officeart/2005/8/layout/process3"/>
    <dgm:cxn modelId="{B037F694-6169-49FE-9A0A-0A5E5B6D897A}" type="presParOf" srcId="{39259A04-F34D-429A-9E75-03DD872B0AB6}" destId="{405EC080-B8DE-4A73-ACA4-B4DDE2491B80}" srcOrd="1" destOrd="0" presId="urn:microsoft.com/office/officeart/2005/8/layout/process3"/>
    <dgm:cxn modelId="{5799E611-EA7B-48FC-9B55-4C4DF17CA759}" type="presParOf" srcId="{39259A04-F34D-429A-9E75-03DD872B0AB6}" destId="{C24ECA2D-C547-470C-9646-47715EDF19B6}" srcOrd="2" destOrd="0" presId="urn:microsoft.com/office/officeart/2005/8/layout/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F25E3AE-F723-4691-99EE-6CA50617A681}">
      <dsp:nvSpPr>
        <dsp:cNvPr id="0" name=""/>
        <dsp:cNvSpPr/>
      </dsp:nvSpPr>
      <dsp:spPr>
        <a:xfrm>
          <a:off x="6063" y="1362609"/>
          <a:ext cx="2757130" cy="123404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9352" tIns="149352" rIns="149352" bIns="80010" numCol="1" spcCol="1270" anchor="t" anchorCtr="0">
          <a:noAutofit/>
        </a:bodyPr>
        <a:lstStyle/>
        <a:p>
          <a:pPr lvl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kern="1200" dirty="0" smtClean="0"/>
            <a:t>Choose the window</a:t>
          </a:r>
          <a:endParaRPr lang="en-US" sz="2100" kern="1200" dirty="0"/>
        </a:p>
      </dsp:txBody>
      <dsp:txXfrm>
        <a:off x="6063" y="1362609"/>
        <a:ext cx="2757130" cy="822697"/>
      </dsp:txXfrm>
    </dsp:sp>
    <dsp:sp modelId="{209861B6-2C05-4900-BDEC-28D69A23C791}">
      <dsp:nvSpPr>
        <dsp:cNvPr id="0" name=""/>
        <dsp:cNvSpPr/>
      </dsp:nvSpPr>
      <dsp:spPr>
        <a:xfrm>
          <a:off x="570777" y="2185306"/>
          <a:ext cx="2757130" cy="331008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352" tIns="149352" rIns="149352" bIns="149352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100" kern="1200" dirty="0" smtClean="0"/>
            <a:t>Frequency of the machine</a:t>
          </a:r>
          <a:endParaRPr lang="en-US" sz="2100" kern="1200" dirty="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100" kern="1200" dirty="0" smtClean="0"/>
            <a:t>Overlapping window – 50% optimal</a:t>
          </a:r>
          <a:endParaRPr lang="en-US" sz="2100" kern="1200" dirty="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100" kern="1200" dirty="0" smtClean="0"/>
            <a:t>(from the papers)</a:t>
          </a:r>
          <a:endParaRPr lang="en-US" sz="2100" kern="1200" dirty="0"/>
        </a:p>
      </dsp:txBody>
      <dsp:txXfrm>
        <a:off x="651531" y="2266060"/>
        <a:ext cx="2595622" cy="3148575"/>
      </dsp:txXfrm>
    </dsp:sp>
    <dsp:sp modelId="{09E948C1-EE61-4CAA-AA81-3DA0DE0AE243}">
      <dsp:nvSpPr>
        <dsp:cNvPr id="0" name=""/>
        <dsp:cNvSpPr/>
      </dsp:nvSpPr>
      <dsp:spPr>
        <a:xfrm>
          <a:off x="3181165" y="1430735"/>
          <a:ext cx="886098" cy="68644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700" kern="1200"/>
        </a:p>
      </dsp:txBody>
      <dsp:txXfrm>
        <a:off x="3181165" y="1568024"/>
        <a:ext cx="680165" cy="411867"/>
      </dsp:txXfrm>
    </dsp:sp>
    <dsp:sp modelId="{14573967-3A5E-4CCE-A4A2-FDE19B210650}">
      <dsp:nvSpPr>
        <dsp:cNvPr id="0" name=""/>
        <dsp:cNvSpPr/>
      </dsp:nvSpPr>
      <dsp:spPr>
        <a:xfrm>
          <a:off x="4435078" y="1362609"/>
          <a:ext cx="2757130" cy="123404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9352" tIns="149352" rIns="149352" bIns="80010" numCol="1" spcCol="1270" anchor="t" anchorCtr="0">
          <a:noAutofit/>
        </a:bodyPr>
        <a:lstStyle/>
        <a:p>
          <a:pPr lvl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kern="1200" dirty="0" smtClean="0"/>
            <a:t>Extract features within the window</a:t>
          </a:r>
          <a:endParaRPr lang="en-US" sz="2100" kern="1200" dirty="0"/>
        </a:p>
      </dsp:txBody>
      <dsp:txXfrm>
        <a:off x="4435078" y="1362609"/>
        <a:ext cx="2757130" cy="822697"/>
      </dsp:txXfrm>
    </dsp:sp>
    <dsp:sp modelId="{3D241B9D-5B13-4E8D-B4D2-F2E7E86E8C6A}">
      <dsp:nvSpPr>
        <dsp:cNvPr id="0" name=""/>
        <dsp:cNvSpPr/>
      </dsp:nvSpPr>
      <dsp:spPr>
        <a:xfrm>
          <a:off x="4999791" y="2185306"/>
          <a:ext cx="2757130" cy="331008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352" tIns="149352" rIns="149352" bIns="149352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100" kern="1200" dirty="0" smtClean="0"/>
            <a:t>Identify meaningful features</a:t>
          </a:r>
          <a:endParaRPr lang="en-US" sz="2100" kern="1200" dirty="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100" kern="1200" dirty="0" smtClean="0"/>
            <a:t>Min-max amplitude</a:t>
          </a:r>
          <a:endParaRPr lang="en-US" sz="2100" kern="1200" dirty="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100" kern="1200" dirty="0" err="1" smtClean="0"/>
            <a:t>Rms</a:t>
          </a:r>
          <a:r>
            <a:rPr lang="en-US" sz="2100" kern="1200" dirty="0" smtClean="0"/>
            <a:t> value</a:t>
          </a:r>
          <a:endParaRPr lang="en-US" sz="2100" kern="1200" dirty="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100" kern="1200" dirty="0" smtClean="0"/>
            <a:t>Energy</a:t>
          </a:r>
          <a:endParaRPr lang="en-US" sz="2100" kern="1200" dirty="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100" kern="1200" dirty="0" smtClean="0"/>
            <a:t>Mean</a:t>
          </a:r>
          <a:endParaRPr lang="en-US" sz="2100" kern="1200" dirty="0"/>
        </a:p>
      </dsp:txBody>
      <dsp:txXfrm>
        <a:off x="5080545" y="2266060"/>
        <a:ext cx="2595622" cy="3148575"/>
      </dsp:txXfrm>
    </dsp:sp>
    <dsp:sp modelId="{D8149C8A-C29F-477B-A927-79759D899B03}">
      <dsp:nvSpPr>
        <dsp:cNvPr id="0" name=""/>
        <dsp:cNvSpPr/>
      </dsp:nvSpPr>
      <dsp:spPr>
        <a:xfrm>
          <a:off x="7610179" y="1430735"/>
          <a:ext cx="886098" cy="68644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700" kern="1200"/>
        </a:p>
      </dsp:txBody>
      <dsp:txXfrm>
        <a:off x="7610179" y="1568024"/>
        <a:ext cx="680165" cy="411867"/>
      </dsp:txXfrm>
    </dsp:sp>
    <dsp:sp modelId="{405EC080-B8DE-4A73-ACA4-B4DDE2491B80}">
      <dsp:nvSpPr>
        <dsp:cNvPr id="0" name=""/>
        <dsp:cNvSpPr/>
      </dsp:nvSpPr>
      <dsp:spPr>
        <a:xfrm>
          <a:off x="8864092" y="1362609"/>
          <a:ext cx="2757130" cy="123404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9352" tIns="149352" rIns="149352" bIns="80010" numCol="1" spcCol="1270" anchor="t" anchorCtr="0">
          <a:noAutofit/>
        </a:bodyPr>
        <a:lstStyle/>
        <a:p>
          <a:pPr lvl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kern="1200" dirty="0" smtClean="0"/>
            <a:t>Compare and contrast based on the features</a:t>
          </a:r>
          <a:endParaRPr lang="en-US" sz="2100" kern="1200" dirty="0"/>
        </a:p>
      </dsp:txBody>
      <dsp:txXfrm>
        <a:off x="8864092" y="1362609"/>
        <a:ext cx="2757130" cy="822697"/>
      </dsp:txXfrm>
    </dsp:sp>
    <dsp:sp modelId="{C24ECA2D-C547-470C-9646-47715EDF19B6}">
      <dsp:nvSpPr>
        <dsp:cNvPr id="0" name=""/>
        <dsp:cNvSpPr/>
      </dsp:nvSpPr>
      <dsp:spPr>
        <a:xfrm>
          <a:off x="9428805" y="2185306"/>
          <a:ext cx="2757130" cy="331008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352" tIns="149352" rIns="149352" bIns="149352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100" kern="1200" dirty="0" smtClean="0"/>
            <a:t>Basic plotting</a:t>
          </a:r>
          <a:endParaRPr lang="en-US" sz="2100" kern="1200" dirty="0"/>
        </a:p>
        <a:p>
          <a:pPr marL="457200" lvl="2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100" kern="1200" dirty="0" smtClean="0"/>
            <a:t>See if separable clusters can be seen</a:t>
          </a:r>
          <a:endParaRPr lang="en-US" sz="2100" kern="1200" dirty="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100" kern="1200" dirty="0" smtClean="0"/>
            <a:t>Finding a separating hyper-plane</a:t>
          </a:r>
          <a:endParaRPr lang="en-US" sz="2100" kern="1200" dirty="0"/>
        </a:p>
        <a:p>
          <a:pPr marL="457200" lvl="2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100" kern="1200" dirty="0" smtClean="0"/>
            <a:t>Clustering algorithms</a:t>
          </a:r>
          <a:endParaRPr lang="en-US" sz="2100" kern="1200" dirty="0"/>
        </a:p>
      </dsp:txBody>
      <dsp:txXfrm>
        <a:off x="9509559" y="2266060"/>
        <a:ext cx="2595622" cy="314857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3">
  <dgm:title val=""/>
  <dgm:desc val=""/>
  <dgm:catLst>
    <dgm:cat type="process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3" destOrd="0"/>
        <dgm:cxn modelId="12" srcId="1" destId="11" srcOrd="0" destOrd="0"/>
        <dgm:cxn modelId="23" srcId="2" destId="21" srcOrd="0" destOrd="0"/>
        <dgm:cxn modelId="34" srcId="3" destId="3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" refType="w"/>
      <dgm:constr type="w" for="ch" ptType="sibTrans" refType="w" refFor="ch" refForName="composite" fact="0.3333"/>
      <dgm:constr type="w" for="des" forName="parTx"/>
      <dgm:constr type="h" for="des" forName="parTx" op="equ"/>
      <dgm:constr type="h" for="des" forName="parSh" op="equ"/>
      <dgm:constr type="w" for="des" forName="desTx"/>
      <dgm:constr type="h" for="des" forName="desTx" op="equ"/>
      <dgm:constr type="w" for="des" forName="parSh"/>
      <dgm:constr type="primFontSz" for="des" forName="parTx" val="65"/>
      <dgm:constr type="secFontSz" for="des" forName="desTx" refType="primFontSz" refFor="des" refForName="parTx" op="equ"/>
      <dgm:constr type="primFontSz" for="des" forName="connTx" refType="primFontSz" refFor="des" refForName="parTx" fact="0.8"/>
      <dgm:constr type="primFontSz" for="des" forName="connTx" refType="primFontSz" refFor="des" refForName="parTx" op="lte" fact="0.8"/>
      <dgm:constr type="h" for="des" forName="parTx" refType="primFontSz" refFor="des" refForName="parTx" fact="0.8"/>
      <dgm:constr type="h" for="des" forName="parSh" refType="primFontSz" refFor="des" refForName="parTx" fact="1.2"/>
      <dgm:constr type="h" for="des" forName="desTx" refType="primFontSz" refFor="des" refForName="parTx" fact="1.6"/>
      <dgm:constr type="h" for="des" forName="parSh" refType="h" refFor="des" refForName="parTx" op="lte" fact="1.5"/>
      <dgm:constr type="h" for="des" forName="parSh" refType="h" refFor="des" refForName="parTx" op="gte" fact="1.5"/>
    </dgm:constrLst>
    <dgm:ruleLst>
      <dgm:rule type="w" for="ch" forName="composite" val="0" fact="NaN" max="NaN"/>
      <dgm:rule type="primFontSz" for="des" forName="parTx" val="5" fact="NaN" max="NaN"/>
    </dgm:ruleLst>
    <dgm:forEach name="Name3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4">
          <dgm:if name="Name5" func="var" arg="dir" op="equ" val="norm">
            <dgm:constrLst>
              <dgm:constr type="h" refType="w" fact="1000"/>
              <dgm:constr type="l" for="ch" forName="parTx"/>
              <dgm:constr type="w" for="ch" forName="parTx" refType="w" fact="0.83"/>
              <dgm:constr type="t" for="ch" forName="parTx"/>
              <dgm:constr type="l" for="ch" forName="parSh"/>
              <dgm:constr type="w" for="ch" forName="parSh" refType="w" refFor="ch" refForName="parTx"/>
              <dgm:constr type="t" for="ch" forName="parSh"/>
              <dgm:constr type="l" for="ch" forName="desTx" refType="w" fact="0.17"/>
              <dgm:constr type="w" for="ch" forName="desTx" refType="w" refFor="ch" refForName="parTx"/>
              <dgm:constr type="t" for="ch" forName="desTx" refType="h" refFor="ch" refForName="parTx"/>
            </dgm:constrLst>
          </dgm:if>
          <dgm:else name="Name6">
            <dgm:constrLst>
              <dgm:constr type="h" refType="w" fact="1000"/>
              <dgm:constr type="l" for="ch" forName="parTx" refType="w" fact="0.17"/>
              <dgm:constr type="w" for="ch" forName="parTx" refType="w" fact="0.83"/>
              <dgm:constr type="t" for="ch" forName="parTx"/>
              <dgm:constr type="l" for="ch" forName="parSh" refType="w" fact="0.15"/>
              <dgm:constr type="w" for="ch" forName="parSh" refType="w" refFor="ch" refForName="parTx"/>
              <dgm:constr type="t" for="ch" forName="parSh"/>
              <dgm:constr type="l" for="ch" forName="desTx"/>
              <dgm:constr type="w" for="ch" forName="desTx" refType="w" refFor="ch" refForName="parTx"/>
              <dgm:constr type="t" for="ch" forName="desTx" refType="h" refFor="ch" refForName="parTx"/>
            </dgm:constrLst>
          </dgm:else>
        </dgm:choose>
        <dgm:ruleLst>
          <dgm:rule type="h" val="INF" fact="NaN" max="NaN"/>
        </dgm:ruleLst>
        <dgm:layoutNode name="parTx">
          <dgm:varLst>
            <dgm:chMax val="0"/>
            <dgm:chPref val="0"/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1" hideGeom="1">
            <dgm:adjLst>
              <dgm:adj idx="1" val="0.1"/>
            </dgm:adjLst>
          </dgm:shape>
          <dgm:presOf axis="self" ptType="node"/>
          <dgm:constrLst>
            <dgm:constr type="h" refType="w" op="lte" fact="0.4"/>
            <dgm:constr type="bMarg" refType="primFontSz" fact="0.3"/>
            <dgm:constr type="h"/>
          </dgm:constrLst>
          <dgm:ruleLst>
            <dgm:rule type="h" val="INF" fact="NaN" max="NaN"/>
          </dgm:ruleLst>
        </dgm:layoutNode>
        <dgm:layoutNode name="parSh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 ptType="node"/>
          <dgm:constrLst>
            <dgm:constr type="h"/>
          </dgm:constrLst>
          <dgm:ruleLst/>
        </dgm:layoutNode>
        <dgm:layoutNode name="desTx" styleLbl="fgAcc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oundRect" r:blip="">
            <dgm:adjLst>
              <dgm:adj idx="1" val="0.1"/>
            </dgm:adjLst>
          </dgm:shape>
          <dgm:presOf axis="des" ptType="node"/>
          <dgm:constrLst>
            <dgm:constr type="secFontSz" val="65"/>
            <dgm:constr type="primFontSz" refType="secFontSz"/>
            <dgm:constr type="h"/>
          </dgm:constrLst>
          <dgm:ruleLst>
            <dgm:rule type="h" val="INF" fact="NaN" max="NaN"/>
          </dgm:ruleLst>
        </dgm:layoutNode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  <dgm:param type="srcNode" val="parTx"/>
            <dgm:param type="dstNode" val="parTx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Tx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30EB2-8928-4842-822B-D2A00F277954}" type="datetimeFigureOut">
              <a:rPr lang="en-US" smtClean="0"/>
              <a:t>8/31/2016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0D16B-8FF3-41FB-9C71-ACBB371550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38657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30EB2-8928-4842-822B-D2A00F277954}" type="datetimeFigureOut">
              <a:rPr lang="en-US" smtClean="0"/>
              <a:t>8/31/2016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0D16B-8FF3-41FB-9C71-ACBB371550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52607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30EB2-8928-4842-822B-D2A00F277954}" type="datetimeFigureOut">
              <a:rPr lang="en-US" smtClean="0"/>
              <a:t>8/31/2016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0D16B-8FF3-41FB-9C71-ACBB371550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33984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30EB2-8928-4842-822B-D2A00F277954}" type="datetimeFigureOut">
              <a:rPr lang="en-US" smtClean="0"/>
              <a:t>8/31/2016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0D16B-8FF3-41FB-9C71-ACBB371550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18821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30EB2-8928-4842-822B-D2A00F277954}" type="datetimeFigureOut">
              <a:rPr lang="en-US" smtClean="0"/>
              <a:t>8/31/2016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0D16B-8FF3-41FB-9C71-ACBB371550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50945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30EB2-8928-4842-822B-D2A00F277954}" type="datetimeFigureOut">
              <a:rPr lang="en-US" smtClean="0"/>
              <a:t>8/31/2016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0D16B-8FF3-41FB-9C71-ACBB371550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97827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30EB2-8928-4842-822B-D2A00F277954}" type="datetimeFigureOut">
              <a:rPr lang="en-US" smtClean="0"/>
              <a:t>8/31/2016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0D16B-8FF3-41FB-9C71-ACBB371550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88994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30EB2-8928-4842-822B-D2A00F277954}" type="datetimeFigureOut">
              <a:rPr lang="en-US" smtClean="0"/>
              <a:t>8/31/2016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0D16B-8FF3-41FB-9C71-ACBB371550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73208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30EB2-8928-4842-822B-D2A00F277954}" type="datetimeFigureOut">
              <a:rPr lang="en-US" smtClean="0"/>
              <a:t>8/31/2016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0D16B-8FF3-41FB-9C71-ACBB371550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56280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30EB2-8928-4842-822B-D2A00F277954}" type="datetimeFigureOut">
              <a:rPr lang="en-US" smtClean="0"/>
              <a:t>8/31/2016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0D16B-8FF3-41FB-9C71-ACBB371550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472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30EB2-8928-4842-822B-D2A00F277954}" type="datetimeFigureOut">
              <a:rPr lang="en-US" smtClean="0"/>
              <a:t>8/31/2016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0D16B-8FF3-41FB-9C71-ACBB371550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18907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830EB2-8928-4842-822B-D2A00F277954}" type="datetimeFigureOut">
              <a:rPr lang="en-US" smtClean="0"/>
              <a:t>8/31/2016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C0D16B-8FF3-41FB-9C71-ACBB371550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36304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codes/person_activity.py" TargetMode="External"/><Relationship Id="rId2" Type="http://schemas.openxmlformats.org/officeDocument/2006/relationships/hyperlink" Target="codes/for_all_people.py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codes/one_person_all.py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codes/one_person_all.py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hyperlink" Target="codes/one_person_pure.py" TargetMode="Externa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31000"/>
            <a:lum/>
          </a:blip>
          <a:srcRect/>
          <a:stretch>
            <a:fillRect t="-12000" b="-1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Human Activity Recognition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Anurag Bhatt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1152495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Visualizing the data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3801533" cy="4351338"/>
          </a:xfrm>
        </p:spPr>
        <p:txBody>
          <a:bodyPr/>
          <a:lstStyle/>
          <a:p>
            <a:r>
              <a:rPr lang="en-US" dirty="0" smtClean="0"/>
              <a:t>Some python codes to have easy access to raw data</a:t>
            </a:r>
            <a:endParaRPr lang="en-US" dirty="0"/>
          </a:p>
        </p:txBody>
      </p:sp>
      <p:sp>
        <p:nvSpPr>
          <p:cNvPr id="4" name="Right Arrow 3">
            <a:hlinkClick r:id="rId2" action="ppaction://hlinkfile"/>
          </p:cNvPr>
          <p:cNvSpPr/>
          <p:nvPr/>
        </p:nvSpPr>
        <p:spPr>
          <a:xfrm>
            <a:off x="6682525" y="2159000"/>
            <a:ext cx="746975" cy="4455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7429500" y="2222500"/>
            <a:ext cx="25955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One activity for all people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7518400" y="2933700"/>
            <a:ext cx="37344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A specific activity for a specific person</a:t>
            </a:r>
            <a:endParaRPr lang="en-US" dirty="0"/>
          </a:p>
        </p:txBody>
      </p:sp>
      <p:sp>
        <p:nvSpPr>
          <p:cNvPr id="7" name="Right Arrow 6">
            <a:hlinkClick r:id="rId3" action="ppaction://hlinkfile"/>
          </p:cNvPr>
          <p:cNvSpPr/>
          <p:nvPr/>
        </p:nvSpPr>
        <p:spPr>
          <a:xfrm>
            <a:off x="6682525" y="2933700"/>
            <a:ext cx="746975" cy="3693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7569200" y="3594100"/>
            <a:ext cx="30852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All activities for a single person</a:t>
            </a:r>
            <a:endParaRPr lang="en-US" dirty="0"/>
          </a:p>
        </p:txBody>
      </p:sp>
      <p:sp>
        <p:nvSpPr>
          <p:cNvPr id="9" name="Right Arrow 8">
            <a:hlinkClick r:id="rId4" action="ppaction://hlinkfile"/>
          </p:cNvPr>
          <p:cNvSpPr/>
          <p:nvPr/>
        </p:nvSpPr>
        <p:spPr>
          <a:xfrm>
            <a:off x="6682525" y="3594100"/>
            <a:ext cx="746975" cy="3693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3950218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Frame work of analysis</a:t>
            </a:r>
            <a:endParaRPr lang="en-US" dirty="0"/>
          </a:p>
        </p:txBody>
      </p:sp>
      <p:pic>
        <p:nvPicPr>
          <p:cNvPr id="9" name="Content Placeholder 8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47" r="8880"/>
          <a:stretch/>
        </p:blipFill>
        <p:spPr>
          <a:xfrm>
            <a:off x="3553197" y="1690689"/>
            <a:ext cx="8638804" cy="5167312"/>
          </a:xfrm>
        </p:spPr>
      </p:pic>
      <p:sp>
        <p:nvSpPr>
          <p:cNvPr id="10" name="TextBox 9"/>
          <p:cNvSpPr txBox="1"/>
          <p:nvPr/>
        </p:nvSpPr>
        <p:spPr>
          <a:xfrm>
            <a:off x="838200" y="2160588"/>
            <a:ext cx="27813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Looking at an activity as the outcome of a basic process inherent to the individual</a:t>
            </a:r>
          </a:p>
          <a:p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</a:t>
            </a:r>
            <a:r>
              <a:rPr lang="en-US" dirty="0" smtClean="0"/>
              <a:t>ach step of an individual differs from the rest of his steps, yet is essentially the same in some underlying way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Observed = pure + error</a:t>
            </a:r>
          </a:p>
        </p:txBody>
      </p:sp>
    </p:spTree>
    <p:extLst>
      <p:ext uri="{BB962C8B-B14F-4D97-AF65-F5344CB8AC3E}">
        <p14:creationId xmlns:p14="http://schemas.microsoft.com/office/powerpoint/2010/main" val="3003527801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93415260"/>
              </p:ext>
            </p:extLst>
          </p:nvPr>
        </p:nvGraphicFramePr>
        <p:xfrm>
          <a:off x="0" y="0"/>
          <a:ext cx="12192000" cy="6858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88880570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Difference between </a:t>
            </a:r>
            <a:r>
              <a:rPr lang="en-US" dirty="0" smtClean="0"/>
              <a:t>activities - visualizing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52" r="8620"/>
          <a:stretch/>
        </p:blipFill>
        <p:spPr>
          <a:xfrm>
            <a:off x="270935" y="1690688"/>
            <a:ext cx="7653866" cy="4536402"/>
          </a:xfrm>
          <a:prstGeom prst="rect">
            <a:avLst/>
          </a:prstGeom>
        </p:spPr>
      </p:pic>
      <p:sp>
        <p:nvSpPr>
          <p:cNvPr id="5" name="Right Arrow 4">
            <a:hlinkClick r:id="rId3" action="ppaction://hlinkfile"/>
          </p:cNvPr>
          <p:cNvSpPr/>
          <p:nvPr/>
        </p:nvSpPr>
        <p:spPr>
          <a:xfrm>
            <a:off x="8726310" y="2438400"/>
            <a:ext cx="666045" cy="34995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ight Arrow 5">
            <a:hlinkClick r:id="rId4" action="ppaction://hlinkfile"/>
          </p:cNvPr>
          <p:cNvSpPr/>
          <p:nvPr/>
        </p:nvSpPr>
        <p:spPr>
          <a:xfrm>
            <a:off x="8741832" y="3186112"/>
            <a:ext cx="666045" cy="34995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9527171" y="2413380"/>
            <a:ext cx="24842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One person, all activities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9527171" y="3166736"/>
            <a:ext cx="27040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One person, pure activities</a:t>
            </a: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8229600" y="4391378"/>
            <a:ext cx="2420856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 : Desk work</a:t>
            </a:r>
          </a:p>
          <a:p>
            <a:r>
              <a:rPr lang="en-US" dirty="0" smtClean="0"/>
              <a:t>2 : Stand + Walk + Stairs</a:t>
            </a:r>
          </a:p>
          <a:p>
            <a:r>
              <a:rPr lang="en-US" dirty="0" smtClean="0"/>
              <a:t>3 : Stand</a:t>
            </a:r>
          </a:p>
          <a:p>
            <a:r>
              <a:rPr lang="en-US" dirty="0" smtClean="0"/>
              <a:t>4 : Walk</a:t>
            </a:r>
          </a:p>
          <a:p>
            <a:r>
              <a:rPr lang="en-US" dirty="0" smtClean="0"/>
              <a:t>5 : Stairs</a:t>
            </a:r>
          </a:p>
          <a:p>
            <a:r>
              <a:rPr lang="en-US" dirty="0" smtClean="0"/>
              <a:t>6 : Walk + Talk</a:t>
            </a:r>
          </a:p>
          <a:p>
            <a:r>
              <a:rPr lang="en-US" dirty="0" smtClean="0"/>
              <a:t>7 : Talk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7169824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Feature clustering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35467" y="1825624"/>
            <a:ext cx="4248503" cy="4270375"/>
          </a:xfrm>
        </p:spPr>
        <p:txBody>
          <a:bodyPr>
            <a:normAutofit/>
          </a:bodyPr>
          <a:lstStyle/>
          <a:p>
            <a:r>
              <a:rPr lang="en-US" sz="2000" dirty="0" smtClean="0"/>
              <a:t>Separate clusters for activities that are significantly different as per the features used</a:t>
            </a:r>
            <a:endParaRPr lang="en-US" sz="200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3970" y="1690688"/>
            <a:ext cx="6969830" cy="4128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7843052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181" y="99869"/>
            <a:ext cx="5676190" cy="336190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3371" y="99869"/>
            <a:ext cx="5676190" cy="336190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7181" y="3461774"/>
            <a:ext cx="5676190" cy="336190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33371" y="3461774"/>
            <a:ext cx="5676190" cy="336190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488265" y="3269862"/>
            <a:ext cx="42010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Valence1 = RMS value; Valence2 = </a:t>
            </a:r>
            <a:r>
              <a:rPr lang="en-US" dirty="0" err="1" smtClean="0"/>
              <a:t>MinMax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7234139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3" y="807750"/>
            <a:ext cx="10284178" cy="854075"/>
          </a:xfrm>
        </p:spPr>
        <p:txBody>
          <a:bodyPr>
            <a:noAutofit/>
          </a:bodyPr>
          <a:lstStyle/>
          <a:p>
            <a:r>
              <a:rPr lang="en-US" sz="2800" dirty="0" smtClean="0"/>
              <a:t>Changing features makes indistinguishable activities as distinguishable</a:t>
            </a:r>
            <a:endParaRPr lang="en-US" sz="28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367" y="3079509"/>
            <a:ext cx="6247242" cy="370012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8397" y="3206044"/>
            <a:ext cx="6033603" cy="357359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806222" y="1909002"/>
            <a:ext cx="203241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Valence1 = </a:t>
            </a:r>
            <a:r>
              <a:rPr lang="en-US" dirty="0" err="1" smtClean="0"/>
              <a:t>MinMax</a:t>
            </a:r>
            <a:endParaRPr lang="en-US" dirty="0" smtClean="0"/>
          </a:p>
          <a:p>
            <a:endParaRPr lang="en-US" dirty="0"/>
          </a:p>
          <a:p>
            <a:r>
              <a:rPr lang="en-US" dirty="0" smtClean="0"/>
              <a:t>Valence2 = RMS</a:t>
            </a: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7936090" y="1909002"/>
            <a:ext cx="203241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Valence1 = </a:t>
            </a:r>
            <a:r>
              <a:rPr lang="en-US" dirty="0" err="1" smtClean="0"/>
              <a:t>MinMax</a:t>
            </a:r>
            <a:endParaRPr lang="en-US" dirty="0" smtClean="0"/>
          </a:p>
          <a:p>
            <a:endParaRPr lang="en-US" dirty="0"/>
          </a:p>
          <a:p>
            <a:r>
              <a:rPr lang="en-US" dirty="0" smtClean="0"/>
              <a:t>Valence2 = Energy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718193"/>
      </p:ext>
    </p:extLst>
  </p:cSld>
  <p:clrMapOvr>
    <a:masterClrMapping/>
  </p:clrMapOvr>
  <p:transition spd="med">
    <p:pull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4365978" cy="2423231"/>
          </a:xfrm>
        </p:spPr>
        <p:txBody>
          <a:bodyPr/>
          <a:lstStyle/>
          <a:p>
            <a:r>
              <a:rPr lang="en-US" dirty="0" smtClean="0"/>
              <a:t>Activities with max difference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2038" y="3496094"/>
            <a:ext cx="5676190" cy="336190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688" y="3496094"/>
            <a:ext cx="5676190" cy="336190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2038" y="134189"/>
            <a:ext cx="5676190" cy="3361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2370015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5283" y="3260758"/>
            <a:ext cx="5676190" cy="336190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505" y="3260757"/>
            <a:ext cx="5676190" cy="336190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5283" y="0"/>
            <a:ext cx="5676190" cy="336190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399" y="1117600"/>
            <a:ext cx="474133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Measure of distance – Euclidean distance between centroid of the clusters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518639495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835691"/>
      </p:ext>
    </p:extLst>
  </p:cSld>
  <p:clrMapOvr>
    <a:masterClrMapping/>
  </p:clrMapOvr>
  <p:transition spd="med">
    <p:pull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2417846"/>
      </p:ext>
    </p:extLst>
  </p:cSld>
  <p:clrMapOvr>
    <a:masterClrMapping/>
  </p:clrMapOvr>
  <p:transition spd="med">
    <p:pull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8061060"/>
      </p:ext>
    </p:extLst>
  </p:cSld>
  <p:clrMapOvr>
    <a:masterClrMapping/>
  </p:clrMapOvr>
  <p:transition spd="med">
    <p:pull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738051"/>
      </p:ext>
    </p:extLst>
  </p:cSld>
  <p:clrMapOvr>
    <a:masterClrMapping/>
  </p:clrMapOvr>
  <p:transition spd="med">
    <p:pull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221</TotalTime>
  <Words>236</Words>
  <Application>Microsoft Office PowerPoint</Application>
  <PresentationFormat>Widescreen</PresentationFormat>
  <Paragraphs>50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Office Theme</vt:lpstr>
      <vt:lpstr>Human Activity Recognition</vt:lpstr>
      <vt:lpstr>Visualizing the data</vt:lpstr>
      <vt:lpstr>Frame work of analysis</vt:lpstr>
      <vt:lpstr>PowerPoint Presentation</vt:lpstr>
      <vt:lpstr>Difference between activities - visualizing</vt:lpstr>
      <vt:lpstr>Feature clustering</vt:lpstr>
      <vt:lpstr>PowerPoint Presentation</vt:lpstr>
      <vt:lpstr>Changing features makes indistinguishable activities as distinguishable</vt:lpstr>
      <vt:lpstr>Activities with max difference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Human Activity Recognition</dc:title>
  <dc:creator>Anurag Bhatt</dc:creator>
  <cp:lastModifiedBy>Anurag Bhatt</cp:lastModifiedBy>
  <cp:revision>42</cp:revision>
  <dcterms:created xsi:type="dcterms:W3CDTF">2016-08-28T17:22:29Z</dcterms:created>
  <dcterms:modified xsi:type="dcterms:W3CDTF">2016-08-31T07:42:46Z</dcterms:modified>
</cp:coreProperties>
</file>