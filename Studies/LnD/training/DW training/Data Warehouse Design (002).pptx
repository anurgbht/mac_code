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8" r:id="rId3"/>
    <p:sldId id="264" r:id="rId4"/>
    <p:sldId id="259" r:id="rId5"/>
    <p:sldId id="265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393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1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14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795E67-BD85-4CC7-B2DF-FAD578512C67}" type="doc">
      <dgm:prSet loTypeId="urn:microsoft.com/office/officeart/2008/layout/RadialCluster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7DDFEE5-E48C-486A-80E6-87BF66A53ABE}">
      <dgm:prSet phldrT="[Text]" custT="1"/>
      <dgm:spPr/>
      <dgm:t>
        <a:bodyPr/>
        <a:lstStyle/>
        <a:p>
          <a:r>
            <a:rPr lang="en-US" sz="1400" b="1" dirty="0">
              <a:latin typeface="Arial Black" panose="020B0A04020102020204" pitchFamily="34" charset="0"/>
            </a:rPr>
            <a:t>Transaction</a:t>
          </a:r>
          <a:r>
            <a:rPr lang="en-US" sz="1400" b="1" dirty="0" smtClean="0">
              <a:latin typeface="Arial Black" panose="020B0A04020102020204" pitchFamily="34" charset="0"/>
            </a:rPr>
            <a:t>_</a:t>
          </a:r>
        </a:p>
        <a:p>
          <a:r>
            <a:rPr lang="en-US" sz="1400" b="1" dirty="0" smtClean="0">
              <a:latin typeface="Arial Black" panose="020B0A04020102020204" pitchFamily="34" charset="0"/>
            </a:rPr>
            <a:t>details</a:t>
          </a:r>
          <a:endParaRPr lang="en-US" sz="1400" b="1" dirty="0">
            <a:latin typeface="Arial Black" panose="020B0A04020102020204" pitchFamily="34" charset="0"/>
          </a:endParaRPr>
        </a:p>
      </dgm:t>
    </dgm:pt>
    <dgm:pt modelId="{EEF43BE7-BFBF-4DD2-86BA-9675E72F082D}" type="parTrans" cxnId="{8347A565-05E7-4536-A04A-C79EEDCA55CF}">
      <dgm:prSet/>
      <dgm:spPr/>
      <dgm:t>
        <a:bodyPr/>
        <a:lstStyle/>
        <a:p>
          <a:endParaRPr lang="en-US" sz="1400" b="1">
            <a:latin typeface="Arial Black" panose="020B0A04020102020204" pitchFamily="34" charset="0"/>
          </a:endParaRPr>
        </a:p>
      </dgm:t>
    </dgm:pt>
    <dgm:pt modelId="{6C2A8241-C1C5-4409-AD29-FC2965B1985E}" type="sibTrans" cxnId="{8347A565-05E7-4536-A04A-C79EEDCA55CF}">
      <dgm:prSet/>
      <dgm:spPr/>
      <dgm:t>
        <a:bodyPr/>
        <a:lstStyle/>
        <a:p>
          <a:endParaRPr lang="en-US" sz="1400" b="1">
            <a:latin typeface="Arial Black" panose="020B0A04020102020204" pitchFamily="34" charset="0"/>
          </a:endParaRPr>
        </a:p>
      </dgm:t>
    </dgm:pt>
    <dgm:pt modelId="{0DDEDB21-EA13-417B-B4CF-FEAE18B6D1A2}">
      <dgm:prSet phldrT="[Text]" custT="1"/>
      <dgm:spPr/>
      <dgm:t>
        <a:bodyPr/>
        <a:lstStyle/>
        <a:p>
          <a:r>
            <a:rPr lang="en-US" sz="1400" b="1" dirty="0" err="1">
              <a:latin typeface="Arial Black" panose="020B0A04020102020204" pitchFamily="34" charset="0"/>
            </a:rPr>
            <a:t>Customer_info</a:t>
          </a:r>
          <a:endParaRPr lang="en-US" sz="1400" b="1" dirty="0">
            <a:latin typeface="Arial Black" panose="020B0A04020102020204" pitchFamily="34" charset="0"/>
          </a:endParaRPr>
        </a:p>
      </dgm:t>
    </dgm:pt>
    <dgm:pt modelId="{22FA0EC3-0C33-4ACE-BF02-1D1CBBFE0983}" type="parTrans" cxnId="{AF3B77CA-BED2-405D-9A34-73B77BF8DF49}">
      <dgm:prSet/>
      <dgm:spPr/>
      <dgm:t>
        <a:bodyPr/>
        <a:lstStyle/>
        <a:p>
          <a:endParaRPr lang="en-US" sz="1400" b="1">
            <a:latin typeface="Arial Black" panose="020B0A04020102020204" pitchFamily="34" charset="0"/>
          </a:endParaRPr>
        </a:p>
      </dgm:t>
    </dgm:pt>
    <dgm:pt modelId="{4E4EEEE6-1C62-4170-8989-74BAF4E5C875}" type="sibTrans" cxnId="{AF3B77CA-BED2-405D-9A34-73B77BF8DF49}">
      <dgm:prSet/>
      <dgm:spPr/>
      <dgm:t>
        <a:bodyPr/>
        <a:lstStyle/>
        <a:p>
          <a:endParaRPr lang="en-US" sz="1400" b="1">
            <a:latin typeface="Arial Black" panose="020B0A04020102020204" pitchFamily="34" charset="0"/>
          </a:endParaRPr>
        </a:p>
      </dgm:t>
    </dgm:pt>
    <dgm:pt modelId="{E234452E-EE51-4AC2-B5D7-5B79BFED801A}">
      <dgm:prSet phldrT="[Text]" custT="1"/>
      <dgm:spPr/>
      <dgm:t>
        <a:bodyPr/>
        <a:lstStyle/>
        <a:p>
          <a:r>
            <a:rPr lang="en-US" sz="1400" b="1" dirty="0" err="1" smtClean="0">
              <a:latin typeface="Arial Black" panose="020B0A04020102020204" pitchFamily="34" charset="0"/>
            </a:rPr>
            <a:t>Event_type</a:t>
          </a:r>
          <a:endParaRPr lang="en-US" sz="1400" b="1" dirty="0">
            <a:latin typeface="Arial Black" panose="020B0A04020102020204" pitchFamily="34" charset="0"/>
          </a:endParaRPr>
        </a:p>
      </dgm:t>
    </dgm:pt>
    <dgm:pt modelId="{19121F51-64B6-483A-91EA-F89070DA7FF6}" type="parTrans" cxnId="{11A2D2ED-A578-4581-84BC-1C3FFE62A63C}">
      <dgm:prSet/>
      <dgm:spPr/>
      <dgm:t>
        <a:bodyPr/>
        <a:lstStyle/>
        <a:p>
          <a:endParaRPr lang="en-US" sz="1400" b="1">
            <a:latin typeface="Arial Black" panose="020B0A04020102020204" pitchFamily="34" charset="0"/>
          </a:endParaRPr>
        </a:p>
      </dgm:t>
    </dgm:pt>
    <dgm:pt modelId="{ED2FE589-10EA-4DCA-A2E7-B1AA6BF7D3A1}" type="sibTrans" cxnId="{11A2D2ED-A578-4581-84BC-1C3FFE62A63C}">
      <dgm:prSet/>
      <dgm:spPr/>
      <dgm:t>
        <a:bodyPr/>
        <a:lstStyle/>
        <a:p>
          <a:endParaRPr lang="en-US" sz="1400" b="1">
            <a:latin typeface="Arial Black" panose="020B0A04020102020204" pitchFamily="34" charset="0"/>
          </a:endParaRPr>
        </a:p>
      </dgm:t>
    </dgm:pt>
    <dgm:pt modelId="{C0F9CC73-FEEB-4523-B2D2-E884AE5276AB}">
      <dgm:prSet phldrT="[Text]" custT="1"/>
      <dgm:spPr/>
      <dgm:t>
        <a:bodyPr/>
        <a:lstStyle/>
        <a:p>
          <a:r>
            <a:rPr lang="en-US" sz="1400" b="1" dirty="0">
              <a:latin typeface="Arial Black" panose="020B0A04020102020204" pitchFamily="34" charset="0"/>
            </a:rPr>
            <a:t>Feedback</a:t>
          </a:r>
        </a:p>
      </dgm:t>
    </dgm:pt>
    <dgm:pt modelId="{735DEECF-43C3-4D34-9057-937EF0B1F044}" type="parTrans" cxnId="{2A2F3CBD-485A-4E66-85E4-50D656430D3B}">
      <dgm:prSet/>
      <dgm:spPr/>
      <dgm:t>
        <a:bodyPr/>
        <a:lstStyle/>
        <a:p>
          <a:endParaRPr lang="en-US" sz="1400" b="1">
            <a:latin typeface="Arial Black" panose="020B0A04020102020204" pitchFamily="34" charset="0"/>
          </a:endParaRPr>
        </a:p>
      </dgm:t>
    </dgm:pt>
    <dgm:pt modelId="{4F62FEBF-65B1-4B8E-AF95-8B264FD0106F}" type="sibTrans" cxnId="{2A2F3CBD-485A-4E66-85E4-50D656430D3B}">
      <dgm:prSet/>
      <dgm:spPr/>
      <dgm:t>
        <a:bodyPr/>
        <a:lstStyle/>
        <a:p>
          <a:endParaRPr lang="en-US" sz="1400" b="1">
            <a:latin typeface="Arial Black" panose="020B0A04020102020204" pitchFamily="34" charset="0"/>
          </a:endParaRPr>
        </a:p>
      </dgm:t>
    </dgm:pt>
    <dgm:pt modelId="{3CC58F94-5F1E-482E-8A0E-9296F199FFA3}">
      <dgm:prSet phldrT="[Text]" custT="1"/>
      <dgm:spPr/>
      <dgm:t>
        <a:bodyPr/>
        <a:lstStyle/>
        <a:p>
          <a:r>
            <a:rPr lang="en-US" sz="1400" b="1" dirty="0">
              <a:latin typeface="Arial Black" panose="020B0A04020102020204" pitchFamily="34" charset="0"/>
            </a:rPr>
            <a:t>Payment</a:t>
          </a:r>
        </a:p>
      </dgm:t>
    </dgm:pt>
    <dgm:pt modelId="{70A998EE-8B71-4CBB-AE79-E1EB536EF48B}" type="parTrans" cxnId="{5E717AAF-2641-4DEA-8D35-17387C7E6CA2}">
      <dgm:prSet/>
      <dgm:spPr/>
      <dgm:t>
        <a:bodyPr/>
        <a:lstStyle/>
        <a:p>
          <a:endParaRPr lang="en-US" sz="1400" b="1">
            <a:latin typeface="Arial Black" panose="020B0A04020102020204" pitchFamily="34" charset="0"/>
          </a:endParaRPr>
        </a:p>
      </dgm:t>
    </dgm:pt>
    <dgm:pt modelId="{79559CA6-C1F1-49AC-BA0C-969B8C065777}" type="sibTrans" cxnId="{5E717AAF-2641-4DEA-8D35-17387C7E6CA2}">
      <dgm:prSet/>
      <dgm:spPr/>
      <dgm:t>
        <a:bodyPr/>
        <a:lstStyle/>
        <a:p>
          <a:endParaRPr lang="en-US" sz="1400" b="1">
            <a:latin typeface="Arial Black" panose="020B0A04020102020204" pitchFamily="34" charset="0"/>
          </a:endParaRPr>
        </a:p>
      </dgm:t>
    </dgm:pt>
    <dgm:pt modelId="{1BA09564-B82E-4593-AE03-89DF1135566D}">
      <dgm:prSet phldrT="[Text]" custT="1"/>
      <dgm:spPr/>
      <dgm:t>
        <a:bodyPr/>
        <a:lstStyle/>
        <a:p>
          <a:r>
            <a:rPr lang="en-US" sz="1400" b="1" dirty="0" smtClean="0">
              <a:latin typeface="Arial Black" panose="020B0A04020102020204" pitchFamily="34" charset="0"/>
            </a:rPr>
            <a:t>Confirmation</a:t>
          </a:r>
          <a:endParaRPr lang="en-US" sz="1400" b="1" dirty="0">
            <a:latin typeface="Arial Black" panose="020B0A04020102020204" pitchFamily="34" charset="0"/>
          </a:endParaRPr>
        </a:p>
      </dgm:t>
    </dgm:pt>
    <dgm:pt modelId="{F0F58DDD-3196-4AA9-900A-2A1029035E74}" type="parTrans" cxnId="{D4B5200E-82B5-4206-8B9E-8CF35629C915}">
      <dgm:prSet/>
      <dgm:spPr/>
      <dgm:t>
        <a:bodyPr/>
        <a:lstStyle/>
        <a:p>
          <a:endParaRPr lang="en-US" sz="1400" b="1">
            <a:latin typeface="Arial Black" panose="020B0A04020102020204" pitchFamily="34" charset="0"/>
          </a:endParaRPr>
        </a:p>
      </dgm:t>
    </dgm:pt>
    <dgm:pt modelId="{7BBED036-F064-493D-BB50-FF7D7B287928}" type="sibTrans" cxnId="{D4B5200E-82B5-4206-8B9E-8CF35629C915}">
      <dgm:prSet/>
      <dgm:spPr/>
      <dgm:t>
        <a:bodyPr/>
        <a:lstStyle/>
        <a:p>
          <a:endParaRPr lang="en-US" sz="1400" b="1">
            <a:latin typeface="Arial Black" panose="020B0A04020102020204" pitchFamily="34" charset="0"/>
          </a:endParaRPr>
        </a:p>
      </dgm:t>
    </dgm:pt>
    <dgm:pt modelId="{EE91523C-700B-42A8-8889-9AF35D955AE0}">
      <dgm:prSet phldrT="[Text]" custT="1"/>
      <dgm:spPr/>
      <dgm:t>
        <a:bodyPr/>
        <a:lstStyle/>
        <a:p>
          <a:r>
            <a:rPr lang="en-US" sz="1400" b="1" dirty="0">
              <a:latin typeface="Arial Black" panose="020B0A04020102020204" pitchFamily="34" charset="0"/>
            </a:rPr>
            <a:t>Location</a:t>
          </a:r>
        </a:p>
      </dgm:t>
    </dgm:pt>
    <dgm:pt modelId="{E1DCC8BB-5952-4492-9A47-AAF09287B72F}" type="parTrans" cxnId="{16DDEFD5-FA76-4E63-B1D1-AF48048296F2}">
      <dgm:prSet/>
      <dgm:spPr/>
      <dgm:t>
        <a:bodyPr/>
        <a:lstStyle/>
        <a:p>
          <a:endParaRPr lang="en-US" sz="1400" b="1">
            <a:latin typeface="Arial Black" panose="020B0A04020102020204" pitchFamily="34" charset="0"/>
          </a:endParaRPr>
        </a:p>
      </dgm:t>
    </dgm:pt>
    <dgm:pt modelId="{0E7CAD55-E6FB-4587-8E2A-5663C4614B27}" type="sibTrans" cxnId="{16DDEFD5-FA76-4E63-B1D1-AF48048296F2}">
      <dgm:prSet/>
      <dgm:spPr/>
      <dgm:t>
        <a:bodyPr/>
        <a:lstStyle/>
        <a:p>
          <a:endParaRPr lang="en-US" sz="1400" b="1">
            <a:latin typeface="Arial Black" panose="020B0A04020102020204" pitchFamily="34" charset="0"/>
          </a:endParaRPr>
        </a:p>
      </dgm:t>
    </dgm:pt>
    <dgm:pt modelId="{2E6B6DD3-9A33-4F62-B654-35E34845E115}">
      <dgm:prSet phldrT="[Text]" custT="1"/>
      <dgm:spPr/>
      <dgm:t>
        <a:bodyPr/>
        <a:lstStyle/>
        <a:p>
          <a:r>
            <a:rPr lang="en-US" sz="1400" b="1" dirty="0">
              <a:latin typeface="Arial Black" panose="020B0A04020102020204" pitchFamily="34" charset="0"/>
            </a:rPr>
            <a:t>Offer</a:t>
          </a:r>
        </a:p>
      </dgm:t>
    </dgm:pt>
    <dgm:pt modelId="{AAA9B1D5-93CC-4768-882E-A0682FCDC732}" type="parTrans" cxnId="{1A2A80DD-3E5A-4F41-B6A0-34A880F5ABC8}">
      <dgm:prSet/>
      <dgm:spPr/>
      <dgm:t>
        <a:bodyPr/>
        <a:lstStyle/>
        <a:p>
          <a:endParaRPr lang="en-US"/>
        </a:p>
      </dgm:t>
    </dgm:pt>
    <dgm:pt modelId="{404AA638-EC53-4A0A-A645-A5BDC2103F53}" type="sibTrans" cxnId="{1A2A80DD-3E5A-4F41-B6A0-34A880F5ABC8}">
      <dgm:prSet/>
      <dgm:spPr/>
      <dgm:t>
        <a:bodyPr/>
        <a:lstStyle/>
        <a:p>
          <a:endParaRPr lang="en-US"/>
        </a:p>
      </dgm:t>
    </dgm:pt>
    <dgm:pt modelId="{49DAAACF-FEEF-4C51-8ECA-E886646B5BF9}">
      <dgm:prSet phldrT="[Text]" custT="1"/>
      <dgm:spPr/>
      <dgm:t>
        <a:bodyPr/>
        <a:lstStyle/>
        <a:p>
          <a:r>
            <a:rPr lang="en-US" sz="1400" b="1" dirty="0" smtClean="0">
              <a:latin typeface="Arial Black" panose="020B0A04020102020204" pitchFamily="34" charset="0"/>
            </a:rPr>
            <a:t>Movie</a:t>
          </a:r>
          <a:endParaRPr lang="en-US" sz="1400" b="1" dirty="0">
            <a:latin typeface="Arial Black" panose="020B0A04020102020204" pitchFamily="34" charset="0"/>
          </a:endParaRPr>
        </a:p>
      </dgm:t>
    </dgm:pt>
    <dgm:pt modelId="{5841F95C-6087-42FE-A056-CC9D591FDD51}" type="parTrans" cxnId="{D726256A-A8CA-470E-A9AC-76364E92EC82}">
      <dgm:prSet/>
      <dgm:spPr/>
      <dgm:t>
        <a:bodyPr/>
        <a:lstStyle/>
        <a:p>
          <a:endParaRPr lang="en-US"/>
        </a:p>
      </dgm:t>
    </dgm:pt>
    <dgm:pt modelId="{9DB9A1F2-C323-4DEE-BDF6-96B4D79BF54B}" type="sibTrans" cxnId="{D726256A-A8CA-470E-A9AC-76364E92EC82}">
      <dgm:prSet/>
      <dgm:spPr/>
      <dgm:t>
        <a:bodyPr/>
        <a:lstStyle/>
        <a:p>
          <a:endParaRPr lang="en-US"/>
        </a:p>
      </dgm:t>
    </dgm:pt>
    <dgm:pt modelId="{9F58077F-1F7A-46F2-86E0-E1EB50CBDE33}">
      <dgm:prSet phldrT="[Text]" custT="1"/>
      <dgm:spPr/>
      <dgm:t>
        <a:bodyPr/>
        <a:lstStyle/>
        <a:p>
          <a:r>
            <a:rPr lang="en-US" sz="1400" b="1" dirty="0" smtClean="0">
              <a:latin typeface="Arial Black" panose="020B0A04020102020204" pitchFamily="34" charset="0"/>
            </a:rPr>
            <a:t>Sports</a:t>
          </a:r>
          <a:endParaRPr lang="en-US" sz="1400" b="1" dirty="0">
            <a:latin typeface="Arial Black" panose="020B0A04020102020204" pitchFamily="34" charset="0"/>
          </a:endParaRPr>
        </a:p>
      </dgm:t>
    </dgm:pt>
    <dgm:pt modelId="{E1FC50C9-71AE-4BED-BE81-C3B5A97BED3B}" type="parTrans" cxnId="{67888C0C-C40A-4781-92E1-A4745C850572}">
      <dgm:prSet/>
      <dgm:spPr/>
      <dgm:t>
        <a:bodyPr/>
        <a:lstStyle/>
        <a:p>
          <a:endParaRPr lang="en-US"/>
        </a:p>
      </dgm:t>
    </dgm:pt>
    <dgm:pt modelId="{9B616ABF-0A0E-480C-90E3-8FDB28C7D389}" type="sibTrans" cxnId="{67888C0C-C40A-4781-92E1-A4745C850572}">
      <dgm:prSet/>
      <dgm:spPr/>
      <dgm:t>
        <a:bodyPr/>
        <a:lstStyle/>
        <a:p>
          <a:endParaRPr lang="en-US"/>
        </a:p>
      </dgm:t>
    </dgm:pt>
    <dgm:pt modelId="{7B746293-D706-4759-9981-7A0259952371}">
      <dgm:prSet phldrT="[Text]" custT="1"/>
      <dgm:spPr/>
      <dgm:t>
        <a:bodyPr/>
        <a:lstStyle/>
        <a:p>
          <a:r>
            <a:rPr lang="en-US" sz="1400" b="1" dirty="0" smtClean="0">
              <a:latin typeface="Arial Black" panose="020B0A04020102020204" pitchFamily="34" charset="0"/>
            </a:rPr>
            <a:t>Play</a:t>
          </a:r>
          <a:endParaRPr lang="en-US" sz="1400" b="1" dirty="0">
            <a:latin typeface="Arial Black" panose="020B0A04020102020204" pitchFamily="34" charset="0"/>
          </a:endParaRPr>
        </a:p>
      </dgm:t>
    </dgm:pt>
    <dgm:pt modelId="{E5E3C866-E30F-432B-AA89-17047164A598}" type="parTrans" cxnId="{0E227F26-568C-4BC0-99DE-62F036638CA2}">
      <dgm:prSet/>
      <dgm:spPr/>
      <dgm:t>
        <a:bodyPr/>
        <a:lstStyle/>
        <a:p>
          <a:endParaRPr lang="en-US"/>
        </a:p>
      </dgm:t>
    </dgm:pt>
    <dgm:pt modelId="{604C5E12-0477-4B63-8A5A-7C791D1FC712}" type="sibTrans" cxnId="{0E227F26-568C-4BC0-99DE-62F036638CA2}">
      <dgm:prSet/>
      <dgm:spPr/>
      <dgm:t>
        <a:bodyPr/>
        <a:lstStyle/>
        <a:p>
          <a:endParaRPr lang="en-US"/>
        </a:p>
      </dgm:t>
    </dgm:pt>
    <dgm:pt modelId="{61085073-59A3-4069-8821-1BB35C99FDED}" type="pres">
      <dgm:prSet presAssocID="{5A795E67-BD85-4CC7-B2DF-FAD578512C67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BE179385-EE13-4FD5-B35D-1E0E43BB76A1}" type="pres">
      <dgm:prSet presAssocID="{F7DDFEE5-E48C-486A-80E6-87BF66A53ABE}" presName="textCenter" presStyleLbl="node1" presStyleIdx="0" presStyleCnt="11" custScaleX="187476" custScaleY="170201"/>
      <dgm:spPr/>
      <dgm:t>
        <a:bodyPr/>
        <a:lstStyle/>
        <a:p>
          <a:endParaRPr lang="en-US"/>
        </a:p>
      </dgm:t>
    </dgm:pt>
    <dgm:pt modelId="{E2BA1A28-A415-483E-A8F8-3FBF7265B042}" type="pres">
      <dgm:prSet presAssocID="{F7DDFEE5-E48C-486A-80E6-87BF66A53ABE}" presName="cycle_1" presStyleCnt="0"/>
      <dgm:spPr/>
    </dgm:pt>
    <dgm:pt modelId="{92044BF8-22DB-43EB-9E85-8CB67B4C1564}" type="pres">
      <dgm:prSet presAssocID="{0DDEDB21-EA13-417B-B4CF-FEAE18B6D1A2}" presName="childCenter1" presStyleLbl="node1" presStyleIdx="1" presStyleCnt="11" custScaleX="152918" custScaleY="145613"/>
      <dgm:spPr/>
      <dgm:t>
        <a:bodyPr/>
        <a:lstStyle/>
        <a:p>
          <a:endParaRPr lang="en-US"/>
        </a:p>
      </dgm:t>
    </dgm:pt>
    <dgm:pt modelId="{20F1DBB7-9884-4B48-845C-1376B2BE66C9}" type="pres">
      <dgm:prSet presAssocID="{22FA0EC3-0C33-4ACE-BF02-1D1CBBFE0983}" presName="Name144" presStyleLbl="parChTrans1D2" presStyleIdx="0" presStyleCnt="7"/>
      <dgm:spPr/>
      <dgm:t>
        <a:bodyPr/>
        <a:lstStyle/>
        <a:p>
          <a:endParaRPr lang="en-US"/>
        </a:p>
      </dgm:t>
    </dgm:pt>
    <dgm:pt modelId="{B8F4085F-C0D2-4E81-BE80-E94CC7E6EA6B}" type="pres">
      <dgm:prSet presAssocID="{F7DDFEE5-E48C-486A-80E6-87BF66A53ABE}" presName="cycle_2" presStyleCnt="0"/>
      <dgm:spPr/>
    </dgm:pt>
    <dgm:pt modelId="{B4A778F9-7983-4715-B075-78162999238A}" type="pres">
      <dgm:prSet presAssocID="{E234452E-EE51-4AC2-B5D7-5B79BFED801A}" presName="childCenter2" presStyleLbl="node1" presStyleIdx="2" presStyleCnt="11" custScaleX="300015" custScaleY="204192" custLinFactNeighborX="9563" custLinFactNeighborY="68362"/>
      <dgm:spPr/>
      <dgm:t>
        <a:bodyPr/>
        <a:lstStyle/>
        <a:p>
          <a:endParaRPr lang="en-US"/>
        </a:p>
      </dgm:t>
    </dgm:pt>
    <dgm:pt modelId="{812B513E-A0CE-4B6E-AD65-80A610557325}" type="pres">
      <dgm:prSet presAssocID="{5841F95C-6087-42FE-A056-CC9D591FDD51}" presName="Name218" presStyleLbl="parChTrans1D3" presStyleIdx="0" presStyleCnt="3"/>
      <dgm:spPr/>
      <dgm:t>
        <a:bodyPr/>
        <a:lstStyle/>
        <a:p>
          <a:endParaRPr lang="en-US"/>
        </a:p>
      </dgm:t>
    </dgm:pt>
    <dgm:pt modelId="{04387E55-CF5F-4836-8B6F-E07C24194913}" type="pres">
      <dgm:prSet presAssocID="{49DAAACF-FEEF-4C51-8ECA-E886646B5BF9}" presName="text2" presStyleLbl="node1" presStyleIdx="3" presStyleCnt="11" custScaleX="186597" custScaleY="15204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7546238-E0F3-4B12-9BD4-46DDC5D996AA}" type="pres">
      <dgm:prSet presAssocID="{E1FC50C9-71AE-4BED-BE81-C3B5A97BED3B}" presName="Name218" presStyleLbl="parChTrans1D3" presStyleIdx="1" presStyleCnt="3"/>
      <dgm:spPr/>
      <dgm:t>
        <a:bodyPr/>
        <a:lstStyle/>
        <a:p>
          <a:endParaRPr lang="en-US"/>
        </a:p>
      </dgm:t>
    </dgm:pt>
    <dgm:pt modelId="{3B9EC15A-12AA-4E16-B024-8EADBE41A6E0}" type="pres">
      <dgm:prSet presAssocID="{9F58077F-1F7A-46F2-86E0-E1EB50CBDE33}" presName="text2" presStyleLbl="node1" presStyleIdx="4" presStyleCnt="11" custScaleX="175725" custScaleY="164140" custRadScaleRad="198428" custRadScaleInc="-4828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D9B0F60-C47F-4E7F-A2E5-5000EBEBB453}" type="pres">
      <dgm:prSet presAssocID="{E5E3C866-E30F-432B-AA89-17047164A598}" presName="Name218" presStyleLbl="parChTrans1D3" presStyleIdx="2" presStyleCnt="3"/>
      <dgm:spPr/>
      <dgm:t>
        <a:bodyPr/>
        <a:lstStyle/>
        <a:p>
          <a:endParaRPr lang="en-US"/>
        </a:p>
      </dgm:t>
    </dgm:pt>
    <dgm:pt modelId="{CD32B98B-E5C7-4BCB-9DA5-E23F3781EDBA}" type="pres">
      <dgm:prSet presAssocID="{7B746293-D706-4759-9981-7A0259952371}" presName="text2" presStyleLbl="node1" presStyleIdx="5" presStyleCnt="11" custScaleX="194058" custScaleY="163431" custRadScaleRad="159181" custRadScaleInc="4373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5885E0A-CD73-4C6D-8792-4B89ACE6A9AD}" type="pres">
      <dgm:prSet presAssocID="{19121F51-64B6-483A-91EA-F89070DA7FF6}" presName="Name221" presStyleLbl="parChTrans1D2" presStyleIdx="1" presStyleCnt="7"/>
      <dgm:spPr/>
      <dgm:t>
        <a:bodyPr/>
        <a:lstStyle/>
        <a:p>
          <a:endParaRPr lang="en-US"/>
        </a:p>
      </dgm:t>
    </dgm:pt>
    <dgm:pt modelId="{A6FA4FE7-7E35-42D8-9693-F243540CBCD4}" type="pres">
      <dgm:prSet presAssocID="{F7DDFEE5-E48C-486A-80E6-87BF66A53ABE}" presName="cycle_3" presStyleCnt="0"/>
      <dgm:spPr/>
    </dgm:pt>
    <dgm:pt modelId="{D4D03B59-1CBB-40B0-81E5-EB9DB37BBB19}" type="pres">
      <dgm:prSet presAssocID="{C0F9CC73-FEEB-4523-B2D2-E884AE5276AB}" presName="childCenter3" presStyleLbl="node1" presStyleIdx="6" presStyleCnt="11"/>
      <dgm:spPr/>
      <dgm:t>
        <a:bodyPr/>
        <a:lstStyle/>
        <a:p>
          <a:endParaRPr lang="en-US"/>
        </a:p>
      </dgm:t>
    </dgm:pt>
    <dgm:pt modelId="{A7F1B58B-B55A-4A8E-B021-855C91DBB2B5}" type="pres">
      <dgm:prSet presAssocID="{735DEECF-43C3-4D34-9057-937EF0B1F044}" presName="Name288" presStyleLbl="parChTrans1D2" presStyleIdx="2" presStyleCnt="7"/>
      <dgm:spPr/>
      <dgm:t>
        <a:bodyPr/>
        <a:lstStyle/>
        <a:p>
          <a:endParaRPr lang="en-US"/>
        </a:p>
      </dgm:t>
    </dgm:pt>
    <dgm:pt modelId="{FCF31654-874F-4E00-B49F-1424DECED4F0}" type="pres">
      <dgm:prSet presAssocID="{F7DDFEE5-E48C-486A-80E6-87BF66A53ABE}" presName="cycle_4" presStyleCnt="0"/>
      <dgm:spPr/>
    </dgm:pt>
    <dgm:pt modelId="{CF414532-F3A5-4D8C-8CFD-90FD7E5CD2AA}" type="pres">
      <dgm:prSet presAssocID="{3CC58F94-5F1E-482E-8A0E-9296F199FFA3}" presName="childCenter4" presStyleLbl="node1" presStyleIdx="7" presStyleCnt="11"/>
      <dgm:spPr/>
      <dgm:t>
        <a:bodyPr/>
        <a:lstStyle/>
        <a:p>
          <a:endParaRPr lang="en-US"/>
        </a:p>
      </dgm:t>
    </dgm:pt>
    <dgm:pt modelId="{F6A656AC-887A-4AEF-893C-78EAADC4C90C}" type="pres">
      <dgm:prSet presAssocID="{70A998EE-8B71-4CBB-AE79-E1EB536EF48B}" presName="Name345" presStyleLbl="parChTrans1D2" presStyleIdx="3" presStyleCnt="7"/>
      <dgm:spPr/>
      <dgm:t>
        <a:bodyPr/>
        <a:lstStyle/>
        <a:p>
          <a:endParaRPr lang="en-US"/>
        </a:p>
      </dgm:t>
    </dgm:pt>
    <dgm:pt modelId="{5F52C0BE-753C-4BB3-9337-844628538410}" type="pres">
      <dgm:prSet presAssocID="{F7DDFEE5-E48C-486A-80E6-87BF66A53ABE}" presName="cycle_5" presStyleCnt="0"/>
      <dgm:spPr/>
    </dgm:pt>
    <dgm:pt modelId="{D98BC749-A6E1-42D5-825F-7410978A4302}" type="pres">
      <dgm:prSet presAssocID="{1BA09564-B82E-4593-AE03-89DF1135566D}" presName="childCenter5" presStyleLbl="node1" presStyleIdx="8" presStyleCnt="11" custScaleX="227228" custScaleY="65891" custLinFactNeighborX="-5041" custLinFactNeighborY="-6121"/>
      <dgm:spPr/>
      <dgm:t>
        <a:bodyPr/>
        <a:lstStyle/>
        <a:p>
          <a:endParaRPr lang="en-US"/>
        </a:p>
      </dgm:t>
    </dgm:pt>
    <dgm:pt modelId="{ED12B6CF-8100-4AAB-B0B2-80F05B57AA40}" type="pres">
      <dgm:prSet presAssocID="{F0F58DDD-3196-4AA9-900A-2A1029035E74}" presName="Name392" presStyleLbl="parChTrans1D2" presStyleIdx="4" presStyleCnt="7"/>
      <dgm:spPr/>
      <dgm:t>
        <a:bodyPr/>
        <a:lstStyle/>
        <a:p>
          <a:endParaRPr lang="en-US"/>
        </a:p>
      </dgm:t>
    </dgm:pt>
    <dgm:pt modelId="{E372A4F8-29B2-43CC-8676-305E6ED9F5A6}" type="pres">
      <dgm:prSet presAssocID="{F7DDFEE5-E48C-486A-80E6-87BF66A53ABE}" presName="cycle_6" presStyleCnt="0"/>
      <dgm:spPr/>
    </dgm:pt>
    <dgm:pt modelId="{4C94BFA3-6263-446C-8440-037A23649BD1}" type="pres">
      <dgm:prSet presAssocID="{EE91523C-700B-42A8-8889-9AF35D955AE0}" presName="childCenter6" presStyleLbl="node1" presStyleIdx="9" presStyleCnt="11"/>
      <dgm:spPr/>
      <dgm:t>
        <a:bodyPr/>
        <a:lstStyle/>
        <a:p>
          <a:endParaRPr lang="en-US"/>
        </a:p>
      </dgm:t>
    </dgm:pt>
    <dgm:pt modelId="{685AFFB0-A152-40F7-9176-288DD10536D6}" type="pres">
      <dgm:prSet presAssocID="{E1DCC8BB-5952-4492-9A47-AAF09287B72F}" presName="Name429" presStyleLbl="parChTrans1D2" presStyleIdx="5" presStyleCnt="7"/>
      <dgm:spPr/>
      <dgm:t>
        <a:bodyPr/>
        <a:lstStyle/>
        <a:p>
          <a:endParaRPr lang="en-US"/>
        </a:p>
      </dgm:t>
    </dgm:pt>
    <dgm:pt modelId="{6BC36677-69D4-4EE6-9A56-9177C3680E90}" type="pres">
      <dgm:prSet presAssocID="{F7DDFEE5-E48C-486A-80E6-87BF66A53ABE}" presName="cycle_7" presStyleCnt="0"/>
      <dgm:spPr/>
    </dgm:pt>
    <dgm:pt modelId="{0B7B8B09-E9B3-4260-9E52-3BB7E9E4B100}" type="pres">
      <dgm:prSet presAssocID="{2E6B6DD3-9A33-4F62-B654-35E34845E115}" presName="childCenter7" presStyleLbl="node1" presStyleIdx="10" presStyleCnt="11"/>
      <dgm:spPr/>
      <dgm:t>
        <a:bodyPr/>
        <a:lstStyle/>
        <a:p>
          <a:endParaRPr lang="en-US"/>
        </a:p>
      </dgm:t>
    </dgm:pt>
    <dgm:pt modelId="{F9D370C0-3F3F-4FB2-90E5-E7DA5774ACEA}" type="pres">
      <dgm:prSet presAssocID="{AAA9B1D5-93CC-4768-882E-A0682FCDC732}" presName="Name456" presStyleLbl="parChTrans1D2" presStyleIdx="6" presStyleCnt="7"/>
      <dgm:spPr/>
      <dgm:t>
        <a:bodyPr/>
        <a:lstStyle/>
        <a:p>
          <a:endParaRPr lang="en-US"/>
        </a:p>
      </dgm:t>
    </dgm:pt>
  </dgm:ptLst>
  <dgm:cxnLst>
    <dgm:cxn modelId="{59CDDC63-FAB8-425D-A6B1-DB2BA6A5C337}" type="presOf" srcId="{9F58077F-1F7A-46F2-86E0-E1EB50CBDE33}" destId="{3B9EC15A-12AA-4E16-B024-8EADBE41A6E0}" srcOrd="0" destOrd="0" presId="urn:microsoft.com/office/officeart/2008/layout/RadialCluster"/>
    <dgm:cxn modelId="{49EC0C98-D726-40C4-9AC2-1F90E1D57413}" type="presOf" srcId="{735DEECF-43C3-4D34-9057-937EF0B1F044}" destId="{A7F1B58B-B55A-4A8E-B021-855C91DBB2B5}" srcOrd="0" destOrd="0" presId="urn:microsoft.com/office/officeart/2008/layout/RadialCluster"/>
    <dgm:cxn modelId="{49E49524-50A0-48D1-A329-0F606F10D640}" type="presOf" srcId="{2E6B6DD3-9A33-4F62-B654-35E34845E115}" destId="{0B7B8B09-E9B3-4260-9E52-3BB7E9E4B100}" srcOrd="0" destOrd="0" presId="urn:microsoft.com/office/officeart/2008/layout/RadialCluster"/>
    <dgm:cxn modelId="{CB3F3C9C-7518-49A6-9BDB-633925C17A92}" type="presOf" srcId="{5A795E67-BD85-4CC7-B2DF-FAD578512C67}" destId="{61085073-59A3-4069-8821-1BB35C99FDED}" srcOrd="0" destOrd="0" presId="urn:microsoft.com/office/officeart/2008/layout/RadialCluster"/>
    <dgm:cxn modelId="{16DDEFD5-FA76-4E63-B1D1-AF48048296F2}" srcId="{F7DDFEE5-E48C-486A-80E6-87BF66A53ABE}" destId="{EE91523C-700B-42A8-8889-9AF35D955AE0}" srcOrd="5" destOrd="0" parTransId="{E1DCC8BB-5952-4492-9A47-AAF09287B72F}" sibTransId="{0E7CAD55-E6FB-4587-8E2A-5663C4614B27}"/>
    <dgm:cxn modelId="{2DD5359F-C58F-41AA-BE30-6E7DAB977442}" type="presOf" srcId="{3CC58F94-5F1E-482E-8A0E-9296F199FFA3}" destId="{CF414532-F3A5-4D8C-8CFD-90FD7E5CD2AA}" srcOrd="0" destOrd="0" presId="urn:microsoft.com/office/officeart/2008/layout/RadialCluster"/>
    <dgm:cxn modelId="{D726256A-A8CA-470E-A9AC-76364E92EC82}" srcId="{E234452E-EE51-4AC2-B5D7-5B79BFED801A}" destId="{49DAAACF-FEEF-4C51-8ECA-E886646B5BF9}" srcOrd="0" destOrd="0" parTransId="{5841F95C-6087-42FE-A056-CC9D591FDD51}" sibTransId="{9DB9A1F2-C323-4DEE-BDF6-96B4D79BF54B}"/>
    <dgm:cxn modelId="{9C84F3D3-0573-44C3-BA25-D753EB82B674}" type="presOf" srcId="{E1DCC8BB-5952-4492-9A47-AAF09287B72F}" destId="{685AFFB0-A152-40F7-9176-288DD10536D6}" srcOrd="0" destOrd="0" presId="urn:microsoft.com/office/officeart/2008/layout/RadialCluster"/>
    <dgm:cxn modelId="{FDD98961-CC7B-434E-94F9-B1FA0539CFA3}" type="presOf" srcId="{19121F51-64B6-483A-91EA-F89070DA7FF6}" destId="{E5885E0A-CD73-4C6D-8792-4B89ACE6A9AD}" srcOrd="0" destOrd="0" presId="urn:microsoft.com/office/officeart/2008/layout/RadialCluster"/>
    <dgm:cxn modelId="{14EF53F8-6FDE-42D5-A02D-90D547BBB581}" type="presOf" srcId="{1BA09564-B82E-4593-AE03-89DF1135566D}" destId="{D98BC749-A6E1-42D5-825F-7410978A4302}" srcOrd="0" destOrd="0" presId="urn:microsoft.com/office/officeart/2008/layout/RadialCluster"/>
    <dgm:cxn modelId="{8B8FAB4C-F62C-4CA4-A063-C1FD51EBDC5B}" type="presOf" srcId="{0DDEDB21-EA13-417B-B4CF-FEAE18B6D1A2}" destId="{92044BF8-22DB-43EB-9E85-8CB67B4C1564}" srcOrd="0" destOrd="0" presId="urn:microsoft.com/office/officeart/2008/layout/RadialCluster"/>
    <dgm:cxn modelId="{11A2D2ED-A578-4581-84BC-1C3FFE62A63C}" srcId="{F7DDFEE5-E48C-486A-80E6-87BF66A53ABE}" destId="{E234452E-EE51-4AC2-B5D7-5B79BFED801A}" srcOrd="1" destOrd="0" parTransId="{19121F51-64B6-483A-91EA-F89070DA7FF6}" sibTransId="{ED2FE589-10EA-4DCA-A2E7-B1AA6BF7D3A1}"/>
    <dgm:cxn modelId="{1C63A9CB-CAEB-4F7E-A270-CDF6CA464430}" type="presOf" srcId="{AAA9B1D5-93CC-4768-882E-A0682FCDC732}" destId="{F9D370C0-3F3F-4FB2-90E5-E7DA5774ACEA}" srcOrd="0" destOrd="0" presId="urn:microsoft.com/office/officeart/2008/layout/RadialCluster"/>
    <dgm:cxn modelId="{9CE43B68-3928-47F3-B69E-4D14D309028C}" type="presOf" srcId="{70A998EE-8B71-4CBB-AE79-E1EB536EF48B}" destId="{F6A656AC-887A-4AEF-893C-78EAADC4C90C}" srcOrd="0" destOrd="0" presId="urn:microsoft.com/office/officeart/2008/layout/RadialCluster"/>
    <dgm:cxn modelId="{2A2F3CBD-485A-4E66-85E4-50D656430D3B}" srcId="{F7DDFEE5-E48C-486A-80E6-87BF66A53ABE}" destId="{C0F9CC73-FEEB-4523-B2D2-E884AE5276AB}" srcOrd="2" destOrd="0" parTransId="{735DEECF-43C3-4D34-9057-937EF0B1F044}" sibTransId="{4F62FEBF-65B1-4B8E-AF95-8B264FD0106F}"/>
    <dgm:cxn modelId="{50882082-8EAC-40DD-9650-BBFBCB4AD0C0}" type="presOf" srcId="{E1FC50C9-71AE-4BED-BE81-C3B5A97BED3B}" destId="{47546238-E0F3-4B12-9BD4-46DDC5D996AA}" srcOrd="0" destOrd="0" presId="urn:microsoft.com/office/officeart/2008/layout/RadialCluster"/>
    <dgm:cxn modelId="{CCB2ECE4-8BF0-46E4-AD32-79CFAEC8A802}" type="presOf" srcId="{F0F58DDD-3196-4AA9-900A-2A1029035E74}" destId="{ED12B6CF-8100-4AAB-B0B2-80F05B57AA40}" srcOrd="0" destOrd="0" presId="urn:microsoft.com/office/officeart/2008/layout/RadialCluster"/>
    <dgm:cxn modelId="{0E227F26-568C-4BC0-99DE-62F036638CA2}" srcId="{E234452E-EE51-4AC2-B5D7-5B79BFED801A}" destId="{7B746293-D706-4759-9981-7A0259952371}" srcOrd="2" destOrd="0" parTransId="{E5E3C866-E30F-432B-AA89-17047164A598}" sibTransId="{604C5E12-0477-4B63-8A5A-7C791D1FC712}"/>
    <dgm:cxn modelId="{AF3B77CA-BED2-405D-9A34-73B77BF8DF49}" srcId="{F7DDFEE5-E48C-486A-80E6-87BF66A53ABE}" destId="{0DDEDB21-EA13-417B-B4CF-FEAE18B6D1A2}" srcOrd="0" destOrd="0" parTransId="{22FA0EC3-0C33-4ACE-BF02-1D1CBBFE0983}" sibTransId="{4E4EEEE6-1C62-4170-8989-74BAF4E5C875}"/>
    <dgm:cxn modelId="{8347A565-05E7-4536-A04A-C79EEDCA55CF}" srcId="{5A795E67-BD85-4CC7-B2DF-FAD578512C67}" destId="{F7DDFEE5-E48C-486A-80E6-87BF66A53ABE}" srcOrd="0" destOrd="0" parTransId="{EEF43BE7-BFBF-4DD2-86BA-9675E72F082D}" sibTransId="{6C2A8241-C1C5-4409-AD29-FC2965B1985E}"/>
    <dgm:cxn modelId="{D4B5200E-82B5-4206-8B9E-8CF35629C915}" srcId="{F7DDFEE5-E48C-486A-80E6-87BF66A53ABE}" destId="{1BA09564-B82E-4593-AE03-89DF1135566D}" srcOrd="4" destOrd="0" parTransId="{F0F58DDD-3196-4AA9-900A-2A1029035E74}" sibTransId="{7BBED036-F064-493D-BB50-FF7D7B287928}"/>
    <dgm:cxn modelId="{E050E3B6-7E92-4906-9010-17D707FD065A}" type="presOf" srcId="{E5E3C866-E30F-432B-AA89-17047164A598}" destId="{8D9B0F60-C47F-4E7F-A2E5-5000EBEBB453}" srcOrd="0" destOrd="0" presId="urn:microsoft.com/office/officeart/2008/layout/RadialCluster"/>
    <dgm:cxn modelId="{D27D1777-7A1A-4A7A-86C0-D1552C2C332F}" type="presOf" srcId="{5841F95C-6087-42FE-A056-CC9D591FDD51}" destId="{812B513E-A0CE-4B6E-AD65-80A610557325}" srcOrd="0" destOrd="0" presId="urn:microsoft.com/office/officeart/2008/layout/RadialCluster"/>
    <dgm:cxn modelId="{C504B964-69E7-404A-8C0C-41A3B49220E0}" type="presOf" srcId="{49DAAACF-FEEF-4C51-8ECA-E886646B5BF9}" destId="{04387E55-CF5F-4836-8B6F-E07C24194913}" srcOrd="0" destOrd="0" presId="urn:microsoft.com/office/officeart/2008/layout/RadialCluster"/>
    <dgm:cxn modelId="{F4568A02-FC64-4142-845C-3D6C982D34FF}" type="presOf" srcId="{EE91523C-700B-42A8-8889-9AF35D955AE0}" destId="{4C94BFA3-6263-446C-8440-037A23649BD1}" srcOrd="0" destOrd="0" presId="urn:microsoft.com/office/officeart/2008/layout/RadialCluster"/>
    <dgm:cxn modelId="{10F08D48-80B3-4930-B17B-2E4D3538F826}" type="presOf" srcId="{E234452E-EE51-4AC2-B5D7-5B79BFED801A}" destId="{B4A778F9-7983-4715-B075-78162999238A}" srcOrd="0" destOrd="0" presId="urn:microsoft.com/office/officeart/2008/layout/RadialCluster"/>
    <dgm:cxn modelId="{1A2A80DD-3E5A-4F41-B6A0-34A880F5ABC8}" srcId="{F7DDFEE5-E48C-486A-80E6-87BF66A53ABE}" destId="{2E6B6DD3-9A33-4F62-B654-35E34845E115}" srcOrd="6" destOrd="0" parTransId="{AAA9B1D5-93CC-4768-882E-A0682FCDC732}" sibTransId="{404AA638-EC53-4A0A-A645-A5BDC2103F53}"/>
    <dgm:cxn modelId="{EDC00615-6AB4-4B1C-9A4A-27D2B5FFF0FA}" type="presOf" srcId="{C0F9CC73-FEEB-4523-B2D2-E884AE5276AB}" destId="{D4D03B59-1CBB-40B0-81E5-EB9DB37BBB19}" srcOrd="0" destOrd="0" presId="urn:microsoft.com/office/officeart/2008/layout/RadialCluster"/>
    <dgm:cxn modelId="{67888C0C-C40A-4781-92E1-A4745C850572}" srcId="{E234452E-EE51-4AC2-B5D7-5B79BFED801A}" destId="{9F58077F-1F7A-46F2-86E0-E1EB50CBDE33}" srcOrd="1" destOrd="0" parTransId="{E1FC50C9-71AE-4BED-BE81-C3B5A97BED3B}" sibTransId="{9B616ABF-0A0E-480C-90E3-8FDB28C7D389}"/>
    <dgm:cxn modelId="{8EC2D2B1-FFC5-4F61-9EDA-DB4C69886EE9}" type="presOf" srcId="{7B746293-D706-4759-9981-7A0259952371}" destId="{CD32B98B-E5C7-4BCB-9DA5-E23F3781EDBA}" srcOrd="0" destOrd="0" presId="urn:microsoft.com/office/officeart/2008/layout/RadialCluster"/>
    <dgm:cxn modelId="{5E717AAF-2641-4DEA-8D35-17387C7E6CA2}" srcId="{F7DDFEE5-E48C-486A-80E6-87BF66A53ABE}" destId="{3CC58F94-5F1E-482E-8A0E-9296F199FFA3}" srcOrd="3" destOrd="0" parTransId="{70A998EE-8B71-4CBB-AE79-E1EB536EF48B}" sibTransId="{79559CA6-C1F1-49AC-BA0C-969B8C065777}"/>
    <dgm:cxn modelId="{CD6D0A81-600C-4C95-A165-53597EB9754D}" type="presOf" srcId="{F7DDFEE5-E48C-486A-80E6-87BF66A53ABE}" destId="{BE179385-EE13-4FD5-B35D-1E0E43BB76A1}" srcOrd="0" destOrd="0" presId="urn:microsoft.com/office/officeart/2008/layout/RadialCluster"/>
    <dgm:cxn modelId="{8E87BCF2-74F7-4A75-AFD4-0BFDB5F72116}" type="presOf" srcId="{22FA0EC3-0C33-4ACE-BF02-1D1CBBFE0983}" destId="{20F1DBB7-9884-4B48-845C-1376B2BE66C9}" srcOrd="0" destOrd="0" presId="urn:microsoft.com/office/officeart/2008/layout/RadialCluster"/>
    <dgm:cxn modelId="{0F2D30EC-2A2D-4C70-9B68-132CF604E01C}" type="presParOf" srcId="{61085073-59A3-4069-8821-1BB35C99FDED}" destId="{BE179385-EE13-4FD5-B35D-1E0E43BB76A1}" srcOrd="0" destOrd="0" presId="urn:microsoft.com/office/officeart/2008/layout/RadialCluster"/>
    <dgm:cxn modelId="{FE214479-39E0-41A7-89F9-936073A18683}" type="presParOf" srcId="{61085073-59A3-4069-8821-1BB35C99FDED}" destId="{E2BA1A28-A415-483E-A8F8-3FBF7265B042}" srcOrd="1" destOrd="0" presId="urn:microsoft.com/office/officeart/2008/layout/RadialCluster"/>
    <dgm:cxn modelId="{F1EC0693-F688-4E7D-B538-16A1D4DB3B8B}" type="presParOf" srcId="{E2BA1A28-A415-483E-A8F8-3FBF7265B042}" destId="{92044BF8-22DB-43EB-9E85-8CB67B4C1564}" srcOrd="0" destOrd="0" presId="urn:microsoft.com/office/officeart/2008/layout/RadialCluster"/>
    <dgm:cxn modelId="{B4D0BC2F-563E-4D3D-BA47-435E56487706}" type="presParOf" srcId="{61085073-59A3-4069-8821-1BB35C99FDED}" destId="{20F1DBB7-9884-4B48-845C-1376B2BE66C9}" srcOrd="2" destOrd="0" presId="urn:microsoft.com/office/officeart/2008/layout/RadialCluster"/>
    <dgm:cxn modelId="{D72EBDAB-D244-453D-873A-A22C02C994CE}" type="presParOf" srcId="{61085073-59A3-4069-8821-1BB35C99FDED}" destId="{B8F4085F-C0D2-4E81-BE80-E94CC7E6EA6B}" srcOrd="3" destOrd="0" presId="urn:microsoft.com/office/officeart/2008/layout/RadialCluster"/>
    <dgm:cxn modelId="{81739034-4DB9-47B8-9236-B6CF0B2B456B}" type="presParOf" srcId="{B8F4085F-C0D2-4E81-BE80-E94CC7E6EA6B}" destId="{B4A778F9-7983-4715-B075-78162999238A}" srcOrd="0" destOrd="0" presId="urn:microsoft.com/office/officeart/2008/layout/RadialCluster"/>
    <dgm:cxn modelId="{AD1FA953-90A0-4353-82C8-2361A328AE42}" type="presParOf" srcId="{B8F4085F-C0D2-4E81-BE80-E94CC7E6EA6B}" destId="{812B513E-A0CE-4B6E-AD65-80A610557325}" srcOrd="1" destOrd="0" presId="urn:microsoft.com/office/officeart/2008/layout/RadialCluster"/>
    <dgm:cxn modelId="{EDA2E44F-942B-4339-8786-C89F0CC2CCE2}" type="presParOf" srcId="{B8F4085F-C0D2-4E81-BE80-E94CC7E6EA6B}" destId="{04387E55-CF5F-4836-8B6F-E07C24194913}" srcOrd="2" destOrd="0" presId="urn:microsoft.com/office/officeart/2008/layout/RadialCluster"/>
    <dgm:cxn modelId="{DE10BC6D-017D-41CC-B691-8F8026BFFBE6}" type="presParOf" srcId="{B8F4085F-C0D2-4E81-BE80-E94CC7E6EA6B}" destId="{47546238-E0F3-4B12-9BD4-46DDC5D996AA}" srcOrd="3" destOrd="0" presId="urn:microsoft.com/office/officeart/2008/layout/RadialCluster"/>
    <dgm:cxn modelId="{526915FF-76E3-42BD-9ABA-C13613F37DCE}" type="presParOf" srcId="{B8F4085F-C0D2-4E81-BE80-E94CC7E6EA6B}" destId="{3B9EC15A-12AA-4E16-B024-8EADBE41A6E0}" srcOrd="4" destOrd="0" presId="urn:microsoft.com/office/officeart/2008/layout/RadialCluster"/>
    <dgm:cxn modelId="{D4A15879-619C-4005-BB82-7ACAE0C00740}" type="presParOf" srcId="{B8F4085F-C0D2-4E81-BE80-E94CC7E6EA6B}" destId="{8D9B0F60-C47F-4E7F-A2E5-5000EBEBB453}" srcOrd="5" destOrd="0" presId="urn:microsoft.com/office/officeart/2008/layout/RadialCluster"/>
    <dgm:cxn modelId="{2A8271A5-DC72-4CB0-9A44-FAB0853DA95C}" type="presParOf" srcId="{B8F4085F-C0D2-4E81-BE80-E94CC7E6EA6B}" destId="{CD32B98B-E5C7-4BCB-9DA5-E23F3781EDBA}" srcOrd="6" destOrd="0" presId="urn:microsoft.com/office/officeart/2008/layout/RadialCluster"/>
    <dgm:cxn modelId="{CC1C26CD-BDC6-4C98-BD24-598B40486CDC}" type="presParOf" srcId="{61085073-59A3-4069-8821-1BB35C99FDED}" destId="{E5885E0A-CD73-4C6D-8792-4B89ACE6A9AD}" srcOrd="4" destOrd="0" presId="urn:microsoft.com/office/officeart/2008/layout/RadialCluster"/>
    <dgm:cxn modelId="{E470C4A4-3098-4CEB-A8FB-B4C686F76871}" type="presParOf" srcId="{61085073-59A3-4069-8821-1BB35C99FDED}" destId="{A6FA4FE7-7E35-42D8-9693-F243540CBCD4}" srcOrd="5" destOrd="0" presId="urn:microsoft.com/office/officeart/2008/layout/RadialCluster"/>
    <dgm:cxn modelId="{4B3BD87F-175D-4902-8CF5-B1B540D3F8C6}" type="presParOf" srcId="{A6FA4FE7-7E35-42D8-9693-F243540CBCD4}" destId="{D4D03B59-1CBB-40B0-81E5-EB9DB37BBB19}" srcOrd="0" destOrd="0" presId="urn:microsoft.com/office/officeart/2008/layout/RadialCluster"/>
    <dgm:cxn modelId="{4D2CA45F-8788-4717-8AFC-6CBE99D41A2D}" type="presParOf" srcId="{61085073-59A3-4069-8821-1BB35C99FDED}" destId="{A7F1B58B-B55A-4A8E-B021-855C91DBB2B5}" srcOrd="6" destOrd="0" presId="urn:microsoft.com/office/officeart/2008/layout/RadialCluster"/>
    <dgm:cxn modelId="{392BCB62-0552-43F4-8BD8-6126CFFA492C}" type="presParOf" srcId="{61085073-59A3-4069-8821-1BB35C99FDED}" destId="{FCF31654-874F-4E00-B49F-1424DECED4F0}" srcOrd="7" destOrd="0" presId="urn:microsoft.com/office/officeart/2008/layout/RadialCluster"/>
    <dgm:cxn modelId="{D91EC9C5-AFE4-4C3F-86C7-398EB8941EDA}" type="presParOf" srcId="{FCF31654-874F-4E00-B49F-1424DECED4F0}" destId="{CF414532-F3A5-4D8C-8CFD-90FD7E5CD2AA}" srcOrd="0" destOrd="0" presId="urn:microsoft.com/office/officeart/2008/layout/RadialCluster"/>
    <dgm:cxn modelId="{24624AA0-C828-4A15-A56F-EF2BA930F611}" type="presParOf" srcId="{61085073-59A3-4069-8821-1BB35C99FDED}" destId="{F6A656AC-887A-4AEF-893C-78EAADC4C90C}" srcOrd="8" destOrd="0" presId="urn:microsoft.com/office/officeart/2008/layout/RadialCluster"/>
    <dgm:cxn modelId="{B8C352FA-ED93-413D-96D2-336B61AD69A6}" type="presParOf" srcId="{61085073-59A3-4069-8821-1BB35C99FDED}" destId="{5F52C0BE-753C-4BB3-9337-844628538410}" srcOrd="9" destOrd="0" presId="urn:microsoft.com/office/officeart/2008/layout/RadialCluster"/>
    <dgm:cxn modelId="{8E8F4D56-7C3C-4E49-B7F5-08A4F21C2D86}" type="presParOf" srcId="{5F52C0BE-753C-4BB3-9337-844628538410}" destId="{D98BC749-A6E1-42D5-825F-7410978A4302}" srcOrd="0" destOrd="0" presId="urn:microsoft.com/office/officeart/2008/layout/RadialCluster"/>
    <dgm:cxn modelId="{E014DE12-1C42-4FBA-8770-96EAB0D27327}" type="presParOf" srcId="{61085073-59A3-4069-8821-1BB35C99FDED}" destId="{ED12B6CF-8100-4AAB-B0B2-80F05B57AA40}" srcOrd="10" destOrd="0" presId="urn:microsoft.com/office/officeart/2008/layout/RadialCluster"/>
    <dgm:cxn modelId="{D456CBEF-6BF1-48F0-9496-33887A39EE71}" type="presParOf" srcId="{61085073-59A3-4069-8821-1BB35C99FDED}" destId="{E372A4F8-29B2-43CC-8676-305E6ED9F5A6}" srcOrd="11" destOrd="0" presId="urn:microsoft.com/office/officeart/2008/layout/RadialCluster"/>
    <dgm:cxn modelId="{48E67578-799A-4F53-893C-BFD9EECDF491}" type="presParOf" srcId="{E372A4F8-29B2-43CC-8676-305E6ED9F5A6}" destId="{4C94BFA3-6263-446C-8440-037A23649BD1}" srcOrd="0" destOrd="0" presId="urn:microsoft.com/office/officeart/2008/layout/RadialCluster"/>
    <dgm:cxn modelId="{0BBC55D6-262B-4110-9EB4-550E24746816}" type="presParOf" srcId="{61085073-59A3-4069-8821-1BB35C99FDED}" destId="{685AFFB0-A152-40F7-9176-288DD10536D6}" srcOrd="12" destOrd="0" presId="urn:microsoft.com/office/officeart/2008/layout/RadialCluster"/>
    <dgm:cxn modelId="{026F0398-F990-4460-8602-4284F021A0D7}" type="presParOf" srcId="{61085073-59A3-4069-8821-1BB35C99FDED}" destId="{6BC36677-69D4-4EE6-9A56-9177C3680E90}" srcOrd="13" destOrd="0" presId="urn:microsoft.com/office/officeart/2008/layout/RadialCluster"/>
    <dgm:cxn modelId="{416A63F4-D732-4FE7-85A7-E372B5874E2C}" type="presParOf" srcId="{6BC36677-69D4-4EE6-9A56-9177C3680E90}" destId="{0B7B8B09-E9B3-4260-9E52-3BB7E9E4B100}" srcOrd="0" destOrd="0" presId="urn:microsoft.com/office/officeart/2008/layout/RadialCluster"/>
    <dgm:cxn modelId="{756BB3C2-C98F-47B8-B683-06EB10C1AD99}" type="presParOf" srcId="{61085073-59A3-4069-8821-1BB35C99FDED}" destId="{F9D370C0-3F3F-4FB2-90E5-E7DA5774ACEA}" srcOrd="14" destOrd="0" presId="urn:microsoft.com/office/officeart/2008/layout/RadialCluster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DCCC1A6-0966-447E-9F9E-0D06E180CF17}" type="doc">
      <dgm:prSet loTypeId="urn:microsoft.com/office/officeart/2005/8/layout/h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CF454A5-1897-465E-9555-6F78D6152B8F}">
      <dgm:prSet phldrT="[Text]"/>
      <dgm:spPr>
        <a:solidFill>
          <a:srgbClr val="CC0000"/>
        </a:solidFill>
      </dgm:spPr>
      <dgm:t>
        <a:bodyPr/>
        <a:lstStyle/>
        <a:p>
          <a:r>
            <a:rPr lang="en-US" dirty="0"/>
            <a:t>Transaction</a:t>
          </a:r>
        </a:p>
      </dgm:t>
    </dgm:pt>
    <dgm:pt modelId="{0B50F54F-0B68-485B-9DE9-3EDDA7D06614}" type="parTrans" cxnId="{5061785C-AA0C-409B-9DC0-1206AAD6CFEF}">
      <dgm:prSet/>
      <dgm:spPr/>
      <dgm:t>
        <a:bodyPr/>
        <a:lstStyle/>
        <a:p>
          <a:endParaRPr lang="en-US"/>
        </a:p>
      </dgm:t>
    </dgm:pt>
    <dgm:pt modelId="{73EF3616-0CA0-4ABC-A595-2A31FD18F2A5}" type="sibTrans" cxnId="{5061785C-AA0C-409B-9DC0-1206AAD6CFEF}">
      <dgm:prSet/>
      <dgm:spPr/>
      <dgm:t>
        <a:bodyPr/>
        <a:lstStyle/>
        <a:p>
          <a:endParaRPr lang="en-US"/>
        </a:p>
      </dgm:t>
    </dgm:pt>
    <dgm:pt modelId="{A37148B7-9CB6-4EBA-884B-648A28FCAF62}">
      <dgm:prSet phldrT="[Text]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pPr algn="l"/>
          <a:r>
            <a:rPr lang="en-US" dirty="0" err="1"/>
            <a:t>Transaction_id</a:t>
          </a:r>
          <a:endParaRPr lang="en-US" dirty="0"/>
        </a:p>
      </dgm:t>
    </dgm:pt>
    <dgm:pt modelId="{846F5225-4F1F-4FAD-9FC8-A5BACF649BBF}" type="parTrans" cxnId="{5ECCAA74-C6FB-45C3-B231-4AAB6734B019}">
      <dgm:prSet/>
      <dgm:spPr/>
      <dgm:t>
        <a:bodyPr/>
        <a:lstStyle/>
        <a:p>
          <a:endParaRPr lang="en-US"/>
        </a:p>
      </dgm:t>
    </dgm:pt>
    <dgm:pt modelId="{4DA0D119-FC27-4BEC-A5F4-9F51B644A6A4}" type="sibTrans" cxnId="{5ECCAA74-C6FB-45C3-B231-4AAB6734B019}">
      <dgm:prSet/>
      <dgm:spPr/>
      <dgm:t>
        <a:bodyPr/>
        <a:lstStyle/>
        <a:p>
          <a:endParaRPr lang="en-US"/>
        </a:p>
      </dgm:t>
    </dgm:pt>
    <dgm:pt modelId="{630BB2D5-D088-4EE2-B76F-9B04E746A6BB}">
      <dgm:prSet phldrT="[Text]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pPr algn="ctr"/>
          <a:endParaRPr lang="en-US" dirty="0"/>
        </a:p>
      </dgm:t>
    </dgm:pt>
    <dgm:pt modelId="{7DC29CA5-C6A2-4F7E-A337-0B41C56C2063}" type="parTrans" cxnId="{196C0AAB-6C52-4B9D-9F69-A972909CD941}">
      <dgm:prSet/>
      <dgm:spPr/>
      <dgm:t>
        <a:bodyPr/>
        <a:lstStyle/>
        <a:p>
          <a:endParaRPr lang="en-US"/>
        </a:p>
      </dgm:t>
    </dgm:pt>
    <dgm:pt modelId="{B8281C5F-DD5E-4C57-99A5-DBA0819FE57A}" type="sibTrans" cxnId="{196C0AAB-6C52-4B9D-9F69-A972909CD941}">
      <dgm:prSet/>
      <dgm:spPr/>
      <dgm:t>
        <a:bodyPr/>
        <a:lstStyle/>
        <a:p>
          <a:endParaRPr lang="en-US"/>
        </a:p>
      </dgm:t>
    </dgm:pt>
    <dgm:pt modelId="{FD346884-4646-4F14-8D0B-01E19D060939}">
      <dgm:prSet phldrT="[Text]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pPr algn="ctr"/>
          <a:endParaRPr lang="en-US" dirty="0"/>
        </a:p>
      </dgm:t>
    </dgm:pt>
    <dgm:pt modelId="{A6B29343-973A-47DE-9199-E881DF6A240C}" type="parTrans" cxnId="{682A2996-2347-47BA-9DC4-D596DB4F1370}">
      <dgm:prSet/>
      <dgm:spPr/>
      <dgm:t>
        <a:bodyPr/>
        <a:lstStyle/>
        <a:p>
          <a:endParaRPr lang="en-US"/>
        </a:p>
      </dgm:t>
    </dgm:pt>
    <dgm:pt modelId="{EF7AE713-07C5-46F3-BE59-5283A78C9998}" type="sibTrans" cxnId="{682A2996-2347-47BA-9DC4-D596DB4F1370}">
      <dgm:prSet/>
      <dgm:spPr/>
      <dgm:t>
        <a:bodyPr/>
        <a:lstStyle/>
        <a:p>
          <a:endParaRPr lang="en-US"/>
        </a:p>
      </dgm:t>
    </dgm:pt>
    <dgm:pt modelId="{6BAB51A4-1B52-47AE-B65F-E401B701409F}">
      <dgm:prSet phldrT="[Text]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pPr algn="l"/>
          <a:r>
            <a:rPr lang="en-US" dirty="0" err="1"/>
            <a:t>Feedback_id</a:t>
          </a:r>
          <a:endParaRPr lang="en-US" dirty="0"/>
        </a:p>
      </dgm:t>
    </dgm:pt>
    <dgm:pt modelId="{C97A5FAF-9C38-4105-A3AB-11545F7BB49E}" type="parTrans" cxnId="{715BD530-4659-4961-A3F3-80AB1924B8A8}">
      <dgm:prSet/>
      <dgm:spPr/>
      <dgm:t>
        <a:bodyPr/>
        <a:lstStyle/>
        <a:p>
          <a:endParaRPr lang="en-US"/>
        </a:p>
      </dgm:t>
    </dgm:pt>
    <dgm:pt modelId="{7846504F-0B09-40D2-95AF-0D2A79082384}" type="sibTrans" cxnId="{715BD530-4659-4961-A3F3-80AB1924B8A8}">
      <dgm:prSet/>
      <dgm:spPr/>
      <dgm:t>
        <a:bodyPr/>
        <a:lstStyle/>
        <a:p>
          <a:endParaRPr lang="en-US"/>
        </a:p>
      </dgm:t>
    </dgm:pt>
    <dgm:pt modelId="{57A3678F-8044-4619-90D0-E37DCE35B642}">
      <dgm:prSet phldrT="[Text]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pPr algn="ctr"/>
          <a:endParaRPr lang="en-US" dirty="0"/>
        </a:p>
      </dgm:t>
    </dgm:pt>
    <dgm:pt modelId="{21E5CEE3-820F-462F-852B-76B93208CB87}" type="parTrans" cxnId="{F7349E5B-1621-425F-A3B5-816E94242920}">
      <dgm:prSet/>
      <dgm:spPr/>
      <dgm:t>
        <a:bodyPr/>
        <a:lstStyle/>
        <a:p>
          <a:endParaRPr lang="en-US"/>
        </a:p>
      </dgm:t>
    </dgm:pt>
    <dgm:pt modelId="{F724080F-950A-420F-9189-46E1B283BBE5}" type="sibTrans" cxnId="{F7349E5B-1621-425F-A3B5-816E94242920}">
      <dgm:prSet/>
      <dgm:spPr/>
      <dgm:t>
        <a:bodyPr/>
        <a:lstStyle/>
        <a:p>
          <a:endParaRPr lang="en-US"/>
        </a:p>
      </dgm:t>
    </dgm:pt>
    <dgm:pt modelId="{772C3CC3-278D-4261-94E3-3D429B966C0D}">
      <dgm:prSet phldrT="[Text]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pPr algn="l"/>
          <a:r>
            <a:rPr lang="en-US" dirty="0" err="1"/>
            <a:t>Location_id</a:t>
          </a:r>
          <a:endParaRPr lang="en-US" dirty="0"/>
        </a:p>
      </dgm:t>
    </dgm:pt>
    <dgm:pt modelId="{7349A55E-A0DE-43E6-BFF7-8291F3D2B7F2}" type="parTrans" cxnId="{A413A470-AF6B-4718-9605-606D4DFCFE87}">
      <dgm:prSet/>
      <dgm:spPr/>
      <dgm:t>
        <a:bodyPr/>
        <a:lstStyle/>
        <a:p>
          <a:endParaRPr lang="en-US"/>
        </a:p>
      </dgm:t>
    </dgm:pt>
    <dgm:pt modelId="{588C34E5-4758-4142-9D7A-89A56E3F3FB9}" type="sibTrans" cxnId="{A413A470-AF6B-4718-9605-606D4DFCFE87}">
      <dgm:prSet/>
      <dgm:spPr/>
      <dgm:t>
        <a:bodyPr/>
        <a:lstStyle/>
        <a:p>
          <a:endParaRPr lang="en-US"/>
        </a:p>
      </dgm:t>
    </dgm:pt>
    <dgm:pt modelId="{34487176-7490-44A0-B106-A82AF6DF2F8C}">
      <dgm:prSet phldrT="[Text]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pPr algn="l"/>
          <a:r>
            <a:rPr lang="en-US" dirty="0" err="1" smtClean="0"/>
            <a:t>Payment_id</a:t>
          </a:r>
          <a:endParaRPr lang="en-US" dirty="0"/>
        </a:p>
      </dgm:t>
    </dgm:pt>
    <dgm:pt modelId="{CD77D6F4-844C-4518-B65D-341CFB6D9FB3}" type="parTrans" cxnId="{B0C31D73-251E-4800-B16F-8147DD161EBF}">
      <dgm:prSet/>
      <dgm:spPr/>
      <dgm:t>
        <a:bodyPr/>
        <a:lstStyle/>
        <a:p>
          <a:endParaRPr lang="en-US"/>
        </a:p>
      </dgm:t>
    </dgm:pt>
    <dgm:pt modelId="{24A61389-C18C-44D2-BEE5-BC9481F252CE}" type="sibTrans" cxnId="{B0C31D73-251E-4800-B16F-8147DD161EBF}">
      <dgm:prSet/>
      <dgm:spPr/>
      <dgm:t>
        <a:bodyPr/>
        <a:lstStyle/>
        <a:p>
          <a:endParaRPr lang="en-US"/>
        </a:p>
      </dgm:t>
    </dgm:pt>
    <dgm:pt modelId="{D0B8E76E-349B-4BB1-A49D-296329D21990}">
      <dgm:prSet phldrT="[Text]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pPr algn="ctr"/>
          <a:endParaRPr lang="en-US" dirty="0"/>
        </a:p>
      </dgm:t>
    </dgm:pt>
    <dgm:pt modelId="{353F28C6-4303-4051-A5F0-1CDE9001A9FF}" type="parTrans" cxnId="{CB3230C5-BFEC-4516-BCDA-45A57AD2965D}">
      <dgm:prSet/>
      <dgm:spPr/>
      <dgm:t>
        <a:bodyPr/>
        <a:lstStyle/>
        <a:p>
          <a:endParaRPr lang="en-US"/>
        </a:p>
      </dgm:t>
    </dgm:pt>
    <dgm:pt modelId="{B409D2D8-2FE6-43F6-B327-FE771FFA59CF}" type="sibTrans" cxnId="{CB3230C5-BFEC-4516-BCDA-45A57AD2965D}">
      <dgm:prSet/>
      <dgm:spPr/>
      <dgm:t>
        <a:bodyPr/>
        <a:lstStyle/>
        <a:p>
          <a:endParaRPr lang="en-US"/>
        </a:p>
      </dgm:t>
    </dgm:pt>
    <dgm:pt modelId="{E8C4A1DB-51FA-4313-B68D-AA408F33B2E7}">
      <dgm:prSet phldrT="[Text]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pPr algn="l"/>
          <a:r>
            <a:rPr lang="en-US" dirty="0" err="1"/>
            <a:t>Transaction_date</a:t>
          </a:r>
          <a:endParaRPr lang="en-US" dirty="0"/>
        </a:p>
      </dgm:t>
    </dgm:pt>
    <dgm:pt modelId="{227CD915-367B-43FD-92AF-3E7BB6FBDD80}" type="parTrans" cxnId="{5E69456F-B5BA-43EF-AC90-55B97F181827}">
      <dgm:prSet/>
      <dgm:spPr/>
      <dgm:t>
        <a:bodyPr/>
        <a:lstStyle/>
        <a:p>
          <a:endParaRPr lang="en-US"/>
        </a:p>
      </dgm:t>
    </dgm:pt>
    <dgm:pt modelId="{6EFBF90F-2230-46F4-91CE-18673D47D363}" type="sibTrans" cxnId="{5E69456F-B5BA-43EF-AC90-55B97F181827}">
      <dgm:prSet/>
      <dgm:spPr/>
      <dgm:t>
        <a:bodyPr/>
        <a:lstStyle/>
        <a:p>
          <a:endParaRPr lang="en-US"/>
        </a:p>
      </dgm:t>
    </dgm:pt>
    <dgm:pt modelId="{BFAE9C17-A5DC-487A-8A62-D095E500DB86}">
      <dgm:prSet phldrT="[Text]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pPr algn="l"/>
          <a:r>
            <a:rPr lang="en-US" dirty="0" err="1"/>
            <a:t>Event_id</a:t>
          </a:r>
          <a:endParaRPr lang="en-US" dirty="0"/>
        </a:p>
      </dgm:t>
    </dgm:pt>
    <dgm:pt modelId="{C7A47F86-7486-4376-A503-C16B3D3374B7}" type="parTrans" cxnId="{5347A750-36EE-4E5E-9C57-C2EC0B3AEFB4}">
      <dgm:prSet/>
      <dgm:spPr/>
      <dgm:t>
        <a:bodyPr/>
        <a:lstStyle/>
        <a:p>
          <a:endParaRPr lang="en-US"/>
        </a:p>
      </dgm:t>
    </dgm:pt>
    <dgm:pt modelId="{C0AF007C-6666-4BF8-9094-1234ACF406B3}" type="sibTrans" cxnId="{5347A750-36EE-4E5E-9C57-C2EC0B3AEFB4}">
      <dgm:prSet/>
      <dgm:spPr/>
      <dgm:t>
        <a:bodyPr/>
        <a:lstStyle/>
        <a:p>
          <a:endParaRPr lang="en-US"/>
        </a:p>
      </dgm:t>
    </dgm:pt>
    <dgm:pt modelId="{FF2437B5-AA80-4137-B839-B40F87FC6922}">
      <dgm:prSet phldrT="[Text]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pPr algn="l"/>
          <a:r>
            <a:rPr lang="en-US" dirty="0" err="1" smtClean="0"/>
            <a:t>Customer_id</a:t>
          </a:r>
          <a:endParaRPr lang="en-US" dirty="0"/>
        </a:p>
      </dgm:t>
    </dgm:pt>
    <dgm:pt modelId="{7A67BF9D-42E0-48E9-AEFA-4162558B0612}" type="parTrans" cxnId="{9563ACFF-0201-4D43-BFB3-8CE7C39FC06E}">
      <dgm:prSet/>
      <dgm:spPr/>
      <dgm:t>
        <a:bodyPr/>
        <a:lstStyle/>
        <a:p>
          <a:endParaRPr lang="en-US"/>
        </a:p>
      </dgm:t>
    </dgm:pt>
    <dgm:pt modelId="{13363EF3-E771-4D86-BE31-12DE43B29FE1}" type="sibTrans" cxnId="{9563ACFF-0201-4D43-BFB3-8CE7C39FC06E}">
      <dgm:prSet/>
      <dgm:spPr/>
      <dgm:t>
        <a:bodyPr/>
        <a:lstStyle/>
        <a:p>
          <a:endParaRPr lang="en-US"/>
        </a:p>
      </dgm:t>
    </dgm:pt>
    <dgm:pt modelId="{15B98A4C-4B33-477A-8D70-9E36D3A4D608}">
      <dgm:prSet phldrT="[Text]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pPr algn="l"/>
          <a:r>
            <a:rPr lang="en-US" dirty="0" err="1" smtClean="0"/>
            <a:t>Transaction_status</a:t>
          </a:r>
          <a:endParaRPr lang="en-US" dirty="0"/>
        </a:p>
      </dgm:t>
    </dgm:pt>
    <dgm:pt modelId="{EF56B0B4-0B75-4222-A429-60D66C452573}" type="parTrans" cxnId="{BEB27213-D251-49D7-A7AA-DF4485388DB0}">
      <dgm:prSet/>
      <dgm:spPr/>
      <dgm:t>
        <a:bodyPr/>
        <a:lstStyle/>
        <a:p>
          <a:endParaRPr lang="en-US"/>
        </a:p>
      </dgm:t>
    </dgm:pt>
    <dgm:pt modelId="{85CE80E0-6793-4D8D-9643-DFCD5D9D2AAD}" type="sibTrans" cxnId="{BEB27213-D251-49D7-A7AA-DF4485388DB0}">
      <dgm:prSet/>
      <dgm:spPr/>
      <dgm:t>
        <a:bodyPr/>
        <a:lstStyle/>
        <a:p>
          <a:endParaRPr lang="en-US"/>
        </a:p>
      </dgm:t>
    </dgm:pt>
    <dgm:pt modelId="{5835726F-3F14-4C91-B3D8-38905C0404B4}" type="pres">
      <dgm:prSet presAssocID="{CDCCC1A6-0966-447E-9F9E-0D06E180CF17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8C70E5A-C8C0-444A-A16C-4614DC41BA6E}" type="pres">
      <dgm:prSet presAssocID="{6CF454A5-1897-465E-9555-6F78D6152B8F}" presName="composite" presStyleCnt="0"/>
      <dgm:spPr/>
    </dgm:pt>
    <dgm:pt modelId="{0E12C213-2EFA-45B7-AD46-09617B321ED1}" type="pres">
      <dgm:prSet presAssocID="{6CF454A5-1897-465E-9555-6F78D6152B8F}" presName="parTx" presStyleLbl="alignNode1" presStyleIdx="0" presStyleCnt="1" custLinFactNeighborX="33441" custLinFactNeighborY="-1533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BB82CE5-1ACE-4388-9187-0F3DCD40E0CB}" type="pres">
      <dgm:prSet presAssocID="{6CF454A5-1897-465E-9555-6F78D6152B8F}" presName="desTx" presStyleLbl="alignAccFollowNode1" presStyleIdx="0" presStyleCnt="1" custLinFactNeighborX="59678" custLinFactNeighborY="-28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347A750-36EE-4E5E-9C57-C2EC0B3AEFB4}" srcId="{6CF454A5-1897-465E-9555-6F78D6152B8F}" destId="{BFAE9C17-A5DC-487A-8A62-D095E500DB86}" srcOrd="2" destOrd="0" parTransId="{C7A47F86-7486-4376-A503-C16B3D3374B7}" sibTransId="{C0AF007C-6666-4BF8-9094-1234ACF406B3}"/>
    <dgm:cxn modelId="{0743978C-3219-48FC-BD62-C487AEF77B69}" type="presOf" srcId="{6BAB51A4-1B52-47AE-B65F-E401B701409F}" destId="{7BB82CE5-1ACE-4388-9187-0F3DCD40E0CB}" srcOrd="0" destOrd="4" presId="urn:microsoft.com/office/officeart/2005/8/layout/hList1"/>
    <dgm:cxn modelId="{96B98A6B-B7AF-4792-8467-56CB03892539}" type="presOf" srcId="{E8C4A1DB-51FA-4313-B68D-AA408F33B2E7}" destId="{7BB82CE5-1ACE-4388-9187-0F3DCD40E0CB}" srcOrd="0" destOrd="1" presId="urn:microsoft.com/office/officeart/2005/8/layout/hList1"/>
    <dgm:cxn modelId="{50D58C5C-1DBA-4E88-AEDF-F7FF09B3D40D}" type="presOf" srcId="{CDCCC1A6-0966-447E-9F9E-0D06E180CF17}" destId="{5835726F-3F14-4C91-B3D8-38905C0404B4}" srcOrd="0" destOrd="0" presId="urn:microsoft.com/office/officeart/2005/8/layout/hList1"/>
    <dgm:cxn modelId="{5ECCAA74-C6FB-45C3-B231-4AAB6734B019}" srcId="{6CF454A5-1897-465E-9555-6F78D6152B8F}" destId="{A37148B7-9CB6-4EBA-884B-648A28FCAF62}" srcOrd="0" destOrd="0" parTransId="{846F5225-4F1F-4FAD-9FC8-A5BACF649BBF}" sibTransId="{4DA0D119-FC27-4BEC-A5F4-9F51B644A6A4}"/>
    <dgm:cxn modelId="{8F1EB84F-1B21-43C9-BF53-30AFCFF40966}" type="presOf" srcId="{772C3CC3-278D-4261-94E3-3D429B966C0D}" destId="{7BB82CE5-1ACE-4388-9187-0F3DCD40E0CB}" srcOrd="0" destOrd="5" presId="urn:microsoft.com/office/officeart/2005/8/layout/hList1"/>
    <dgm:cxn modelId="{5061785C-AA0C-409B-9DC0-1206AAD6CFEF}" srcId="{CDCCC1A6-0966-447E-9F9E-0D06E180CF17}" destId="{6CF454A5-1897-465E-9555-6F78D6152B8F}" srcOrd="0" destOrd="0" parTransId="{0B50F54F-0B68-485B-9DE9-3EDDA7D06614}" sibTransId="{73EF3616-0CA0-4ABC-A595-2A31FD18F2A5}"/>
    <dgm:cxn modelId="{7D0BB659-CFCB-45A6-805A-D6A992553834}" type="presOf" srcId="{630BB2D5-D088-4EE2-B76F-9B04E746A6BB}" destId="{7BB82CE5-1ACE-4388-9187-0F3DCD40E0CB}" srcOrd="0" destOrd="11" presId="urn:microsoft.com/office/officeart/2005/8/layout/hList1"/>
    <dgm:cxn modelId="{80F3EF04-C615-4AE6-9145-E301DA0C6AC4}" type="presOf" srcId="{15B98A4C-4B33-477A-8D70-9E36D3A4D608}" destId="{7BB82CE5-1ACE-4388-9187-0F3DCD40E0CB}" srcOrd="0" destOrd="7" presId="urn:microsoft.com/office/officeart/2005/8/layout/hList1"/>
    <dgm:cxn modelId="{B0C31D73-251E-4800-B16F-8147DD161EBF}" srcId="{6CF454A5-1897-465E-9555-6F78D6152B8F}" destId="{34487176-7490-44A0-B106-A82AF6DF2F8C}" srcOrd="6" destOrd="0" parTransId="{CD77D6F4-844C-4518-B65D-341CFB6D9FB3}" sibTransId="{24A61389-C18C-44D2-BEE5-BC9481F252CE}"/>
    <dgm:cxn modelId="{0211172E-956B-4C89-8A47-D099805D3CF8}" type="presOf" srcId="{6CF454A5-1897-465E-9555-6F78D6152B8F}" destId="{0E12C213-2EFA-45B7-AD46-09617B321ED1}" srcOrd="0" destOrd="0" presId="urn:microsoft.com/office/officeart/2005/8/layout/hList1"/>
    <dgm:cxn modelId="{9563ACFF-0201-4D43-BFB3-8CE7C39FC06E}" srcId="{6CF454A5-1897-465E-9555-6F78D6152B8F}" destId="{FF2437B5-AA80-4137-B839-B40F87FC6922}" srcOrd="3" destOrd="0" parTransId="{7A67BF9D-42E0-48E9-AEFA-4162558B0612}" sibTransId="{13363EF3-E771-4D86-BE31-12DE43B29FE1}"/>
    <dgm:cxn modelId="{55BD139E-5756-4D15-B7EF-B4245DD9EEF6}" type="presOf" srcId="{BFAE9C17-A5DC-487A-8A62-D095E500DB86}" destId="{7BB82CE5-1ACE-4388-9187-0F3DCD40E0CB}" srcOrd="0" destOrd="2" presId="urn:microsoft.com/office/officeart/2005/8/layout/hList1"/>
    <dgm:cxn modelId="{CA742427-F66E-4627-B289-D3B8F1218DA8}" type="presOf" srcId="{57A3678F-8044-4619-90D0-E37DCE35B642}" destId="{7BB82CE5-1ACE-4388-9187-0F3DCD40E0CB}" srcOrd="0" destOrd="9" presId="urn:microsoft.com/office/officeart/2005/8/layout/hList1"/>
    <dgm:cxn modelId="{B4836ADC-34E9-4402-9983-D28D9B16EEF9}" type="presOf" srcId="{D0B8E76E-349B-4BB1-A49D-296329D21990}" destId="{7BB82CE5-1ACE-4388-9187-0F3DCD40E0CB}" srcOrd="0" destOrd="8" presId="urn:microsoft.com/office/officeart/2005/8/layout/hList1"/>
    <dgm:cxn modelId="{A413A470-AF6B-4718-9605-606D4DFCFE87}" srcId="{6CF454A5-1897-465E-9555-6F78D6152B8F}" destId="{772C3CC3-278D-4261-94E3-3D429B966C0D}" srcOrd="5" destOrd="0" parTransId="{7349A55E-A0DE-43E6-BFF7-8291F3D2B7F2}" sibTransId="{588C34E5-4758-4142-9D7A-89A56E3F3FB9}"/>
    <dgm:cxn modelId="{715BD530-4659-4961-A3F3-80AB1924B8A8}" srcId="{6CF454A5-1897-465E-9555-6F78D6152B8F}" destId="{6BAB51A4-1B52-47AE-B65F-E401B701409F}" srcOrd="4" destOrd="0" parTransId="{C97A5FAF-9C38-4105-A3AB-11545F7BB49E}" sibTransId="{7846504F-0B09-40D2-95AF-0D2A79082384}"/>
    <dgm:cxn modelId="{682A2996-2347-47BA-9DC4-D596DB4F1370}" srcId="{6CF454A5-1897-465E-9555-6F78D6152B8F}" destId="{FD346884-4646-4F14-8D0B-01E19D060939}" srcOrd="10" destOrd="0" parTransId="{A6B29343-973A-47DE-9199-E881DF6A240C}" sibTransId="{EF7AE713-07C5-46F3-BE59-5283A78C9998}"/>
    <dgm:cxn modelId="{85D8C25E-A6D6-457C-91D7-4E33C6499076}" type="presOf" srcId="{FF2437B5-AA80-4137-B839-B40F87FC6922}" destId="{7BB82CE5-1ACE-4388-9187-0F3DCD40E0CB}" srcOrd="0" destOrd="3" presId="urn:microsoft.com/office/officeart/2005/8/layout/hList1"/>
    <dgm:cxn modelId="{DA7125FC-4E93-4B1E-AB60-F6B42F91BC42}" type="presOf" srcId="{FD346884-4646-4F14-8D0B-01E19D060939}" destId="{7BB82CE5-1ACE-4388-9187-0F3DCD40E0CB}" srcOrd="0" destOrd="10" presId="urn:microsoft.com/office/officeart/2005/8/layout/hList1"/>
    <dgm:cxn modelId="{BEB27213-D251-49D7-A7AA-DF4485388DB0}" srcId="{6CF454A5-1897-465E-9555-6F78D6152B8F}" destId="{15B98A4C-4B33-477A-8D70-9E36D3A4D608}" srcOrd="7" destOrd="0" parTransId="{EF56B0B4-0B75-4222-A429-60D66C452573}" sibTransId="{85CE80E0-6793-4D8D-9643-DFCD5D9D2AAD}"/>
    <dgm:cxn modelId="{84C5DAAE-2366-4CA1-8F37-98619E1324E7}" type="presOf" srcId="{A37148B7-9CB6-4EBA-884B-648A28FCAF62}" destId="{7BB82CE5-1ACE-4388-9187-0F3DCD40E0CB}" srcOrd="0" destOrd="0" presId="urn:microsoft.com/office/officeart/2005/8/layout/hList1"/>
    <dgm:cxn modelId="{196C0AAB-6C52-4B9D-9F69-A972909CD941}" srcId="{6CF454A5-1897-465E-9555-6F78D6152B8F}" destId="{630BB2D5-D088-4EE2-B76F-9B04E746A6BB}" srcOrd="11" destOrd="0" parTransId="{7DC29CA5-C6A2-4F7E-A337-0B41C56C2063}" sibTransId="{B8281C5F-DD5E-4C57-99A5-DBA0819FE57A}"/>
    <dgm:cxn modelId="{F01EFABA-74FE-4A60-A2F4-08D6C765782C}" type="presOf" srcId="{34487176-7490-44A0-B106-A82AF6DF2F8C}" destId="{7BB82CE5-1ACE-4388-9187-0F3DCD40E0CB}" srcOrd="0" destOrd="6" presId="urn:microsoft.com/office/officeart/2005/8/layout/hList1"/>
    <dgm:cxn modelId="{CB3230C5-BFEC-4516-BCDA-45A57AD2965D}" srcId="{6CF454A5-1897-465E-9555-6F78D6152B8F}" destId="{D0B8E76E-349B-4BB1-A49D-296329D21990}" srcOrd="8" destOrd="0" parTransId="{353F28C6-4303-4051-A5F0-1CDE9001A9FF}" sibTransId="{B409D2D8-2FE6-43F6-B327-FE771FFA59CF}"/>
    <dgm:cxn modelId="{5E69456F-B5BA-43EF-AC90-55B97F181827}" srcId="{6CF454A5-1897-465E-9555-6F78D6152B8F}" destId="{E8C4A1DB-51FA-4313-B68D-AA408F33B2E7}" srcOrd="1" destOrd="0" parTransId="{227CD915-367B-43FD-92AF-3E7BB6FBDD80}" sibTransId="{6EFBF90F-2230-46F4-91CE-18673D47D363}"/>
    <dgm:cxn modelId="{F7349E5B-1621-425F-A3B5-816E94242920}" srcId="{6CF454A5-1897-465E-9555-6F78D6152B8F}" destId="{57A3678F-8044-4619-90D0-E37DCE35B642}" srcOrd="9" destOrd="0" parTransId="{21E5CEE3-820F-462F-852B-76B93208CB87}" sibTransId="{F724080F-950A-420F-9189-46E1B283BBE5}"/>
    <dgm:cxn modelId="{708CB19B-9ECC-4D11-8DC5-E5CCCC28CC91}" type="presParOf" srcId="{5835726F-3F14-4C91-B3D8-38905C0404B4}" destId="{C8C70E5A-C8C0-444A-A16C-4614DC41BA6E}" srcOrd="0" destOrd="0" presId="urn:microsoft.com/office/officeart/2005/8/layout/hList1"/>
    <dgm:cxn modelId="{1055C8A8-B564-40FD-B25A-8C5A409839A4}" type="presParOf" srcId="{C8C70E5A-C8C0-444A-A16C-4614DC41BA6E}" destId="{0E12C213-2EFA-45B7-AD46-09617B321ED1}" srcOrd="0" destOrd="0" presId="urn:microsoft.com/office/officeart/2005/8/layout/hList1"/>
    <dgm:cxn modelId="{C7B645E7-5E6A-46EC-A0FB-7D0FD3758507}" type="presParOf" srcId="{C8C70E5A-C8C0-444A-A16C-4614DC41BA6E}" destId="{7BB82CE5-1ACE-4388-9187-0F3DCD40E0C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DCCC1A6-0966-447E-9F9E-0D06E180CF17}" type="doc">
      <dgm:prSet loTypeId="urn:microsoft.com/office/officeart/2005/8/layout/h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66865C5-D985-4A50-93BC-1FD3CFE5E970}">
      <dgm:prSet phldrT="[Text]" custT="1"/>
      <dgm:spPr>
        <a:solidFill>
          <a:srgbClr val="CC0000"/>
        </a:solidFill>
        <a:ln>
          <a:solidFill>
            <a:srgbClr val="C00000"/>
          </a:solidFill>
        </a:ln>
      </dgm:spPr>
      <dgm:t>
        <a:bodyPr/>
        <a:lstStyle/>
        <a:p>
          <a:r>
            <a:rPr lang="en-US" sz="1400" dirty="0"/>
            <a:t>Location</a:t>
          </a:r>
        </a:p>
      </dgm:t>
    </dgm:pt>
    <dgm:pt modelId="{B6E11C71-3D19-4101-A9A9-0F2877B78ED4}" type="parTrans" cxnId="{486CF9EE-2608-4A49-BE0B-64904AED4F6F}">
      <dgm:prSet/>
      <dgm:spPr/>
      <dgm:t>
        <a:bodyPr/>
        <a:lstStyle/>
        <a:p>
          <a:endParaRPr lang="en-US" sz="2000"/>
        </a:p>
      </dgm:t>
    </dgm:pt>
    <dgm:pt modelId="{93D3B267-56F1-4C01-914E-6F74EBAD0624}" type="sibTrans" cxnId="{486CF9EE-2608-4A49-BE0B-64904AED4F6F}">
      <dgm:prSet/>
      <dgm:spPr/>
      <dgm:t>
        <a:bodyPr/>
        <a:lstStyle/>
        <a:p>
          <a:endParaRPr lang="en-US" sz="2000"/>
        </a:p>
      </dgm:t>
    </dgm:pt>
    <dgm:pt modelId="{6261048D-2CC5-4830-A2E1-2017A10EEA06}">
      <dgm:prSet phldrT="[Text]"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lin ang="8100000" scaled="1"/>
          <a:tileRect/>
        </a:gradFill>
      </dgm:spPr>
      <dgm:t>
        <a:bodyPr/>
        <a:lstStyle/>
        <a:p>
          <a:r>
            <a:rPr lang="en-US" sz="1400" dirty="0" err="1"/>
            <a:t>Location_id</a:t>
          </a:r>
          <a:endParaRPr lang="en-US" sz="1400" dirty="0"/>
        </a:p>
      </dgm:t>
    </dgm:pt>
    <dgm:pt modelId="{FE38B2B1-27F2-4E4F-A993-C7E05AC4C33A}" type="parTrans" cxnId="{0B48A7BE-5813-4717-A9D9-B879416FADDF}">
      <dgm:prSet/>
      <dgm:spPr/>
      <dgm:t>
        <a:bodyPr/>
        <a:lstStyle/>
        <a:p>
          <a:endParaRPr lang="en-US" sz="2000"/>
        </a:p>
      </dgm:t>
    </dgm:pt>
    <dgm:pt modelId="{7067478C-17D5-42A4-B261-EEBCF97768B2}" type="sibTrans" cxnId="{0B48A7BE-5813-4717-A9D9-B879416FADDF}">
      <dgm:prSet/>
      <dgm:spPr/>
      <dgm:t>
        <a:bodyPr/>
        <a:lstStyle/>
        <a:p>
          <a:endParaRPr lang="en-US" sz="2000"/>
        </a:p>
      </dgm:t>
    </dgm:pt>
    <dgm:pt modelId="{2D84A859-584F-4943-B54B-ED7C66BEC2C2}">
      <dgm:prSet phldrT="[Text]" custT="1"/>
      <dgm:spPr>
        <a:solidFill>
          <a:srgbClr val="CC0000"/>
        </a:solidFill>
        <a:ln>
          <a:solidFill>
            <a:srgbClr val="CC0000"/>
          </a:solidFill>
        </a:ln>
      </dgm:spPr>
      <dgm:t>
        <a:bodyPr/>
        <a:lstStyle/>
        <a:p>
          <a:r>
            <a:rPr lang="en-US" sz="1400" dirty="0"/>
            <a:t>Payment</a:t>
          </a:r>
        </a:p>
      </dgm:t>
    </dgm:pt>
    <dgm:pt modelId="{9A3A57E1-42AF-49B0-A4F8-1F9AA1407FAA}" type="parTrans" cxnId="{F4A2FB70-8C62-4B8C-B012-2391CC570108}">
      <dgm:prSet/>
      <dgm:spPr/>
      <dgm:t>
        <a:bodyPr/>
        <a:lstStyle/>
        <a:p>
          <a:endParaRPr lang="en-US" sz="2000"/>
        </a:p>
      </dgm:t>
    </dgm:pt>
    <dgm:pt modelId="{8B8D9E33-069D-4BA0-AF03-4EF129E1BF13}" type="sibTrans" cxnId="{F4A2FB70-8C62-4B8C-B012-2391CC570108}">
      <dgm:prSet/>
      <dgm:spPr/>
      <dgm:t>
        <a:bodyPr/>
        <a:lstStyle/>
        <a:p>
          <a:endParaRPr lang="en-US" sz="2000"/>
        </a:p>
      </dgm:t>
    </dgm:pt>
    <dgm:pt modelId="{4A6FDB1A-E89D-4172-8F36-B51D3EF9D8A7}">
      <dgm:prSet phldrT="[Text]"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400" dirty="0" err="1"/>
            <a:t>Payment_id</a:t>
          </a:r>
          <a:endParaRPr lang="en-US" sz="1400" dirty="0"/>
        </a:p>
      </dgm:t>
    </dgm:pt>
    <dgm:pt modelId="{55A71863-EBD1-4106-86E7-5AF4D5EFEE36}" type="parTrans" cxnId="{864E26E2-5F2E-44A2-84DB-37019654D748}">
      <dgm:prSet/>
      <dgm:spPr/>
      <dgm:t>
        <a:bodyPr/>
        <a:lstStyle/>
        <a:p>
          <a:endParaRPr lang="en-US" sz="2000"/>
        </a:p>
      </dgm:t>
    </dgm:pt>
    <dgm:pt modelId="{95B0706A-F5B0-4A88-9260-ADDEAA4B9A7B}" type="sibTrans" cxnId="{864E26E2-5F2E-44A2-84DB-37019654D748}">
      <dgm:prSet/>
      <dgm:spPr/>
      <dgm:t>
        <a:bodyPr/>
        <a:lstStyle/>
        <a:p>
          <a:endParaRPr lang="en-US" sz="2000"/>
        </a:p>
      </dgm:t>
    </dgm:pt>
    <dgm:pt modelId="{68DF7852-B2EB-4C4A-A7C2-8ADE9B423313}">
      <dgm:prSet custT="1"/>
      <dgm:spPr>
        <a:solidFill>
          <a:srgbClr val="CC0000"/>
        </a:solidFill>
        <a:ln>
          <a:solidFill>
            <a:srgbClr val="CC0000"/>
          </a:solidFill>
        </a:ln>
      </dgm:spPr>
      <dgm:t>
        <a:bodyPr/>
        <a:lstStyle/>
        <a:p>
          <a:r>
            <a:rPr lang="en-US" sz="1400" dirty="0" err="1"/>
            <a:t>Location_event</a:t>
          </a:r>
          <a:endParaRPr lang="en-US" sz="1400" dirty="0"/>
        </a:p>
      </dgm:t>
    </dgm:pt>
    <dgm:pt modelId="{F4D8C96F-CF76-4628-9498-41FD6A4CD47A}" type="parTrans" cxnId="{AEAE6948-C78E-435D-9397-5EB3A03F26AD}">
      <dgm:prSet/>
      <dgm:spPr/>
      <dgm:t>
        <a:bodyPr/>
        <a:lstStyle/>
        <a:p>
          <a:endParaRPr lang="en-US" sz="2000"/>
        </a:p>
      </dgm:t>
    </dgm:pt>
    <dgm:pt modelId="{001C0CF3-F340-4802-949E-A268B7F35205}" type="sibTrans" cxnId="{AEAE6948-C78E-435D-9397-5EB3A03F26AD}">
      <dgm:prSet/>
      <dgm:spPr/>
      <dgm:t>
        <a:bodyPr/>
        <a:lstStyle/>
        <a:p>
          <a:endParaRPr lang="en-US" sz="2000"/>
        </a:p>
      </dgm:t>
    </dgm:pt>
    <dgm:pt modelId="{89E07750-5B9D-4113-A5D3-9F89B4BCBF4E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400" dirty="0" err="1" smtClean="0"/>
            <a:t>Location_event_id</a:t>
          </a:r>
          <a:endParaRPr lang="en-US" sz="1400" dirty="0"/>
        </a:p>
      </dgm:t>
    </dgm:pt>
    <dgm:pt modelId="{E05F98D8-B92E-4692-AAC1-336401A52E38}" type="parTrans" cxnId="{9EBA17CF-7F5E-4ECB-850F-8DF1E0ABEA31}">
      <dgm:prSet/>
      <dgm:spPr/>
      <dgm:t>
        <a:bodyPr/>
        <a:lstStyle/>
        <a:p>
          <a:endParaRPr lang="en-US" sz="2000"/>
        </a:p>
      </dgm:t>
    </dgm:pt>
    <dgm:pt modelId="{ACFB8D7F-FD63-4BE9-B3F5-177D3A0EEBBF}" type="sibTrans" cxnId="{9EBA17CF-7F5E-4ECB-850F-8DF1E0ABEA31}">
      <dgm:prSet/>
      <dgm:spPr/>
      <dgm:t>
        <a:bodyPr/>
        <a:lstStyle/>
        <a:p>
          <a:endParaRPr lang="en-US" sz="2000"/>
        </a:p>
      </dgm:t>
    </dgm:pt>
    <dgm:pt modelId="{391CB25D-EC62-486B-A701-D0A9CE7F182C}">
      <dgm:prSet custT="1"/>
      <dgm:spPr>
        <a:solidFill>
          <a:srgbClr val="CC0000"/>
        </a:solidFill>
        <a:ln>
          <a:solidFill>
            <a:srgbClr val="CC0000"/>
          </a:solidFill>
        </a:ln>
      </dgm:spPr>
      <dgm:t>
        <a:bodyPr/>
        <a:lstStyle/>
        <a:p>
          <a:r>
            <a:rPr lang="en-US" sz="1400" dirty="0" err="1"/>
            <a:t>Customer_info</a:t>
          </a:r>
          <a:endParaRPr lang="en-US" sz="1400" dirty="0"/>
        </a:p>
      </dgm:t>
    </dgm:pt>
    <dgm:pt modelId="{B4DE80BD-126A-4589-B94A-8236AC765980}" type="parTrans" cxnId="{1A5CF583-D5D0-44C1-9A96-96D704FD037B}">
      <dgm:prSet/>
      <dgm:spPr/>
      <dgm:t>
        <a:bodyPr/>
        <a:lstStyle/>
        <a:p>
          <a:endParaRPr lang="en-US" sz="2000"/>
        </a:p>
      </dgm:t>
    </dgm:pt>
    <dgm:pt modelId="{4FD49357-F04D-4794-A915-68EE899673BA}" type="sibTrans" cxnId="{1A5CF583-D5D0-44C1-9A96-96D704FD037B}">
      <dgm:prSet/>
      <dgm:spPr/>
      <dgm:t>
        <a:bodyPr/>
        <a:lstStyle/>
        <a:p>
          <a:endParaRPr lang="en-US" sz="2000"/>
        </a:p>
      </dgm:t>
    </dgm:pt>
    <dgm:pt modelId="{D22FB4F4-CEE4-48CA-85D2-0F2B54434BE9}">
      <dgm:prSet custT="1"/>
      <dgm:spPr>
        <a:solidFill>
          <a:srgbClr val="CC0000"/>
        </a:solidFill>
        <a:ln>
          <a:solidFill>
            <a:srgbClr val="CC0000"/>
          </a:solidFill>
        </a:ln>
      </dgm:spPr>
      <dgm:t>
        <a:bodyPr/>
        <a:lstStyle/>
        <a:p>
          <a:r>
            <a:rPr lang="en-US" sz="1400" dirty="0"/>
            <a:t>Feedback</a:t>
          </a:r>
        </a:p>
      </dgm:t>
    </dgm:pt>
    <dgm:pt modelId="{B026D9CB-F2CA-47C3-B8F8-825B327B7EB4}" type="parTrans" cxnId="{0FF961F9-7FB5-4B86-80EF-977D3ABF5E10}">
      <dgm:prSet/>
      <dgm:spPr/>
      <dgm:t>
        <a:bodyPr/>
        <a:lstStyle/>
        <a:p>
          <a:endParaRPr lang="en-US" sz="2000"/>
        </a:p>
      </dgm:t>
    </dgm:pt>
    <dgm:pt modelId="{97B739EE-ED49-41EC-A935-92641AA54D71}" type="sibTrans" cxnId="{0FF961F9-7FB5-4B86-80EF-977D3ABF5E10}">
      <dgm:prSet/>
      <dgm:spPr/>
      <dgm:t>
        <a:bodyPr/>
        <a:lstStyle/>
        <a:p>
          <a:endParaRPr lang="en-US" sz="2000"/>
        </a:p>
      </dgm:t>
    </dgm:pt>
    <dgm:pt modelId="{BD83087A-CEF9-4CDE-A459-DEDD703B91FF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lin ang="5400000" scaled="1"/>
          <a:tileRect/>
        </a:gradFill>
      </dgm:spPr>
      <dgm:t>
        <a:bodyPr/>
        <a:lstStyle/>
        <a:p>
          <a:r>
            <a:rPr lang="en-US" sz="1400" dirty="0" err="1"/>
            <a:t>Feedback_id</a:t>
          </a:r>
          <a:endParaRPr lang="en-US" sz="1400" dirty="0"/>
        </a:p>
      </dgm:t>
    </dgm:pt>
    <dgm:pt modelId="{D0768CA0-C144-408F-B501-946B9F7D4D38}" type="parTrans" cxnId="{70BC6114-2B74-49C9-9C2A-4D4E0AA1E0CD}">
      <dgm:prSet/>
      <dgm:spPr/>
      <dgm:t>
        <a:bodyPr/>
        <a:lstStyle/>
        <a:p>
          <a:endParaRPr lang="en-US" sz="2000"/>
        </a:p>
      </dgm:t>
    </dgm:pt>
    <dgm:pt modelId="{731CD153-D9FD-48E1-9B5E-A2E543486FC7}" type="sibTrans" cxnId="{70BC6114-2B74-49C9-9C2A-4D4E0AA1E0CD}">
      <dgm:prSet/>
      <dgm:spPr/>
      <dgm:t>
        <a:bodyPr/>
        <a:lstStyle/>
        <a:p>
          <a:endParaRPr lang="en-US" sz="2000"/>
        </a:p>
      </dgm:t>
    </dgm:pt>
    <dgm:pt modelId="{8AC106C8-8CD3-46D7-8A57-C6F796F1CA1A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lin ang="5400000" scaled="1"/>
          <a:tileRect/>
        </a:gradFill>
      </dgm:spPr>
      <dgm:t>
        <a:bodyPr/>
        <a:lstStyle/>
        <a:p>
          <a:r>
            <a:rPr lang="en-US" sz="1400" dirty="0" err="1"/>
            <a:t>Customer_id</a:t>
          </a:r>
          <a:endParaRPr lang="en-US" sz="1400" dirty="0"/>
        </a:p>
      </dgm:t>
    </dgm:pt>
    <dgm:pt modelId="{C55A9912-E566-49A3-93A0-19FE22F35215}" type="parTrans" cxnId="{4820B36D-90D1-45DD-A7CA-08284AEC3BB1}">
      <dgm:prSet/>
      <dgm:spPr/>
      <dgm:t>
        <a:bodyPr/>
        <a:lstStyle/>
        <a:p>
          <a:endParaRPr lang="en-US" sz="2000"/>
        </a:p>
      </dgm:t>
    </dgm:pt>
    <dgm:pt modelId="{F39ED707-5910-4821-A915-3A6E58258D9D}" type="sibTrans" cxnId="{4820B36D-90D1-45DD-A7CA-08284AEC3BB1}">
      <dgm:prSet/>
      <dgm:spPr/>
      <dgm:t>
        <a:bodyPr/>
        <a:lstStyle/>
        <a:p>
          <a:endParaRPr lang="en-US" sz="2000"/>
        </a:p>
      </dgm:t>
    </dgm:pt>
    <dgm:pt modelId="{A8889601-DE38-485E-B817-D42453976221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lin ang="5400000" scaled="1"/>
          <a:tileRect/>
        </a:gradFill>
      </dgm:spPr>
      <dgm:t>
        <a:bodyPr/>
        <a:lstStyle/>
        <a:p>
          <a:r>
            <a:rPr lang="en-US" sz="1400" dirty="0" err="1" smtClean="0"/>
            <a:t>Event_id</a:t>
          </a:r>
          <a:endParaRPr lang="en-US" sz="1400" dirty="0"/>
        </a:p>
      </dgm:t>
    </dgm:pt>
    <dgm:pt modelId="{A5281457-D687-4E1E-8D0F-4DBA189A73F9}" type="parTrans" cxnId="{2570E0D3-E5A4-40D4-BFD3-F9DE2873CA78}">
      <dgm:prSet/>
      <dgm:spPr/>
      <dgm:t>
        <a:bodyPr/>
        <a:lstStyle/>
        <a:p>
          <a:endParaRPr lang="en-US" sz="2000"/>
        </a:p>
      </dgm:t>
    </dgm:pt>
    <dgm:pt modelId="{CD11D016-E714-4D9C-B92E-4F3825E71716}" type="sibTrans" cxnId="{2570E0D3-E5A4-40D4-BFD3-F9DE2873CA78}">
      <dgm:prSet/>
      <dgm:spPr/>
      <dgm:t>
        <a:bodyPr/>
        <a:lstStyle/>
        <a:p>
          <a:endParaRPr lang="en-US" sz="2000"/>
        </a:p>
      </dgm:t>
    </dgm:pt>
    <dgm:pt modelId="{6A885F81-78AA-4C61-B83E-EE26353764D9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lin ang="5400000" scaled="1"/>
          <a:tileRect/>
        </a:gradFill>
      </dgm:spPr>
      <dgm:t>
        <a:bodyPr/>
        <a:lstStyle/>
        <a:p>
          <a:r>
            <a:rPr lang="en-US" sz="1400" dirty="0" err="1"/>
            <a:t>Text_feedback</a:t>
          </a:r>
          <a:endParaRPr lang="en-US" sz="1400" dirty="0"/>
        </a:p>
      </dgm:t>
    </dgm:pt>
    <dgm:pt modelId="{51A20B3F-B252-42CA-AD1A-67B069602AD0}" type="parTrans" cxnId="{6EC69E5A-D940-4920-B25F-17AC4D78DE00}">
      <dgm:prSet/>
      <dgm:spPr/>
      <dgm:t>
        <a:bodyPr/>
        <a:lstStyle/>
        <a:p>
          <a:endParaRPr lang="en-US" sz="2000"/>
        </a:p>
      </dgm:t>
    </dgm:pt>
    <dgm:pt modelId="{3928902E-BD63-4440-B6DB-B9E0766E173A}" type="sibTrans" cxnId="{6EC69E5A-D940-4920-B25F-17AC4D78DE00}">
      <dgm:prSet/>
      <dgm:spPr/>
      <dgm:t>
        <a:bodyPr/>
        <a:lstStyle/>
        <a:p>
          <a:endParaRPr lang="en-US" sz="2000"/>
        </a:p>
      </dgm:t>
    </dgm:pt>
    <dgm:pt modelId="{001AAE6A-55B2-4E6F-90FE-A3EA1984039E}">
      <dgm:prSet phldrT="[Text]"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lin ang="8100000" scaled="1"/>
          <a:tileRect/>
        </a:gradFill>
      </dgm:spPr>
      <dgm:t>
        <a:bodyPr/>
        <a:lstStyle/>
        <a:p>
          <a:r>
            <a:rPr lang="en-US" sz="1400" dirty="0" err="1" smtClean="0"/>
            <a:t>Hall_id</a:t>
          </a:r>
          <a:endParaRPr lang="en-US" sz="1400" dirty="0"/>
        </a:p>
      </dgm:t>
    </dgm:pt>
    <dgm:pt modelId="{4F7F934E-92C6-49DF-9795-CB5AE00529BC}" type="parTrans" cxnId="{789D46FC-726C-4341-ADB1-E43BE579302E}">
      <dgm:prSet/>
      <dgm:spPr/>
      <dgm:t>
        <a:bodyPr/>
        <a:lstStyle/>
        <a:p>
          <a:endParaRPr lang="en-US" sz="2000"/>
        </a:p>
      </dgm:t>
    </dgm:pt>
    <dgm:pt modelId="{9AA54C22-8037-4E65-AD0D-D698322A60C6}" type="sibTrans" cxnId="{789D46FC-726C-4341-ADB1-E43BE579302E}">
      <dgm:prSet/>
      <dgm:spPr/>
      <dgm:t>
        <a:bodyPr/>
        <a:lstStyle/>
        <a:p>
          <a:endParaRPr lang="en-US" sz="2000"/>
        </a:p>
      </dgm:t>
    </dgm:pt>
    <dgm:pt modelId="{B782F735-818B-4B9A-BF4D-B903EB5B5D6C}">
      <dgm:prSet phldrT="[Text]"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lin ang="8100000" scaled="1"/>
          <a:tileRect/>
        </a:gradFill>
      </dgm:spPr>
      <dgm:t>
        <a:bodyPr/>
        <a:lstStyle/>
        <a:p>
          <a:r>
            <a:rPr lang="en-US" sz="1400" dirty="0"/>
            <a:t>Capacity </a:t>
          </a:r>
        </a:p>
      </dgm:t>
    </dgm:pt>
    <dgm:pt modelId="{D256048D-2204-402A-AAD8-3E099C916DD5}" type="parTrans" cxnId="{03105561-5294-46CE-B910-6951E7045D4D}">
      <dgm:prSet/>
      <dgm:spPr/>
      <dgm:t>
        <a:bodyPr/>
        <a:lstStyle/>
        <a:p>
          <a:endParaRPr lang="en-US" sz="2000"/>
        </a:p>
      </dgm:t>
    </dgm:pt>
    <dgm:pt modelId="{D42EF5F2-FA1F-4855-A33D-D06705347BC6}" type="sibTrans" cxnId="{03105561-5294-46CE-B910-6951E7045D4D}">
      <dgm:prSet/>
      <dgm:spPr/>
      <dgm:t>
        <a:bodyPr/>
        <a:lstStyle/>
        <a:p>
          <a:endParaRPr lang="en-US" sz="2000"/>
        </a:p>
      </dgm:t>
    </dgm:pt>
    <dgm:pt modelId="{22A2675D-9CC8-401B-807A-12B7103FAC90}">
      <dgm:prSet phldrT="[Text]"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lin ang="8100000" scaled="1"/>
          <a:tileRect/>
        </a:gradFill>
      </dgm:spPr>
      <dgm:t>
        <a:bodyPr/>
        <a:lstStyle/>
        <a:p>
          <a:r>
            <a:rPr lang="en-US" sz="1400" dirty="0"/>
            <a:t>Details </a:t>
          </a:r>
        </a:p>
      </dgm:t>
    </dgm:pt>
    <dgm:pt modelId="{E327FA16-789C-44E5-B006-D4F4F8193DEC}" type="parTrans" cxnId="{3301C039-5473-495D-8286-533C14994FF7}">
      <dgm:prSet/>
      <dgm:spPr/>
      <dgm:t>
        <a:bodyPr/>
        <a:lstStyle/>
        <a:p>
          <a:endParaRPr lang="en-US" sz="2000"/>
        </a:p>
      </dgm:t>
    </dgm:pt>
    <dgm:pt modelId="{6FC5392E-7192-4F4A-8FDA-75CAE39E129B}" type="sibTrans" cxnId="{3301C039-5473-495D-8286-533C14994FF7}">
      <dgm:prSet/>
      <dgm:spPr/>
      <dgm:t>
        <a:bodyPr/>
        <a:lstStyle/>
        <a:p>
          <a:endParaRPr lang="en-US" sz="2000"/>
        </a:p>
      </dgm:t>
    </dgm:pt>
    <dgm:pt modelId="{A4D9E348-6E97-4BA4-BA09-DCC2741D0ED7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400" dirty="0" err="1"/>
            <a:t>Location_id</a:t>
          </a:r>
          <a:endParaRPr lang="en-US" sz="1400" dirty="0"/>
        </a:p>
      </dgm:t>
    </dgm:pt>
    <dgm:pt modelId="{3E726E15-F8D4-4097-B5ED-9AD84E23EF4D}" type="parTrans" cxnId="{FB41DEE3-750D-4623-9DF4-0128039C32D5}">
      <dgm:prSet/>
      <dgm:spPr/>
      <dgm:t>
        <a:bodyPr/>
        <a:lstStyle/>
        <a:p>
          <a:endParaRPr lang="en-US" sz="2000"/>
        </a:p>
      </dgm:t>
    </dgm:pt>
    <dgm:pt modelId="{902686EE-D2D7-44B5-9408-106055DAFEBF}" type="sibTrans" cxnId="{FB41DEE3-750D-4623-9DF4-0128039C32D5}">
      <dgm:prSet/>
      <dgm:spPr/>
      <dgm:t>
        <a:bodyPr/>
        <a:lstStyle/>
        <a:p>
          <a:endParaRPr lang="en-US" sz="2000"/>
        </a:p>
      </dgm:t>
    </dgm:pt>
    <dgm:pt modelId="{3DC7AE50-C21C-4824-BCCA-F18F2DA1AB82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400" dirty="0" err="1" smtClean="0"/>
            <a:t>Event_id</a:t>
          </a:r>
          <a:endParaRPr lang="en-US" sz="1400" dirty="0"/>
        </a:p>
      </dgm:t>
    </dgm:pt>
    <dgm:pt modelId="{29DAB920-4EE7-4DE4-AF83-85F188F8AD18}" type="parTrans" cxnId="{EC6EFEB1-81EA-471E-9D5A-4D83F726315E}">
      <dgm:prSet/>
      <dgm:spPr/>
      <dgm:t>
        <a:bodyPr/>
        <a:lstStyle/>
        <a:p>
          <a:endParaRPr lang="en-US" sz="2000"/>
        </a:p>
      </dgm:t>
    </dgm:pt>
    <dgm:pt modelId="{F6B5D899-CB79-4193-8FD7-42129770D004}" type="sibTrans" cxnId="{EC6EFEB1-81EA-471E-9D5A-4D83F726315E}">
      <dgm:prSet/>
      <dgm:spPr/>
      <dgm:t>
        <a:bodyPr/>
        <a:lstStyle/>
        <a:p>
          <a:endParaRPr lang="en-US" sz="2000"/>
        </a:p>
      </dgm:t>
    </dgm:pt>
    <dgm:pt modelId="{CD109F56-93B9-4395-969C-3D190A1877EE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400" dirty="0" err="1"/>
            <a:t>Last_updated</a:t>
          </a:r>
          <a:r>
            <a:rPr lang="en-US" sz="1400" dirty="0"/>
            <a:t> </a:t>
          </a:r>
        </a:p>
      </dgm:t>
    </dgm:pt>
    <dgm:pt modelId="{57CCCDCF-84A8-4CC0-B899-265F3C6B5355}" type="parTrans" cxnId="{E5B314C1-C01F-44D5-A141-EE71C247C937}">
      <dgm:prSet/>
      <dgm:spPr/>
      <dgm:t>
        <a:bodyPr/>
        <a:lstStyle/>
        <a:p>
          <a:endParaRPr lang="en-US" sz="2000"/>
        </a:p>
      </dgm:t>
    </dgm:pt>
    <dgm:pt modelId="{5D895FDA-0BFE-4290-B5BB-FDA4999DFBA7}" type="sibTrans" cxnId="{E5B314C1-C01F-44D5-A141-EE71C247C937}">
      <dgm:prSet/>
      <dgm:spPr/>
      <dgm:t>
        <a:bodyPr/>
        <a:lstStyle/>
        <a:p>
          <a:endParaRPr lang="en-US" sz="2000"/>
        </a:p>
      </dgm:t>
    </dgm:pt>
    <dgm:pt modelId="{0D84E682-9CD4-48D3-B7C9-C55F69315308}">
      <dgm:prSet phldrT="[Text]"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lin ang="8100000" scaled="1"/>
          <a:tileRect/>
        </a:gradFill>
      </dgm:spPr>
      <dgm:t>
        <a:bodyPr/>
        <a:lstStyle/>
        <a:p>
          <a:r>
            <a:rPr lang="en-US" sz="1400" dirty="0" err="1"/>
            <a:t>Last_updated</a:t>
          </a:r>
          <a:endParaRPr lang="en-US" sz="1400" dirty="0"/>
        </a:p>
      </dgm:t>
    </dgm:pt>
    <dgm:pt modelId="{E39A92B5-73AE-4076-A4FC-11520B5D8F1B}" type="parTrans" cxnId="{75C0651D-E277-444F-8A84-B54953462114}">
      <dgm:prSet/>
      <dgm:spPr/>
      <dgm:t>
        <a:bodyPr/>
        <a:lstStyle/>
        <a:p>
          <a:endParaRPr lang="en-US" sz="2000"/>
        </a:p>
      </dgm:t>
    </dgm:pt>
    <dgm:pt modelId="{6A5DAFD0-E7B1-4F51-9780-4BC72150C41F}" type="sibTrans" cxnId="{75C0651D-E277-444F-8A84-B54953462114}">
      <dgm:prSet/>
      <dgm:spPr/>
      <dgm:t>
        <a:bodyPr/>
        <a:lstStyle/>
        <a:p>
          <a:endParaRPr lang="en-US" sz="2000"/>
        </a:p>
      </dgm:t>
    </dgm:pt>
    <dgm:pt modelId="{6C590585-1726-4155-A7F3-9C9ADE835E2F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lin ang="5400000" scaled="1"/>
          <a:tileRect/>
        </a:gradFill>
      </dgm:spPr>
      <dgm:t>
        <a:bodyPr/>
        <a:lstStyle/>
        <a:p>
          <a:r>
            <a:rPr lang="en-US" sz="1400" dirty="0" err="1"/>
            <a:t>Last_updated</a:t>
          </a:r>
          <a:r>
            <a:rPr lang="en-US" sz="1400" dirty="0"/>
            <a:t> </a:t>
          </a:r>
        </a:p>
      </dgm:t>
    </dgm:pt>
    <dgm:pt modelId="{44C96D0D-939B-4166-A4C0-E417426C1495}" type="parTrans" cxnId="{90CBA019-E02F-4063-8857-7BBF43D510E7}">
      <dgm:prSet/>
      <dgm:spPr/>
      <dgm:t>
        <a:bodyPr/>
        <a:lstStyle/>
        <a:p>
          <a:endParaRPr lang="en-US" sz="2000"/>
        </a:p>
      </dgm:t>
    </dgm:pt>
    <dgm:pt modelId="{8C771AB2-9A39-48A0-AADD-593719322618}" type="sibTrans" cxnId="{90CBA019-E02F-4063-8857-7BBF43D510E7}">
      <dgm:prSet/>
      <dgm:spPr/>
      <dgm:t>
        <a:bodyPr/>
        <a:lstStyle/>
        <a:p>
          <a:endParaRPr lang="en-US" sz="2000"/>
        </a:p>
      </dgm:t>
    </dgm:pt>
    <dgm:pt modelId="{B6DB823F-6966-4CEE-A3F9-ECEB6FA26895}">
      <dgm:prSet phldrT="[Text]"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400" dirty="0" err="1"/>
            <a:t>Customer_id</a:t>
          </a:r>
          <a:r>
            <a:rPr lang="en-US" sz="1400" dirty="0"/>
            <a:t> </a:t>
          </a:r>
        </a:p>
      </dgm:t>
    </dgm:pt>
    <dgm:pt modelId="{789D639E-FD97-4EEC-849B-4E310C67ACDD}" type="parTrans" cxnId="{D2CF2175-5F4C-404C-BD01-E25763B51513}">
      <dgm:prSet/>
      <dgm:spPr/>
      <dgm:t>
        <a:bodyPr/>
        <a:lstStyle/>
        <a:p>
          <a:endParaRPr lang="en-US" sz="2000"/>
        </a:p>
      </dgm:t>
    </dgm:pt>
    <dgm:pt modelId="{D1A4615A-E67C-4D30-86AD-D1C35C1726DB}" type="sibTrans" cxnId="{D2CF2175-5F4C-404C-BD01-E25763B51513}">
      <dgm:prSet/>
      <dgm:spPr/>
      <dgm:t>
        <a:bodyPr/>
        <a:lstStyle/>
        <a:p>
          <a:endParaRPr lang="en-US" sz="2000"/>
        </a:p>
      </dgm:t>
    </dgm:pt>
    <dgm:pt modelId="{E88F26B2-BBC5-4147-822F-BCBD1F436E31}">
      <dgm:prSet phldrT="[Text]"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400" dirty="0" smtClean="0"/>
            <a:t>Amount</a:t>
          </a:r>
          <a:endParaRPr lang="en-US" sz="1400" dirty="0"/>
        </a:p>
      </dgm:t>
    </dgm:pt>
    <dgm:pt modelId="{2B582023-ACCC-440F-8A9A-4DC77C9E5754}" type="parTrans" cxnId="{1D6B84A0-6E53-47C3-A854-5C5768FD526E}">
      <dgm:prSet/>
      <dgm:spPr/>
      <dgm:t>
        <a:bodyPr/>
        <a:lstStyle/>
        <a:p>
          <a:endParaRPr lang="en-US" sz="2000"/>
        </a:p>
      </dgm:t>
    </dgm:pt>
    <dgm:pt modelId="{88DB580A-F1C8-467D-9FC9-215522D793A0}" type="sibTrans" cxnId="{1D6B84A0-6E53-47C3-A854-5C5768FD526E}">
      <dgm:prSet/>
      <dgm:spPr/>
      <dgm:t>
        <a:bodyPr/>
        <a:lstStyle/>
        <a:p>
          <a:endParaRPr lang="en-US" sz="2000"/>
        </a:p>
      </dgm:t>
    </dgm:pt>
    <dgm:pt modelId="{1732BC20-1EF2-4914-B2CA-7830939623C3}">
      <dgm:prSet phldrT="[Text]"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400" dirty="0" err="1"/>
            <a:t>Payment_method</a:t>
          </a:r>
          <a:endParaRPr lang="en-US" sz="1400" dirty="0"/>
        </a:p>
      </dgm:t>
    </dgm:pt>
    <dgm:pt modelId="{45DD819D-89C6-4FC6-BD66-5B794C293C58}" type="parTrans" cxnId="{C957F686-C762-4338-A387-3A888EA0F796}">
      <dgm:prSet/>
      <dgm:spPr/>
      <dgm:t>
        <a:bodyPr/>
        <a:lstStyle/>
        <a:p>
          <a:endParaRPr lang="en-US" sz="2000"/>
        </a:p>
      </dgm:t>
    </dgm:pt>
    <dgm:pt modelId="{62CEEF9A-87CA-47FB-BD9C-9ADD8B2FAA39}" type="sibTrans" cxnId="{C957F686-C762-4338-A387-3A888EA0F796}">
      <dgm:prSet/>
      <dgm:spPr/>
      <dgm:t>
        <a:bodyPr/>
        <a:lstStyle/>
        <a:p>
          <a:endParaRPr lang="en-US" sz="2000"/>
        </a:p>
      </dgm:t>
    </dgm:pt>
    <dgm:pt modelId="{A5E641B1-ABF3-4AAB-92FC-619DEA40191A}">
      <dgm:prSet phldrT="[Text]"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endParaRPr lang="en-US" sz="1400" dirty="0"/>
        </a:p>
      </dgm:t>
    </dgm:pt>
    <dgm:pt modelId="{8B398461-151A-4FE0-AC01-E882C889ACD4}" type="parTrans" cxnId="{8874B5E8-DCB9-4E1A-9EA0-FD1F37F5C5AA}">
      <dgm:prSet/>
      <dgm:spPr/>
      <dgm:t>
        <a:bodyPr/>
        <a:lstStyle/>
        <a:p>
          <a:endParaRPr lang="en-US" sz="2000"/>
        </a:p>
      </dgm:t>
    </dgm:pt>
    <dgm:pt modelId="{357B72D5-A288-4ED3-B0FF-658E95B4CD71}" type="sibTrans" cxnId="{8874B5E8-DCB9-4E1A-9EA0-FD1F37F5C5AA}">
      <dgm:prSet/>
      <dgm:spPr/>
      <dgm:t>
        <a:bodyPr/>
        <a:lstStyle/>
        <a:p>
          <a:endParaRPr lang="en-US" sz="2000"/>
        </a:p>
      </dgm:t>
    </dgm:pt>
    <dgm:pt modelId="{F68E793A-8257-49AF-8C38-51F2174D0F83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t="100000" r="100000"/>
          </a:path>
          <a:tileRect l="-100000" b="-100000"/>
        </a:gra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 err="1"/>
            <a:t>Customer_id</a:t>
          </a:r>
          <a:r>
            <a:rPr lang="en-US" sz="1400" dirty="0"/>
            <a:t> </a:t>
          </a:r>
        </a:p>
      </dgm:t>
    </dgm:pt>
    <dgm:pt modelId="{DB0F2CDA-D787-4BDD-8F2F-9F7351C5DB97}" type="sibTrans" cxnId="{493088FC-F7A1-4E35-8B28-44905CE8E4F9}">
      <dgm:prSet/>
      <dgm:spPr/>
      <dgm:t>
        <a:bodyPr/>
        <a:lstStyle/>
        <a:p>
          <a:endParaRPr lang="en-US" sz="2000"/>
        </a:p>
      </dgm:t>
    </dgm:pt>
    <dgm:pt modelId="{A98E3278-5DDB-4A9F-9A13-C3C23372F998}" type="parTrans" cxnId="{493088FC-F7A1-4E35-8B28-44905CE8E4F9}">
      <dgm:prSet/>
      <dgm:spPr/>
      <dgm:t>
        <a:bodyPr/>
        <a:lstStyle/>
        <a:p>
          <a:endParaRPr lang="en-US" sz="2000"/>
        </a:p>
      </dgm:t>
    </dgm:pt>
    <dgm:pt modelId="{BC832E3C-A1ED-4160-AC0B-87D6BB2EBAE8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t="100000" r="100000"/>
          </a:path>
          <a:tileRect l="-100000" b="-100000"/>
        </a:gra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/>
            <a:t>Name</a:t>
          </a:r>
        </a:p>
      </dgm:t>
    </dgm:pt>
    <dgm:pt modelId="{69145B84-F2FB-449F-933C-D26D7167D247}" type="sibTrans" cxnId="{6DA1BE54-4B70-48D7-A16D-428A82393E1B}">
      <dgm:prSet/>
      <dgm:spPr/>
      <dgm:t>
        <a:bodyPr/>
        <a:lstStyle/>
        <a:p>
          <a:endParaRPr lang="en-US" sz="2000"/>
        </a:p>
      </dgm:t>
    </dgm:pt>
    <dgm:pt modelId="{EC5A10B0-357D-4FDC-88D7-46B62D9F8F36}" type="parTrans" cxnId="{6DA1BE54-4B70-48D7-A16D-428A82393E1B}">
      <dgm:prSet/>
      <dgm:spPr/>
      <dgm:t>
        <a:bodyPr/>
        <a:lstStyle/>
        <a:p>
          <a:endParaRPr lang="en-US" sz="2000"/>
        </a:p>
      </dgm:t>
    </dgm:pt>
    <dgm:pt modelId="{0D46605F-A94E-437F-8EC6-ADC586FDCFFA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t="100000" r="100000"/>
          </a:path>
          <a:tileRect l="-100000" b="-100000"/>
        </a:gra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/>
            <a:t>Email</a:t>
          </a:r>
        </a:p>
      </dgm:t>
    </dgm:pt>
    <dgm:pt modelId="{97626CA7-7355-45EE-8847-345306FA1697}" type="sibTrans" cxnId="{BEA22D98-99B4-4CC2-BF38-CBE820287940}">
      <dgm:prSet/>
      <dgm:spPr/>
      <dgm:t>
        <a:bodyPr/>
        <a:lstStyle/>
        <a:p>
          <a:endParaRPr lang="en-US" sz="2000"/>
        </a:p>
      </dgm:t>
    </dgm:pt>
    <dgm:pt modelId="{02D6FFA1-57CE-4187-BDEB-4EEBBE4FF5F8}" type="parTrans" cxnId="{BEA22D98-99B4-4CC2-BF38-CBE820287940}">
      <dgm:prSet/>
      <dgm:spPr/>
      <dgm:t>
        <a:bodyPr/>
        <a:lstStyle/>
        <a:p>
          <a:endParaRPr lang="en-US" sz="2000"/>
        </a:p>
      </dgm:t>
    </dgm:pt>
    <dgm:pt modelId="{03EBFF38-EA5E-43F0-8118-79D11890A072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t="100000" r="100000"/>
          </a:path>
          <a:tileRect l="-100000" b="-100000"/>
        </a:gra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 err="1"/>
            <a:t>Wallet_amount</a:t>
          </a:r>
          <a:endParaRPr lang="en-US" sz="1400" dirty="0"/>
        </a:p>
      </dgm:t>
    </dgm:pt>
    <dgm:pt modelId="{23DA93C1-43BD-485E-914A-BA67CAADC585}" type="sibTrans" cxnId="{46AD7478-6888-4D4D-880C-AB07E69A47CD}">
      <dgm:prSet/>
      <dgm:spPr/>
      <dgm:t>
        <a:bodyPr/>
        <a:lstStyle/>
        <a:p>
          <a:endParaRPr lang="en-US" sz="2000"/>
        </a:p>
      </dgm:t>
    </dgm:pt>
    <dgm:pt modelId="{4716BC89-0429-45C1-83DD-89DEEF53669C}" type="parTrans" cxnId="{46AD7478-6888-4D4D-880C-AB07E69A47CD}">
      <dgm:prSet/>
      <dgm:spPr/>
      <dgm:t>
        <a:bodyPr/>
        <a:lstStyle/>
        <a:p>
          <a:endParaRPr lang="en-US" sz="2000"/>
        </a:p>
      </dgm:t>
    </dgm:pt>
    <dgm:pt modelId="{E348A9F0-54E9-4FF0-8DA0-77DCBA72122B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t="100000" r="100000"/>
          </a:path>
          <a:tileRect l="-100000" b="-100000"/>
        </a:gra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 err="1"/>
            <a:t>Card_details</a:t>
          </a:r>
          <a:r>
            <a:rPr lang="en-US" sz="1400" dirty="0"/>
            <a:t>  </a:t>
          </a:r>
        </a:p>
      </dgm:t>
    </dgm:pt>
    <dgm:pt modelId="{C6DB8675-A93E-4938-BBCB-66F71FDDF94A}" type="sibTrans" cxnId="{D0C15AD2-6633-4BB0-AACA-669B83C02C04}">
      <dgm:prSet/>
      <dgm:spPr/>
      <dgm:t>
        <a:bodyPr/>
        <a:lstStyle/>
        <a:p>
          <a:endParaRPr lang="en-US" sz="2000"/>
        </a:p>
      </dgm:t>
    </dgm:pt>
    <dgm:pt modelId="{A9F420D0-4619-48CD-840D-C3D375E69068}" type="parTrans" cxnId="{D0C15AD2-6633-4BB0-AACA-669B83C02C04}">
      <dgm:prSet/>
      <dgm:spPr/>
      <dgm:t>
        <a:bodyPr/>
        <a:lstStyle/>
        <a:p>
          <a:endParaRPr lang="en-US" sz="2000"/>
        </a:p>
      </dgm:t>
    </dgm:pt>
    <dgm:pt modelId="{5E500079-D9E3-472D-BBA9-E8EC094F1538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t="100000" r="100000"/>
          </a:path>
          <a:tileRect l="-100000" b="-100000"/>
        </a:gra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/>
            <a:t>Mobile</a:t>
          </a:r>
        </a:p>
      </dgm:t>
    </dgm:pt>
    <dgm:pt modelId="{D11AFAC6-0185-470C-A839-8C3A0FC2C155}" type="sibTrans" cxnId="{19219F02-4AF4-41D9-9FBC-7E875EB70D7B}">
      <dgm:prSet/>
      <dgm:spPr/>
      <dgm:t>
        <a:bodyPr/>
        <a:lstStyle/>
        <a:p>
          <a:endParaRPr lang="en-US" sz="2000"/>
        </a:p>
      </dgm:t>
    </dgm:pt>
    <dgm:pt modelId="{D4E5F6BB-A794-4F96-BC74-56A0D6CD6197}" type="parTrans" cxnId="{19219F02-4AF4-41D9-9FBC-7E875EB70D7B}">
      <dgm:prSet/>
      <dgm:spPr/>
      <dgm:t>
        <a:bodyPr/>
        <a:lstStyle/>
        <a:p>
          <a:endParaRPr lang="en-US" sz="2000"/>
        </a:p>
      </dgm:t>
    </dgm:pt>
    <dgm:pt modelId="{19781799-892A-471E-8A94-77B8FFF271CD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t="100000" r="100000"/>
          </a:path>
          <a:tileRect l="-100000" b="-100000"/>
        </a:gra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 err="1"/>
            <a:t>Birth_date</a:t>
          </a:r>
          <a:endParaRPr lang="en-US" sz="1400" dirty="0"/>
        </a:p>
      </dgm:t>
    </dgm:pt>
    <dgm:pt modelId="{F53FF7B1-A068-4678-8CC7-91B4F6FEE83C}" type="sibTrans" cxnId="{2C39D48C-B423-493F-AEE8-B19EBB0723B5}">
      <dgm:prSet/>
      <dgm:spPr/>
      <dgm:t>
        <a:bodyPr/>
        <a:lstStyle/>
        <a:p>
          <a:endParaRPr lang="en-US" sz="2000"/>
        </a:p>
      </dgm:t>
    </dgm:pt>
    <dgm:pt modelId="{7B8C0626-8C72-4FFB-8A29-184F2E4B5A43}" type="parTrans" cxnId="{2C39D48C-B423-493F-AEE8-B19EBB0723B5}">
      <dgm:prSet/>
      <dgm:spPr/>
      <dgm:t>
        <a:bodyPr/>
        <a:lstStyle/>
        <a:p>
          <a:endParaRPr lang="en-US" sz="2000"/>
        </a:p>
      </dgm:t>
    </dgm:pt>
    <dgm:pt modelId="{D9F1928E-1DA7-4808-A1D6-C03A0F5BF185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t="100000" r="100000"/>
          </a:path>
          <a:tileRect l="-100000" b="-100000"/>
        </a:gra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/>
            <a:t>Address</a:t>
          </a:r>
        </a:p>
      </dgm:t>
    </dgm:pt>
    <dgm:pt modelId="{C7E3164B-A24C-4D32-9979-663E32E9F245}" type="sibTrans" cxnId="{F669F87D-A8C3-47A2-9F33-E867B3AF5453}">
      <dgm:prSet/>
      <dgm:spPr/>
      <dgm:t>
        <a:bodyPr/>
        <a:lstStyle/>
        <a:p>
          <a:endParaRPr lang="en-US" sz="2000"/>
        </a:p>
      </dgm:t>
    </dgm:pt>
    <dgm:pt modelId="{C36D10CD-0D75-4630-AF86-8E95574F366A}" type="parTrans" cxnId="{F669F87D-A8C3-47A2-9F33-E867B3AF5453}">
      <dgm:prSet/>
      <dgm:spPr/>
      <dgm:t>
        <a:bodyPr/>
        <a:lstStyle/>
        <a:p>
          <a:endParaRPr lang="en-US" sz="2000"/>
        </a:p>
      </dgm:t>
    </dgm:pt>
    <dgm:pt modelId="{8E3EF156-6766-4A21-AC47-04817F0C3010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t="100000" r="100000"/>
          </a:path>
          <a:tileRect l="-100000" b="-100000"/>
        </a:gra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/>
            <a:t>Interests</a:t>
          </a:r>
        </a:p>
      </dgm:t>
    </dgm:pt>
    <dgm:pt modelId="{D6B0CBA7-3D64-4821-84CD-C69FC4C1CB5B}" type="sibTrans" cxnId="{497AA8A0-BEC2-4920-BD84-D9D0AB166153}">
      <dgm:prSet/>
      <dgm:spPr/>
      <dgm:t>
        <a:bodyPr/>
        <a:lstStyle/>
        <a:p>
          <a:endParaRPr lang="en-US" sz="2000"/>
        </a:p>
      </dgm:t>
    </dgm:pt>
    <dgm:pt modelId="{3157BAF0-22A2-4BCC-B885-9D3E51BD2639}" type="parTrans" cxnId="{497AA8A0-BEC2-4920-BD84-D9D0AB166153}">
      <dgm:prSet/>
      <dgm:spPr/>
      <dgm:t>
        <a:bodyPr/>
        <a:lstStyle/>
        <a:p>
          <a:endParaRPr lang="en-US" sz="2000"/>
        </a:p>
      </dgm:t>
    </dgm:pt>
    <dgm:pt modelId="{1272C6CD-1844-43A0-B6D1-8F960D4E8EA5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t="100000" r="100000"/>
          </a:path>
          <a:tileRect l="-100000" b="-100000"/>
        </a:gra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 err="1"/>
            <a:t>Last_updated</a:t>
          </a:r>
          <a:endParaRPr lang="en-US" sz="1400" dirty="0"/>
        </a:p>
      </dgm:t>
    </dgm:pt>
    <dgm:pt modelId="{0C7FED99-70DF-4EF1-82DD-7BFA143168B0}" type="sibTrans" cxnId="{8CE15A13-3022-42A6-9869-636024DAF0E0}">
      <dgm:prSet/>
      <dgm:spPr/>
      <dgm:t>
        <a:bodyPr/>
        <a:lstStyle/>
        <a:p>
          <a:endParaRPr lang="en-US" sz="2000"/>
        </a:p>
      </dgm:t>
    </dgm:pt>
    <dgm:pt modelId="{EF0BCEC1-9FDF-4834-AF91-D621387A3961}" type="parTrans" cxnId="{8CE15A13-3022-42A6-9869-636024DAF0E0}">
      <dgm:prSet/>
      <dgm:spPr/>
      <dgm:t>
        <a:bodyPr/>
        <a:lstStyle/>
        <a:p>
          <a:endParaRPr lang="en-US" sz="2000"/>
        </a:p>
      </dgm:t>
    </dgm:pt>
    <dgm:pt modelId="{21277D9C-D5C3-44D7-9B7F-9CCDDC98257F}">
      <dgm:prSet phldrT="[Text]"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400" dirty="0" err="1"/>
            <a:t>Offer_id</a:t>
          </a:r>
          <a:endParaRPr lang="en-US" sz="1400" dirty="0"/>
        </a:p>
      </dgm:t>
    </dgm:pt>
    <dgm:pt modelId="{0F3454BA-042F-4150-9558-D330A3F0C22D}" type="parTrans" cxnId="{9059AD0B-D84C-4830-B0B5-BFC21CEBF4D1}">
      <dgm:prSet/>
      <dgm:spPr/>
      <dgm:t>
        <a:bodyPr/>
        <a:lstStyle/>
        <a:p>
          <a:endParaRPr lang="en-US" sz="2000"/>
        </a:p>
      </dgm:t>
    </dgm:pt>
    <dgm:pt modelId="{779A136F-63A7-4C69-892C-6ED82566CCB0}" type="sibTrans" cxnId="{9059AD0B-D84C-4830-B0B5-BFC21CEBF4D1}">
      <dgm:prSet/>
      <dgm:spPr/>
      <dgm:t>
        <a:bodyPr/>
        <a:lstStyle/>
        <a:p>
          <a:endParaRPr lang="en-US" sz="2000"/>
        </a:p>
      </dgm:t>
    </dgm:pt>
    <dgm:pt modelId="{D8722609-31D3-40EA-9FE8-4A881F8BFA9F}">
      <dgm:prSet custT="1"/>
      <dgm:spPr>
        <a:solidFill>
          <a:srgbClr val="CC0000"/>
        </a:solidFill>
      </dgm:spPr>
      <dgm:t>
        <a:bodyPr/>
        <a:lstStyle/>
        <a:p>
          <a:r>
            <a:rPr lang="en-US" sz="1400" dirty="0"/>
            <a:t>Offer</a:t>
          </a:r>
        </a:p>
      </dgm:t>
    </dgm:pt>
    <dgm:pt modelId="{80084AE1-2E69-43FB-94F7-E3B93AA8EF13}" type="parTrans" cxnId="{C13B1F91-CDCE-485A-97D2-90D77FE728B0}">
      <dgm:prSet/>
      <dgm:spPr/>
      <dgm:t>
        <a:bodyPr/>
        <a:lstStyle/>
        <a:p>
          <a:endParaRPr lang="en-US" sz="2000"/>
        </a:p>
      </dgm:t>
    </dgm:pt>
    <dgm:pt modelId="{A5D4EB9A-E133-4E9A-B524-A0D4077CF0C1}" type="sibTrans" cxnId="{C13B1F91-CDCE-485A-97D2-90D77FE728B0}">
      <dgm:prSet/>
      <dgm:spPr/>
      <dgm:t>
        <a:bodyPr/>
        <a:lstStyle/>
        <a:p>
          <a:endParaRPr lang="en-US" sz="2000"/>
        </a:p>
      </dgm:t>
    </dgm:pt>
    <dgm:pt modelId="{BB48A23C-83BD-430B-8963-8B89CA1316AE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lin ang="5400000" scaled="1"/>
          <a:tileRect/>
        </a:gradFill>
      </dgm:spPr>
      <dgm:t>
        <a:bodyPr/>
        <a:lstStyle/>
        <a:p>
          <a:r>
            <a:rPr lang="en-US" sz="1400" dirty="0" err="1"/>
            <a:t>Offer_id</a:t>
          </a:r>
          <a:r>
            <a:rPr lang="en-US" sz="1400" dirty="0"/>
            <a:t> </a:t>
          </a:r>
        </a:p>
      </dgm:t>
    </dgm:pt>
    <dgm:pt modelId="{961F953A-B197-464A-BE44-1098C870B2F6}" type="parTrans" cxnId="{5A21020A-4221-4BE6-B802-A34BC2036DBF}">
      <dgm:prSet/>
      <dgm:spPr/>
      <dgm:t>
        <a:bodyPr/>
        <a:lstStyle/>
        <a:p>
          <a:endParaRPr lang="en-US" sz="2000"/>
        </a:p>
      </dgm:t>
    </dgm:pt>
    <dgm:pt modelId="{537ADC03-89E5-42E0-9F50-C3C14D46E3DD}" type="sibTrans" cxnId="{5A21020A-4221-4BE6-B802-A34BC2036DBF}">
      <dgm:prSet/>
      <dgm:spPr/>
      <dgm:t>
        <a:bodyPr/>
        <a:lstStyle/>
        <a:p>
          <a:endParaRPr lang="en-US" sz="2000"/>
        </a:p>
      </dgm:t>
    </dgm:pt>
    <dgm:pt modelId="{0C2EA3E4-B13F-4919-AA5B-676341D7AE25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lin ang="5400000" scaled="1"/>
          <a:tileRect/>
        </a:gradFill>
      </dgm:spPr>
      <dgm:t>
        <a:bodyPr/>
        <a:lstStyle/>
        <a:p>
          <a:r>
            <a:rPr lang="en-US" sz="1400" dirty="0"/>
            <a:t>Discount </a:t>
          </a:r>
        </a:p>
      </dgm:t>
    </dgm:pt>
    <dgm:pt modelId="{DB6992CB-DAF1-4055-BEDF-4914C96C03B7}" type="parTrans" cxnId="{985053CD-0396-44F8-82C0-CE0B0ADC46EA}">
      <dgm:prSet/>
      <dgm:spPr/>
      <dgm:t>
        <a:bodyPr/>
        <a:lstStyle/>
        <a:p>
          <a:endParaRPr lang="en-US" sz="2000"/>
        </a:p>
      </dgm:t>
    </dgm:pt>
    <dgm:pt modelId="{8841D809-F613-43C1-ACC2-04CA43D6EDEE}" type="sibTrans" cxnId="{985053CD-0396-44F8-82C0-CE0B0ADC46EA}">
      <dgm:prSet/>
      <dgm:spPr/>
      <dgm:t>
        <a:bodyPr/>
        <a:lstStyle/>
        <a:p>
          <a:endParaRPr lang="en-US" sz="2000"/>
        </a:p>
      </dgm:t>
    </dgm:pt>
    <dgm:pt modelId="{E732D462-C007-47C1-88F2-089EA8259141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lin ang="5400000" scaled="1"/>
          <a:tileRect/>
        </a:gradFill>
      </dgm:spPr>
      <dgm:t>
        <a:bodyPr/>
        <a:lstStyle/>
        <a:p>
          <a:r>
            <a:rPr lang="en-US" sz="1400" dirty="0" err="1"/>
            <a:t>Valid_from</a:t>
          </a:r>
          <a:endParaRPr lang="en-US" sz="1400" dirty="0"/>
        </a:p>
      </dgm:t>
    </dgm:pt>
    <dgm:pt modelId="{803E44B2-45A6-4A06-941A-DBB5404FCC50}" type="parTrans" cxnId="{8FDC1F80-820A-4AF9-893D-C9B8105BE2B1}">
      <dgm:prSet/>
      <dgm:spPr/>
      <dgm:t>
        <a:bodyPr/>
        <a:lstStyle/>
        <a:p>
          <a:endParaRPr lang="en-US" sz="2000"/>
        </a:p>
      </dgm:t>
    </dgm:pt>
    <dgm:pt modelId="{31921C86-25E2-44CF-86AB-F55BEC733D4E}" type="sibTrans" cxnId="{8FDC1F80-820A-4AF9-893D-C9B8105BE2B1}">
      <dgm:prSet/>
      <dgm:spPr/>
      <dgm:t>
        <a:bodyPr/>
        <a:lstStyle/>
        <a:p>
          <a:endParaRPr lang="en-US" sz="2000"/>
        </a:p>
      </dgm:t>
    </dgm:pt>
    <dgm:pt modelId="{0FC7C69B-7B63-4BDA-8CB3-9A2054C72028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lin ang="5400000" scaled="1"/>
          <a:tileRect/>
        </a:gradFill>
      </dgm:spPr>
      <dgm:t>
        <a:bodyPr/>
        <a:lstStyle/>
        <a:p>
          <a:r>
            <a:rPr lang="en-US" sz="1400" dirty="0" err="1"/>
            <a:t>Valid_to</a:t>
          </a:r>
          <a:r>
            <a:rPr lang="en-US" sz="1400" dirty="0"/>
            <a:t> </a:t>
          </a:r>
        </a:p>
      </dgm:t>
    </dgm:pt>
    <dgm:pt modelId="{5352DFCA-2427-4FA5-B465-6A2D405AB8FE}" type="parTrans" cxnId="{C465762F-E85E-412D-9752-FC8CE4DBDDF1}">
      <dgm:prSet/>
      <dgm:spPr/>
      <dgm:t>
        <a:bodyPr/>
        <a:lstStyle/>
        <a:p>
          <a:endParaRPr lang="en-US" sz="2000"/>
        </a:p>
      </dgm:t>
    </dgm:pt>
    <dgm:pt modelId="{227C5463-0B73-4D52-9FA7-8DB6BC963AD1}" type="sibTrans" cxnId="{C465762F-E85E-412D-9752-FC8CE4DBDDF1}">
      <dgm:prSet/>
      <dgm:spPr/>
      <dgm:t>
        <a:bodyPr/>
        <a:lstStyle/>
        <a:p>
          <a:endParaRPr lang="en-US" sz="2000"/>
        </a:p>
      </dgm:t>
    </dgm:pt>
    <dgm:pt modelId="{D9CC3D5A-1E6E-4498-8B58-148FB03F9F1C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lin ang="5400000" scaled="1"/>
          <a:tileRect/>
        </a:gradFill>
      </dgm:spPr>
      <dgm:t>
        <a:bodyPr/>
        <a:lstStyle/>
        <a:p>
          <a:r>
            <a:rPr lang="en-US" sz="1400" dirty="0" err="1"/>
            <a:t>Region_id</a:t>
          </a:r>
          <a:r>
            <a:rPr lang="en-US" sz="1400" dirty="0"/>
            <a:t> </a:t>
          </a:r>
        </a:p>
      </dgm:t>
    </dgm:pt>
    <dgm:pt modelId="{F6FDF073-0E29-4556-AC38-EF0878AA1E06}" type="parTrans" cxnId="{80FEDA50-7E72-4C73-847A-C1C3D6369BA0}">
      <dgm:prSet/>
      <dgm:spPr/>
      <dgm:t>
        <a:bodyPr/>
        <a:lstStyle/>
        <a:p>
          <a:endParaRPr lang="en-US" sz="2000"/>
        </a:p>
      </dgm:t>
    </dgm:pt>
    <dgm:pt modelId="{42A3C67C-08FB-433D-B76B-6CC66B61E8C6}" type="sibTrans" cxnId="{80FEDA50-7E72-4C73-847A-C1C3D6369BA0}">
      <dgm:prSet/>
      <dgm:spPr/>
      <dgm:t>
        <a:bodyPr/>
        <a:lstStyle/>
        <a:p>
          <a:endParaRPr lang="en-US" sz="2000"/>
        </a:p>
      </dgm:t>
    </dgm:pt>
    <dgm:pt modelId="{A9474DD8-A573-4C1E-8EA0-304CC80991C9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lin ang="5400000" scaled="1"/>
          <a:tileRect/>
        </a:gradFill>
      </dgm:spPr>
      <dgm:t>
        <a:bodyPr/>
        <a:lstStyle/>
        <a:p>
          <a:r>
            <a:rPr lang="en-US" sz="1400" dirty="0" err="1" smtClean="0"/>
            <a:t>Star_feedback</a:t>
          </a:r>
          <a:endParaRPr lang="en-US" sz="1400" dirty="0"/>
        </a:p>
      </dgm:t>
    </dgm:pt>
    <dgm:pt modelId="{3FC669EE-626A-465C-94F3-5036A1500262}" type="parTrans" cxnId="{C9939EF1-77F9-4F2C-9CF6-73981A796C6B}">
      <dgm:prSet/>
      <dgm:spPr/>
      <dgm:t>
        <a:bodyPr/>
        <a:lstStyle/>
        <a:p>
          <a:endParaRPr lang="en-US"/>
        </a:p>
      </dgm:t>
    </dgm:pt>
    <dgm:pt modelId="{BD32E3C9-DBA2-47BC-8511-0325099AAD00}" type="sibTrans" cxnId="{C9939EF1-77F9-4F2C-9CF6-73981A796C6B}">
      <dgm:prSet/>
      <dgm:spPr/>
      <dgm:t>
        <a:bodyPr/>
        <a:lstStyle/>
        <a:p>
          <a:endParaRPr lang="en-US"/>
        </a:p>
      </dgm:t>
    </dgm:pt>
    <dgm:pt modelId="{AE125905-D3DB-4CB5-B5F1-4848C27E6EB9}">
      <dgm:prSet phldrT="[Text]"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400" dirty="0" smtClean="0"/>
            <a:t>Bank</a:t>
          </a:r>
          <a:endParaRPr lang="en-US" sz="1400" dirty="0"/>
        </a:p>
      </dgm:t>
    </dgm:pt>
    <dgm:pt modelId="{FB947567-A5C6-44F8-88B5-140941CACA41}" type="parTrans" cxnId="{C21C387E-37A1-4BDA-8A9C-0E90A3EF69A7}">
      <dgm:prSet/>
      <dgm:spPr/>
      <dgm:t>
        <a:bodyPr/>
        <a:lstStyle/>
        <a:p>
          <a:endParaRPr lang="en-US"/>
        </a:p>
      </dgm:t>
    </dgm:pt>
    <dgm:pt modelId="{C092A54E-99EF-4AF0-AC5B-3239573F71F7}" type="sibTrans" cxnId="{C21C387E-37A1-4BDA-8A9C-0E90A3EF69A7}">
      <dgm:prSet/>
      <dgm:spPr/>
      <dgm:t>
        <a:bodyPr/>
        <a:lstStyle/>
        <a:p>
          <a:endParaRPr lang="en-US"/>
        </a:p>
      </dgm:t>
    </dgm:pt>
    <dgm:pt modelId="{EE11D22F-390C-4E73-9115-F8E03CC6C43C}">
      <dgm:prSet phldrT="[Text]"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400" dirty="0" err="1" smtClean="0"/>
            <a:t>Last_updated</a:t>
          </a:r>
          <a:r>
            <a:rPr lang="en-US" sz="1400" dirty="0" smtClean="0"/>
            <a:t> </a:t>
          </a:r>
          <a:endParaRPr lang="en-US" sz="1400" dirty="0"/>
        </a:p>
      </dgm:t>
    </dgm:pt>
    <dgm:pt modelId="{FD62AC0E-6254-4941-B9B1-5601A73383E1}" type="parTrans" cxnId="{5C54F2B4-BAF5-4D5C-BA38-E6F6C39A29F4}">
      <dgm:prSet/>
      <dgm:spPr/>
      <dgm:t>
        <a:bodyPr/>
        <a:lstStyle/>
        <a:p>
          <a:endParaRPr lang="en-US"/>
        </a:p>
      </dgm:t>
    </dgm:pt>
    <dgm:pt modelId="{6989CB3B-C821-4C78-AA0D-3513A6DF4147}" type="sibTrans" cxnId="{5C54F2B4-BAF5-4D5C-BA38-E6F6C39A29F4}">
      <dgm:prSet/>
      <dgm:spPr/>
      <dgm:t>
        <a:bodyPr/>
        <a:lstStyle/>
        <a:p>
          <a:endParaRPr lang="en-US"/>
        </a:p>
      </dgm:t>
    </dgm:pt>
    <dgm:pt modelId="{23076C2D-31F9-4706-AEF4-CEB89D2D80CC}">
      <dgm:prSet custT="1"/>
      <dgm:spPr>
        <a:solidFill>
          <a:srgbClr val="CC0000"/>
        </a:solidFill>
      </dgm:spPr>
      <dgm:t>
        <a:bodyPr/>
        <a:lstStyle/>
        <a:p>
          <a:r>
            <a:rPr lang="en-US" sz="1400" dirty="0" err="1" smtClean="0"/>
            <a:t>Confirmation_message</a:t>
          </a:r>
          <a:endParaRPr lang="en-US" sz="1400" dirty="0"/>
        </a:p>
      </dgm:t>
    </dgm:pt>
    <dgm:pt modelId="{8110EC4F-E0DC-45FD-9F8D-1B5A808A6A1D}" type="parTrans" cxnId="{A0ABA920-196D-43F0-ABFA-D046DA4E38A2}">
      <dgm:prSet/>
      <dgm:spPr/>
      <dgm:t>
        <a:bodyPr/>
        <a:lstStyle/>
        <a:p>
          <a:endParaRPr lang="en-US"/>
        </a:p>
      </dgm:t>
    </dgm:pt>
    <dgm:pt modelId="{6817CAF7-D0EE-4460-B2D0-EE41793F802A}" type="sibTrans" cxnId="{A0ABA920-196D-43F0-ABFA-D046DA4E38A2}">
      <dgm:prSet/>
      <dgm:spPr/>
      <dgm:t>
        <a:bodyPr/>
        <a:lstStyle/>
        <a:p>
          <a:endParaRPr lang="en-US"/>
        </a:p>
      </dgm:t>
    </dgm:pt>
    <dgm:pt modelId="{FA09495E-0708-4A7F-973D-F1ED54786925}">
      <dgm:prSet custT="1"/>
      <dgm:spPr>
        <a:gradFill flip="none" rotWithShape="1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400" dirty="0" err="1" smtClean="0"/>
            <a:t>Transaction_id</a:t>
          </a:r>
          <a:endParaRPr lang="en-US" sz="1400" dirty="0"/>
        </a:p>
      </dgm:t>
    </dgm:pt>
    <dgm:pt modelId="{54CC5093-5E97-473F-A964-D8699D96302B}" type="parTrans" cxnId="{B099F14F-27A7-4CF5-BE02-6D8A5E28DD22}">
      <dgm:prSet/>
      <dgm:spPr/>
      <dgm:t>
        <a:bodyPr/>
        <a:lstStyle/>
        <a:p>
          <a:endParaRPr lang="en-US"/>
        </a:p>
      </dgm:t>
    </dgm:pt>
    <dgm:pt modelId="{37E717C7-C5CA-4B45-88D6-DFA7BB27AE3C}" type="sibTrans" cxnId="{B099F14F-27A7-4CF5-BE02-6D8A5E28DD22}">
      <dgm:prSet/>
      <dgm:spPr/>
      <dgm:t>
        <a:bodyPr/>
        <a:lstStyle/>
        <a:p>
          <a:endParaRPr lang="en-US"/>
        </a:p>
      </dgm:t>
    </dgm:pt>
    <dgm:pt modelId="{7B7EB601-0910-4A71-A2A3-112C1994DACF}">
      <dgm:prSet custT="1"/>
      <dgm:spPr>
        <a:gradFill flip="none" rotWithShape="1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endParaRPr lang="en-US" sz="1400" dirty="0"/>
        </a:p>
      </dgm:t>
    </dgm:pt>
    <dgm:pt modelId="{85A9A5A0-28B4-4050-9826-D70CDCFD0648}" type="parTrans" cxnId="{93892AA7-A337-4DD0-8CC3-D69672DB8806}">
      <dgm:prSet/>
      <dgm:spPr/>
      <dgm:t>
        <a:bodyPr/>
        <a:lstStyle/>
        <a:p>
          <a:endParaRPr lang="en-US"/>
        </a:p>
      </dgm:t>
    </dgm:pt>
    <dgm:pt modelId="{1FB15C77-4BCF-44BE-A589-87791A5F9580}" type="sibTrans" cxnId="{93892AA7-A337-4DD0-8CC3-D69672DB8806}">
      <dgm:prSet/>
      <dgm:spPr/>
      <dgm:t>
        <a:bodyPr/>
        <a:lstStyle/>
        <a:p>
          <a:endParaRPr lang="en-US"/>
        </a:p>
      </dgm:t>
    </dgm:pt>
    <dgm:pt modelId="{E1562F13-87A6-4727-BBEC-61C98422FA2C}">
      <dgm:prSet custT="1"/>
      <dgm:spPr>
        <a:gradFill flip="none" rotWithShape="1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400" dirty="0" smtClean="0"/>
            <a:t>Message</a:t>
          </a:r>
          <a:endParaRPr lang="en-US" sz="1400" dirty="0"/>
        </a:p>
      </dgm:t>
    </dgm:pt>
    <dgm:pt modelId="{F3723377-9C58-442F-973F-457D1F036982}" type="parTrans" cxnId="{D739C259-2D55-44BF-95F8-84609F673E68}">
      <dgm:prSet/>
      <dgm:spPr/>
      <dgm:t>
        <a:bodyPr/>
        <a:lstStyle/>
        <a:p>
          <a:endParaRPr lang="en-US"/>
        </a:p>
      </dgm:t>
    </dgm:pt>
    <dgm:pt modelId="{594B90A0-A770-4EC2-9ACB-DC551B222FEA}" type="sibTrans" cxnId="{D739C259-2D55-44BF-95F8-84609F673E68}">
      <dgm:prSet/>
      <dgm:spPr/>
      <dgm:t>
        <a:bodyPr/>
        <a:lstStyle/>
        <a:p>
          <a:endParaRPr lang="en-US"/>
        </a:p>
      </dgm:t>
    </dgm:pt>
    <dgm:pt modelId="{6CF454A5-1897-465E-9555-6F78D6152B8F}">
      <dgm:prSet phldrT="[Text]"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400" dirty="0" err="1" smtClean="0"/>
            <a:t>Event_type</a:t>
          </a:r>
          <a:r>
            <a:rPr lang="en-US" sz="1400" dirty="0" smtClean="0"/>
            <a:t> </a:t>
          </a:r>
          <a:endParaRPr lang="en-US" sz="1400" dirty="0"/>
        </a:p>
      </dgm:t>
    </dgm:pt>
    <dgm:pt modelId="{C48A3ADE-64A8-41DB-AAB0-30B938A299A9}">
      <dgm:prSet phldrT="[Text]"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400" dirty="0" err="1"/>
            <a:t>Event_id</a:t>
          </a:r>
          <a:endParaRPr lang="en-US" sz="1400" dirty="0"/>
        </a:p>
      </dgm:t>
    </dgm:pt>
    <dgm:pt modelId="{F2FE8D3E-F9A5-4982-8F78-35D8C916A47F}">
      <dgm:prSet phldrT="[Text]" custT="1"/>
      <dgm:spPr>
        <a:solidFill>
          <a:srgbClr val="CC0000"/>
        </a:solidFill>
        <a:ln>
          <a:solidFill>
            <a:srgbClr val="CC0000"/>
          </a:solidFill>
        </a:ln>
      </dgm:spPr>
      <dgm:t>
        <a:bodyPr/>
        <a:lstStyle/>
        <a:p>
          <a:r>
            <a:rPr lang="en-US" sz="1400" dirty="0" smtClean="0"/>
            <a:t>Event </a:t>
          </a:r>
          <a:endParaRPr lang="en-US" sz="1400" dirty="0"/>
        </a:p>
      </dgm:t>
    </dgm:pt>
    <dgm:pt modelId="{2FB8DD56-0045-4CC8-83D8-99CA02036076}" type="sibTrans" cxnId="{4777DE42-A60F-40A8-AC58-5F0A2FA497F7}">
      <dgm:prSet/>
      <dgm:spPr/>
      <dgm:t>
        <a:bodyPr/>
        <a:lstStyle/>
        <a:p>
          <a:endParaRPr lang="en-US" sz="2000"/>
        </a:p>
      </dgm:t>
    </dgm:pt>
    <dgm:pt modelId="{3B8A4170-11E9-4BAD-9ECF-DB765427B34F}" type="parTrans" cxnId="{4777DE42-A60F-40A8-AC58-5F0A2FA497F7}">
      <dgm:prSet/>
      <dgm:spPr/>
      <dgm:t>
        <a:bodyPr/>
        <a:lstStyle/>
        <a:p>
          <a:endParaRPr lang="en-US" sz="2000"/>
        </a:p>
      </dgm:t>
    </dgm:pt>
    <dgm:pt modelId="{73EF3616-0CA0-4ABC-A595-2A31FD18F2A5}" type="sibTrans" cxnId="{5061785C-AA0C-409B-9DC0-1206AAD6CFEF}">
      <dgm:prSet/>
      <dgm:spPr/>
      <dgm:t>
        <a:bodyPr/>
        <a:lstStyle/>
        <a:p>
          <a:endParaRPr lang="en-US" sz="2000"/>
        </a:p>
      </dgm:t>
    </dgm:pt>
    <dgm:pt modelId="{0B50F54F-0B68-485B-9DE9-3EDDA7D06614}" type="parTrans" cxnId="{5061785C-AA0C-409B-9DC0-1206AAD6CFEF}">
      <dgm:prSet/>
      <dgm:spPr/>
      <dgm:t>
        <a:bodyPr/>
        <a:lstStyle/>
        <a:p>
          <a:endParaRPr lang="en-US" sz="2000"/>
        </a:p>
      </dgm:t>
    </dgm:pt>
    <dgm:pt modelId="{F112EA08-D987-4870-B970-825BECB5C406}" type="sibTrans" cxnId="{8389457F-E375-4CEF-B3D3-E16689F95AC7}">
      <dgm:prSet/>
      <dgm:spPr/>
      <dgm:t>
        <a:bodyPr/>
        <a:lstStyle/>
        <a:p>
          <a:endParaRPr lang="en-US" sz="2000"/>
        </a:p>
      </dgm:t>
    </dgm:pt>
    <dgm:pt modelId="{F2F1461C-807D-4ECB-AE93-11BE180C7758}" type="parTrans" cxnId="{8389457F-E375-4CEF-B3D3-E16689F95AC7}">
      <dgm:prSet/>
      <dgm:spPr/>
      <dgm:t>
        <a:bodyPr/>
        <a:lstStyle/>
        <a:p>
          <a:endParaRPr lang="en-US" sz="2000"/>
        </a:p>
      </dgm:t>
    </dgm:pt>
    <dgm:pt modelId="{05C6F0C2-E866-47B5-BD08-B24653DA161B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t="100000" r="100000"/>
          </a:path>
          <a:tileRect l="-100000" b="-100000"/>
        </a:gra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 err="1" smtClean="0"/>
            <a:t>User_type</a:t>
          </a:r>
          <a:endParaRPr lang="en-US" sz="1400" dirty="0"/>
        </a:p>
      </dgm:t>
    </dgm:pt>
    <dgm:pt modelId="{1FA06960-3335-451F-86E6-A697B1C19CDA}" type="parTrans" cxnId="{8B4C1373-2845-44A3-BB53-7D075D1840BD}">
      <dgm:prSet/>
      <dgm:spPr/>
      <dgm:t>
        <a:bodyPr/>
        <a:lstStyle/>
        <a:p>
          <a:endParaRPr lang="en-US"/>
        </a:p>
      </dgm:t>
    </dgm:pt>
    <dgm:pt modelId="{3E47AA55-EA6E-43C5-8128-9BAEB8187E70}" type="sibTrans" cxnId="{8B4C1373-2845-44A3-BB53-7D075D1840BD}">
      <dgm:prSet/>
      <dgm:spPr/>
      <dgm:t>
        <a:bodyPr/>
        <a:lstStyle/>
        <a:p>
          <a:endParaRPr lang="en-US"/>
        </a:p>
      </dgm:t>
    </dgm:pt>
    <dgm:pt modelId="{352D0174-CA13-41E7-9562-7E2FA79DE0CF}">
      <dgm:prSet phldrT="[Text]"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lin ang="8100000" scaled="1"/>
          <a:tileRect/>
        </a:gradFill>
      </dgm:spPr>
      <dgm:t>
        <a:bodyPr/>
        <a:lstStyle/>
        <a:p>
          <a:r>
            <a:rPr lang="en-US" sz="1400" dirty="0" smtClean="0"/>
            <a:t>Class</a:t>
          </a:r>
          <a:endParaRPr lang="en-US" sz="1400" dirty="0"/>
        </a:p>
      </dgm:t>
    </dgm:pt>
    <dgm:pt modelId="{FB5A22F9-C202-4BF8-9EEE-79AFF796C116}" type="parTrans" cxnId="{64B82226-9AE1-414C-935E-3EC1508BA2B2}">
      <dgm:prSet/>
      <dgm:spPr/>
      <dgm:t>
        <a:bodyPr/>
        <a:lstStyle/>
        <a:p>
          <a:endParaRPr lang="en-US"/>
        </a:p>
      </dgm:t>
    </dgm:pt>
    <dgm:pt modelId="{30559F22-9834-4D8B-AE2E-F4671516287D}" type="sibTrans" cxnId="{64B82226-9AE1-414C-935E-3EC1508BA2B2}">
      <dgm:prSet/>
      <dgm:spPr/>
      <dgm:t>
        <a:bodyPr/>
        <a:lstStyle/>
        <a:p>
          <a:endParaRPr lang="en-US"/>
        </a:p>
      </dgm:t>
    </dgm:pt>
    <dgm:pt modelId="{0A841322-C430-4CC0-9480-6CC583C2234F}">
      <dgm:prSet phldrT="[Text]"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400" dirty="0" err="1" smtClean="0"/>
            <a:t>Num_of_seats</a:t>
          </a:r>
          <a:r>
            <a:rPr lang="en-US" sz="1400" dirty="0" smtClean="0"/>
            <a:t> </a:t>
          </a:r>
          <a:endParaRPr lang="en-US" sz="1400" dirty="0"/>
        </a:p>
      </dgm:t>
    </dgm:pt>
    <dgm:pt modelId="{56128415-CF77-4AB3-A70C-8F325E7DAC5A}" type="parTrans" cxnId="{ABD02FA2-8A28-4F45-AFFD-3FC770467BE3}">
      <dgm:prSet/>
      <dgm:spPr/>
    </dgm:pt>
    <dgm:pt modelId="{3E3AADDA-4013-4336-BF7B-255EEF0932EC}" type="sibTrans" cxnId="{ABD02FA2-8A28-4F45-AFFD-3FC770467BE3}">
      <dgm:prSet/>
      <dgm:spPr/>
    </dgm:pt>
    <dgm:pt modelId="{BF1CC844-BC4B-422D-91F3-8DA7523F4317}">
      <dgm:prSet phldrT="[Text]"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lin ang="8100000" scaled="1"/>
          <a:tileRect/>
        </a:gradFill>
      </dgm:spPr>
      <dgm:t>
        <a:bodyPr/>
        <a:lstStyle/>
        <a:p>
          <a:r>
            <a:rPr lang="en-US" sz="1400" dirty="0" err="1" smtClean="0"/>
            <a:t>Address_id</a:t>
          </a:r>
          <a:endParaRPr lang="en-US" sz="1400" dirty="0"/>
        </a:p>
      </dgm:t>
    </dgm:pt>
    <dgm:pt modelId="{B865A468-B33A-4CE1-83B1-99327716ABB7}" type="parTrans" cxnId="{A1C51FBF-82E9-4ACA-A0AB-A3B7F9B66DC3}">
      <dgm:prSet/>
      <dgm:spPr/>
    </dgm:pt>
    <dgm:pt modelId="{34A54535-5767-4C7B-8076-4FD16C492763}" type="sibTrans" cxnId="{A1C51FBF-82E9-4ACA-A0AB-A3B7F9B66DC3}">
      <dgm:prSet/>
      <dgm:spPr/>
    </dgm:pt>
    <dgm:pt modelId="{9C5B033E-B3E1-4CBF-966F-FA29B23AB86E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400" dirty="0" err="1" smtClean="0"/>
            <a:t>Hall_id</a:t>
          </a:r>
          <a:endParaRPr lang="en-US" sz="1400" dirty="0"/>
        </a:p>
      </dgm:t>
    </dgm:pt>
    <dgm:pt modelId="{4B38096D-4CEA-4485-AAFD-1CF5C339FCB8}" type="parTrans" cxnId="{8E62E9AF-46C6-44A3-B4E3-9C13DE2F3BE7}">
      <dgm:prSet/>
      <dgm:spPr/>
    </dgm:pt>
    <dgm:pt modelId="{618B672E-01DB-40AE-87D2-079330355835}" type="sibTrans" cxnId="{8E62E9AF-46C6-44A3-B4E3-9C13DE2F3BE7}">
      <dgm:prSet/>
      <dgm:spPr/>
    </dgm:pt>
    <dgm:pt modelId="{5835726F-3F14-4C91-B3D8-38905C0404B4}" type="pres">
      <dgm:prSet presAssocID="{CDCCC1A6-0966-447E-9F9E-0D06E180CF17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DBF033E-33B0-444C-8D53-C82DE0939BD9}" type="pres">
      <dgm:prSet presAssocID="{F2FE8D3E-F9A5-4982-8F78-35D8C916A47F}" presName="composite" presStyleCnt="0"/>
      <dgm:spPr/>
    </dgm:pt>
    <dgm:pt modelId="{3590488F-E39B-4BCA-A983-02EC5512A624}" type="pres">
      <dgm:prSet presAssocID="{F2FE8D3E-F9A5-4982-8F78-35D8C916A47F}" presName="parTx" presStyleLbl="alignNode1" presStyleIdx="0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A8C57A9-30A6-413B-8BC5-84F8125EB430}" type="pres">
      <dgm:prSet presAssocID="{F2FE8D3E-F9A5-4982-8F78-35D8C916A47F}" presName="desTx" presStyleLbl="alignAccFollowNode1" presStyleIdx="0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65766D4-8E12-4302-8240-00E420FCC8A4}" type="pres">
      <dgm:prSet presAssocID="{2FB8DD56-0045-4CC8-83D8-99CA02036076}" presName="space" presStyleCnt="0"/>
      <dgm:spPr/>
    </dgm:pt>
    <dgm:pt modelId="{079BB13D-49B2-431C-910F-B6F327867FA7}" type="pres">
      <dgm:prSet presAssocID="{D22FB4F4-CEE4-48CA-85D2-0F2B54434BE9}" presName="composite" presStyleCnt="0"/>
      <dgm:spPr/>
    </dgm:pt>
    <dgm:pt modelId="{ADE219C3-7554-46A7-9B78-4A48C3517E19}" type="pres">
      <dgm:prSet presAssocID="{D22FB4F4-CEE4-48CA-85D2-0F2B54434BE9}" presName="parTx" presStyleLbl="alignNode1" presStyleIdx="1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FF9E8C9-15A4-4D68-8F5C-A114AF933E6F}" type="pres">
      <dgm:prSet presAssocID="{D22FB4F4-CEE4-48CA-85D2-0F2B54434BE9}" presName="desTx" presStyleLbl="alignAccFollowNode1" presStyleIdx="1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DF149AE-DF62-4803-A608-C94C8B6EF9D9}" type="pres">
      <dgm:prSet presAssocID="{97B739EE-ED49-41EC-A935-92641AA54D71}" presName="space" presStyleCnt="0"/>
      <dgm:spPr/>
    </dgm:pt>
    <dgm:pt modelId="{F3C8D770-8220-449C-B64E-990B5909BF37}" type="pres">
      <dgm:prSet presAssocID="{391CB25D-EC62-486B-A701-D0A9CE7F182C}" presName="composite" presStyleCnt="0"/>
      <dgm:spPr/>
    </dgm:pt>
    <dgm:pt modelId="{81946786-B8FC-41F6-B2EB-8539C4F633EA}" type="pres">
      <dgm:prSet presAssocID="{391CB25D-EC62-486B-A701-D0A9CE7F182C}" presName="parTx" presStyleLbl="alignNode1" presStyleIdx="2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65E2C73-BFAB-4094-A34C-AC2EDE040E6F}" type="pres">
      <dgm:prSet presAssocID="{391CB25D-EC62-486B-A701-D0A9CE7F182C}" presName="desTx" presStyleLbl="alignAccFollowNode1" presStyleIdx="2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E95CA65-66AA-4F07-82E8-1193BB72EEB1}" type="pres">
      <dgm:prSet presAssocID="{4FD49357-F04D-4794-A915-68EE899673BA}" presName="space" presStyleCnt="0"/>
      <dgm:spPr/>
    </dgm:pt>
    <dgm:pt modelId="{FDFC6B53-9A40-4DF4-8D7B-B5D25E81A776}" type="pres">
      <dgm:prSet presAssocID="{066865C5-D985-4A50-93BC-1FD3CFE5E970}" presName="composite" presStyleCnt="0"/>
      <dgm:spPr/>
    </dgm:pt>
    <dgm:pt modelId="{4A3C6E48-E44C-4A21-AEB9-407D4BDB1880}" type="pres">
      <dgm:prSet presAssocID="{066865C5-D985-4A50-93BC-1FD3CFE5E970}" presName="parTx" presStyleLbl="alignNode1" presStyleIdx="3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B8A1F90-5729-4E2A-89CB-D4CE4E9364FD}" type="pres">
      <dgm:prSet presAssocID="{066865C5-D985-4A50-93BC-1FD3CFE5E970}" presName="desTx" presStyleLbl="alignAccFollowNode1" presStyleIdx="3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1CE2240-8990-4ACF-9484-58CC7AC391A9}" type="pres">
      <dgm:prSet presAssocID="{93D3B267-56F1-4C01-914E-6F74EBAD0624}" presName="space" presStyleCnt="0"/>
      <dgm:spPr/>
    </dgm:pt>
    <dgm:pt modelId="{96137CAD-253C-4B40-9FF4-31E1DE87D83D}" type="pres">
      <dgm:prSet presAssocID="{68DF7852-B2EB-4C4A-A7C2-8ADE9B423313}" presName="composite" presStyleCnt="0"/>
      <dgm:spPr/>
    </dgm:pt>
    <dgm:pt modelId="{2234FBDD-4CD5-48CE-9A69-F071E9B592EA}" type="pres">
      <dgm:prSet presAssocID="{68DF7852-B2EB-4C4A-A7C2-8ADE9B423313}" presName="parTx" presStyleLbl="alignNode1" presStyleIdx="4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47DE35A-B088-4C65-951F-C5FFB8C421C8}" type="pres">
      <dgm:prSet presAssocID="{68DF7852-B2EB-4C4A-A7C2-8ADE9B423313}" presName="desTx" presStyleLbl="alignAccFollowNode1" presStyleIdx="4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9AED0FF-FBED-45AD-8631-A4B26098070E}" type="pres">
      <dgm:prSet presAssocID="{001C0CF3-F340-4802-949E-A268B7F35205}" presName="space" presStyleCnt="0"/>
      <dgm:spPr/>
    </dgm:pt>
    <dgm:pt modelId="{492EB9FD-1BD3-4CDB-9AEC-40D9C992F0BD}" type="pres">
      <dgm:prSet presAssocID="{2D84A859-584F-4943-B54B-ED7C66BEC2C2}" presName="composite" presStyleCnt="0"/>
      <dgm:spPr/>
    </dgm:pt>
    <dgm:pt modelId="{26885A45-0185-4333-A920-6F044D6987A4}" type="pres">
      <dgm:prSet presAssocID="{2D84A859-584F-4943-B54B-ED7C66BEC2C2}" presName="parTx" presStyleLbl="alignNode1" presStyleIdx="5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3540208-437B-4CB7-B9D1-6BC90E2D5844}" type="pres">
      <dgm:prSet presAssocID="{2D84A859-584F-4943-B54B-ED7C66BEC2C2}" presName="desTx" presStyleLbl="alignAccFollowNode1" presStyleIdx="5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E1EDD06-8287-4A9F-A434-6E5868016F33}" type="pres">
      <dgm:prSet presAssocID="{8B8D9E33-069D-4BA0-AF03-4EF129E1BF13}" presName="space" presStyleCnt="0"/>
      <dgm:spPr/>
    </dgm:pt>
    <dgm:pt modelId="{E73D89B3-5783-45BF-8448-815E30056998}" type="pres">
      <dgm:prSet presAssocID="{D8722609-31D3-40EA-9FE8-4A881F8BFA9F}" presName="composite" presStyleCnt="0"/>
      <dgm:spPr/>
    </dgm:pt>
    <dgm:pt modelId="{A225169B-65E8-4749-82BE-E40C8B72268E}" type="pres">
      <dgm:prSet presAssocID="{D8722609-31D3-40EA-9FE8-4A881F8BFA9F}" presName="parTx" presStyleLbl="alignNode1" presStyleIdx="6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732ECA6-2509-49DA-AAE9-592DDF4CCB11}" type="pres">
      <dgm:prSet presAssocID="{D8722609-31D3-40EA-9FE8-4A881F8BFA9F}" presName="desTx" presStyleLbl="alignAccFollowNode1" presStyleIdx="6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1C24D3F-088F-438D-9C01-4D8ACE2A1EEB}" type="pres">
      <dgm:prSet presAssocID="{A5D4EB9A-E133-4E9A-B524-A0D4077CF0C1}" presName="space" presStyleCnt="0"/>
      <dgm:spPr/>
    </dgm:pt>
    <dgm:pt modelId="{5848CC8E-DC9B-4A81-ABF0-BEC7E36D1CD6}" type="pres">
      <dgm:prSet presAssocID="{23076C2D-31F9-4706-AEF4-CEB89D2D80CC}" presName="composite" presStyleCnt="0"/>
      <dgm:spPr/>
    </dgm:pt>
    <dgm:pt modelId="{974799C3-F750-469E-8924-90BE220E1382}" type="pres">
      <dgm:prSet presAssocID="{23076C2D-31F9-4706-AEF4-CEB89D2D80CC}" presName="parTx" presStyleLbl="alignNode1" presStyleIdx="7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4058D68-FB83-4172-AEFE-06E41170AE94}" type="pres">
      <dgm:prSet presAssocID="{23076C2D-31F9-4706-AEF4-CEB89D2D80CC}" presName="desTx" presStyleLbl="alignAccFollowNode1" presStyleIdx="7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CF384C3-9495-4B8B-B1A6-91971C31E9A0}" type="presOf" srcId="{B782F735-818B-4B9A-BF4D-B903EB5B5D6C}" destId="{6B8A1F90-5729-4E2A-89CB-D4CE4E9364FD}" srcOrd="0" destOrd="4" presId="urn:microsoft.com/office/officeart/2005/8/layout/hList1"/>
    <dgm:cxn modelId="{194C576F-A74E-4943-9D62-A161AAF6A6BC}" type="presOf" srcId="{2D84A859-584F-4943-B54B-ED7C66BEC2C2}" destId="{26885A45-0185-4333-A920-6F044D6987A4}" srcOrd="0" destOrd="0" presId="urn:microsoft.com/office/officeart/2005/8/layout/hList1"/>
    <dgm:cxn modelId="{F8983D67-5AF4-4983-B06A-109DF06316BB}" type="presOf" srcId="{0A841322-C430-4CC0-9480-6CC583C2234F}" destId="{A3540208-437B-4CB7-B9D1-6BC90E2D5844}" srcOrd="0" destOrd="4" presId="urn:microsoft.com/office/officeart/2005/8/layout/hList1"/>
    <dgm:cxn modelId="{2198D20C-3CF1-445C-82A2-4C7C82D6A547}" type="presOf" srcId="{8AC106C8-8CD3-46D7-8A57-C6F796F1CA1A}" destId="{DFF9E8C9-15A4-4D68-8F5C-A114AF933E6F}" srcOrd="0" destOrd="1" presId="urn:microsoft.com/office/officeart/2005/8/layout/hList1"/>
    <dgm:cxn modelId="{497AA8A0-BEC2-4920-BD84-D9D0AB166153}" srcId="{391CB25D-EC62-486B-A701-D0A9CE7F182C}" destId="{8E3EF156-6766-4A21-AC47-04817F0C3010}" srcOrd="8" destOrd="0" parTransId="{3157BAF0-22A2-4BCC-B885-9D3E51BD2639}" sibTransId="{D6B0CBA7-3D64-4821-84CD-C69FC4C1CB5B}"/>
    <dgm:cxn modelId="{E5B314C1-C01F-44D5-A141-EE71C247C937}" srcId="{68DF7852-B2EB-4C4A-A7C2-8ADE9B423313}" destId="{CD109F56-93B9-4395-969C-3D190A1877EE}" srcOrd="4" destOrd="0" parTransId="{57CCCDCF-84A8-4CC0-B899-265F3C6B5355}" sibTransId="{5D895FDA-0BFE-4290-B5BB-FDA4999DFBA7}"/>
    <dgm:cxn modelId="{3B8B4060-DD64-476C-BEFF-47E4F7880E3A}" type="presOf" srcId="{E732D462-C007-47C1-88F2-089EA8259141}" destId="{E732ECA6-2509-49DA-AAE9-592DDF4CCB11}" srcOrd="0" destOrd="2" presId="urn:microsoft.com/office/officeart/2005/8/layout/hList1"/>
    <dgm:cxn modelId="{50D58C5C-1DBA-4E88-AEDF-F7FF09B3D40D}" type="presOf" srcId="{CDCCC1A6-0966-447E-9F9E-0D06E180CF17}" destId="{5835726F-3F14-4C91-B3D8-38905C0404B4}" srcOrd="0" destOrd="0" presId="urn:microsoft.com/office/officeart/2005/8/layout/hList1"/>
    <dgm:cxn modelId="{DB05B005-23BA-49F5-B795-45A774FEF10B}" type="presOf" srcId="{6261048D-2CC5-4830-A2E1-2017A10EEA06}" destId="{6B8A1F90-5729-4E2A-89CB-D4CE4E9364FD}" srcOrd="0" destOrd="0" presId="urn:microsoft.com/office/officeart/2005/8/layout/hList1"/>
    <dgm:cxn modelId="{4D5DF667-2243-48A5-9450-75EE1FB275FA}" type="presOf" srcId="{AE125905-D3DB-4CB5-B5F1-4848C27E6EB9}" destId="{A3540208-437B-4CB7-B9D1-6BC90E2D5844}" srcOrd="0" destOrd="6" presId="urn:microsoft.com/office/officeart/2005/8/layout/hList1"/>
    <dgm:cxn modelId="{5A21020A-4221-4BE6-B802-A34BC2036DBF}" srcId="{D8722609-31D3-40EA-9FE8-4A881F8BFA9F}" destId="{BB48A23C-83BD-430B-8963-8B89CA1316AE}" srcOrd="0" destOrd="0" parTransId="{961F953A-B197-464A-BE44-1098C870B2F6}" sibTransId="{537ADC03-89E5-42E0-9F50-C3C14D46E3DD}"/>
    <dgm:cxn modelId="{6EC69E5A-D940-4920-B25F-17AC4D78DE00}" srcId="{D22FB4F4-CEE4-48CA-85D2-0F2B54434BE9}" destId="{6A885F81-78AA-4C61-B83E-EE26353764D9}" srcOrd="4" destOrd="0" parTransId="{51A20B3F-B252-42CA-AD1A-67B069602AD0}" sibTransId="{3928902E-BD63-4440-B6DB-B9E0766E173A}"/>
    <dgm:cxn modelId="{00D6547D-5C92-4CC4-9CDC-E75E93C3EEBC}" type="presOf" srcId="{03EBFF38-EA5E-43F0-8118-79D11890A072}" destId="{865E2C73-BFAB-4094-A34C-AC2EDE040E6F}" srcOrd="0" destOrd="3" presId="urn:microsoft.com/office/officeart/2005/8/layout/hList1"/>
    <dgm:cxn modelId="{8874B5E8-DCB9-4E1A-9EA0-FD1F37F5C5AA}" srcId="{2D84A859-584F-4943-B54B-ED7C66BEC2C2}" destId="{A5E641B1-ABF3-4AAB-92FC-619DEA40191A}" srcOrd="8" destOrd="0" parTransId="{8B398461-151A-4FE0-AC01-E882C889ACD4}" sibTransId="{357B72D5-A288-4ED3-B0FF-658E95B4CD71}"/>
    <dgm:cxn modelId="{95B5E651-8FD9-4309-AD17-7A9067746BA2}" type="presOf" srcId="{E1562F13-87A6-4727-BBEC-61C98422FA2C}" destId="{14058D68-FB83-4172-AEFE-06E41170AE94}" srcOrd="0" destOrd="1" presId="urn:microsoft.com/office/officeart/2005/8/layout/hList1"/>
    <dgm:cxn modelId="{46AD7478-6888-4D4D-880C-AB07E69A47CD}" srcId="{391CB25D-EC62-486B-A701-D0A9CE7F182C}" destId="{03EBFF38-EA5E-43F0-8118-79D11890A072}" srcOrd="3" destOrd="0" parTransId="{4716BC89-0429-45C1-83DD-89DEEF53669C}" sibTransId="{23DA93C1-43BD-485E-914A-BA67CAADC585}"/>
    <dgm:cxn modelId="{2570E0D3-E5A4-40D4-BFD3-F9DE2873CA78}" srcId="{D22FB4F4-CEE4-48CA-85D2-0F2B54434BE9}" destId="{A8889601-DE38-485E-B817-D42453976221}" srcOrd="2" destOrd="0" parTransId="{A5281457-D687-4E1E-8D0F-4DBA189A73F9}" sibTransId="{CD11D016-E714-4D9C-B92E-4F3825E71716}"/>
    <dgm:cxn modelId="{4777DE42-A60F-40A8-AC58-5F0A2FA497F7}" srcId="{CDCCC1A6-0966-447E-9F9E-0D06E180CF17}" destId="{F2FE8D3E-F9A5-4982-8F78-35D8C916A47F}" srcOrd="0" destOrd="0" parTransId="{3B8A4170-11E9-4BAD-9ECF-DB765427B34F}" sibTransId="{2FB8DD56-0045-4CC8-83D8-99CA02036076}"/>
    <dgm:cxn modelId="{03105561-5294-46CE-B910-6951E7045D4D}" srcId="{066865C5-D985-4A50-93BC-1FD3CFE5E970}" destId="{B782F735-818B-4B9A-BF4D-B903EB5B5D6C}" srcOrd="4" destOrd="0" parTransId="{D256048D-2204-402A-AAD8-3E099C916DD5}" sibTransId="{D42EF5F2-FA1F-4855-A33D-D06705347BC6}"/>
    <dgm:cxn modelId="{6E994482-65C5-47E1-A5DB-5DB1944076D2}" type="presOf" srcId="{EE11D22F-390C-4E73-9115-F8E03CC6C43C}" destId="{A3540208-437B-4CB7-B9D1-6BC90E2D5844}" srcOrd="0" destOrd="7" presId="urn:microsoft.com/office/officeart/2005/8/layout/hList1"/>
    <dgm:cxn modelId="{87515FC1-C861-482F-87BE-F6798647CA3D}" type="presOf" srcId="{F68E793A-8257-49AF-8C38-51F2174D0F83}" destId="{865E2C73-BFAB-4094-A34C-AC2EDE040E6F}" srcOrd="0" destOrd="0" presId="urn:microsoft.com/office/officeart/2005/8/layout/hList1"/>
    <dgm:cxn modelId="{8FDC1F80-820A-4AF9-893D-C9B8105BE2B1}" srcId="{D8722609-31D3-40EA-9FE8-4A881F8BFA9F}" destId="{E732D462-C007-47C1-88F2-089EA8259141}" srcOrd="2" destOrd="0" parTransId="{803E44B2-45A6-4A06-941A-DBB5404FCC50}" sibTransId="{31921C86-25E2-44CF-86AB-F55BEC733D4E}"/>
    <dgm:cxn modelId="{C0177BCB-3739-4E56-A4CE-C075CC84249A}" type="presOf" srcId="{8E3EF156-6766-4A21-AC47-04817F0C3010}" destId="{865E2C73-BFAB-4094-A34C-AC2EDE040E6F}" srcOrd="0" destOrd="8" presId="urn:microsoft.com/office/officeart/2005/8/layout/hList1"/>
    <dgm:cxn modelId="{53C0B53D-6F0C-49AA-91E2-E2D22330EA9A}" type="presOf" srcId="{6CF454A5-1897-465E-9555-6F78D6152B8F}" destId="{5A8C57A9-30A6-413B-8BC5-84F8125EB430}" srcOrd="0" destOrd="1" presId="urn:microsoft.com/office/officeart/2005/8/layout/hList1"/>
    <dgm:cxn modelId="{D739C259-2D55-44BF-95F8-84609F673E68}" srcId="{23076C2D-31F9-4706-AEF4-CEB89D2D80CC}" destId="{E1562F13-87A6-4727-BBEC-61C98422FA2C}" srcOrd="1" destOrd="0" parTransId="{F3723377-9C58-442F-973F-457D1F036982}" sibTransId="{594B90A0-A770-4EC2-9ACB-DC551B222FEA}"/>
    <dgm:cxn modelId="{0FF961F9-7FB5-4B86-80EF-977D3ABF5E10}" srcId="{CDCCC1A6-0966-447E-9F9E-0D06E180CF17}" destId="{D22FB4F4-CEE4-48CA-85D2-0F2B54434BE9}" srcOrd="1" destOrd="0" parTransId="{B026D9CB-F2CA-47C3-B8F8-825B327B7EB4}" sibTransId="{97B739EE-ED49-41EC-A935-92641AA54D71}"/>
    <dgm:cxn modelId="{D3979D63-FF21-4FA6-A474-2C3E41E3F97C}" type="presOf" srcId="{B6DB823F-6966-4CEE-A3F9-ECEB6FA26895}" destId="{A3540208-437B-4CB7-B9D1-6BC90E2D5844}" srcOrd="0" destOrd="1" presId="urn:microsoft.com/office/officeart/2005/8/layout/hList1"/>
    <dgm:cxn modelId="{486CF9EE-2608-4A49-BE0B-64904AED4F6F}" srcId="{CDCCC1A6-0966-447E-9F9E-0D06E180CF17}" destId="{066865C5-D985-4A50-93BC-1FD3CFE5E970}" srcOrd="3" destOrd="0" parTransId="{B6E11C71-3D19-4101-A9A9-0F2877B78ED4}" sibTransId="{93D3B267-56F1-4C01-914E-6F74EBAD0624}"/>
    <dgm:cxn modelId="{C465762F-E85E-412D-9752-FC8CE4DBDDF1}" srcId="{D8722609-31D3-40EA-9FE8-4A881F8BFA9F}" destId="{0FC7C69B-7B63-4BDA-8CB3-9A2054C72028}" srcOrd="3" destOrd="0" parTransId="{5352DFCA-2427-4FA5-B465-6A2D405AB8FE}" sibTransId="{227C5463-0B73-4D52-9FA7-8DB6BC963AD1}"/>
    <dgm:cxn modelId="{2C39D48C-B423-493F-AEE8-B19EBB0723B5}" srcId="{391CB25D-EC62-486B-A701-D0A9CE7F182C}" destId="{19781799-892A-471E-8A94-77B8FFF271CD}" srcOrd="6" destOrd="0" parTransId="{7B8C0626-8C72-4FFB-8A29-184F2E4B5A43}" sibTransId="{F53FF7B1-A068-4678-8CC7-91B4F6FEE83C}"/>
    <dgm:cxn modelId="{35AB4405-2CEA-4C4F-8B46-C2603B789890}" type="presOf" srcId="{F2FE8D3E-F9A5-4982-8F78-35D8C916A47F}" destId="{3590488F-E39B-4BCA-A983-02EC5512A624}" srcOrd="0" destOrd="0" presId="urn:microsoft.com/office/officeart/2005/8/layout/hList1"/>
    <dgm:cxn modelId="{8B4C1373-2845-44A3-BB53-7D075D1840BD}" srcId="{391CB25D-EC62-486B-A701-D0A9CE7F182C}" destId="{05C6F0C2-E866-47B5-BD08-B24653DA161B}" srcOrd="9" destOrd="0" parTransId="{1FA06960-3335-451F-86E6-A697B1C19CDA}" sibTransId="{3E47AA55-EA6E-43C5-8128-9BAEB8187E70}"/>
    <dgm:cxn modelId="{864E26E2-5F2E-44A2-84DB-37019654D748}" srcId="{2D84A859-584F-4943-B54B-ED7C66BEC2C2}" destId="{4A6FDB1A-E89D-4172-8F36-B51D3EF9D8A7}" srcOrd="0" destOrd="0" parTransId="{55A71863-EBD1-4106-86E7-5AF4D5EFEE36}" sibTransId="{95B0706A-F5B0-4A88-9260-ADDEAA4B9A7B}"/>
    <dgm:cxn modelId="{789D46FC-726C-4341-ADB1-E43BE579302E}" srcId="{066865C5-D985-4A50-93BC-1FD3CFE5E970}" destId="{001AAE6A-55B2-4E6F-90FE-A3EA1984039E}" srcOrd="1" destOrd="0" parTransId="{4F7F934E-92C6-49DF-9795-CB5AE00529BC}" sibTransId="{9AA54C22-8037-4E65-AD0D-D698322A60C6}"/>
    <dgm:cxn modelId="{A2A177AB-AF5A-4AAF-8A98-85ACAFB57C45}" type="presOf" srcId="{23076C2D-31F9-4706-AEF4-CEB89D2D80CC}" destId="{974799C3-F750-469E-8924-90BE220E1382}" srcOrd="0" destOrd="0" presId="urn:microsoft.com/office/officeart/2005/8/layout/hList1"/>
    <dgm:cxn modelId="{ABD02FA2-8A28-4F45-AFFD-3FC770467BE3}" srcId="{2D84A859-584F-4943-B54B-ED7C66BEC2C2}" destId="{0A841322-C430-4CC0-9480-6CC583C2234F}" srcOrd="4" destOrd="0" parTransId="{56128415-CF77-4AB3-A70C-8F325E7DAC5A}" sibTransId="{3E3AADDA-4013-4336-BF7B-255EEF0932EC}"/>
    <dgm:cxn modelId="{D21ADC8F-0217-43D6-8755-459DD88FE283}" type="presOf" srcId="{68DF7852-B2EB-4C4A-A7C2-8ADE9B423313}" destId="{2234FBDD-4CD5-48CE-9A69-F071E9B592EA}" srcOrd="0" destOrd="0" presId="urn:microsoft.com/office/officeart/2005/8/layout/hList1"/>
    <dgm:cxn modelId="{9FBF864C-ADD8-44F5-9226-C799A2EB2BD6}" type="presOf" srcId="{A4D9E348-6E97-4BA4-BA09-DCC2741D0ED7}" destId="{147DE35A-B088-4C65-951F-C5FFB8C421C8}" srcOrd="0" destOrd="1" presId="urn:microsoft.com/office/officeart/2005/8/layout/hList1"/>
    <dgm:cxn modelId="{A1C51FBF-82E9-4ACA-A0AB-A3B7F9B66DC3}" srcId="{066865C5-D985-4A50-93BC-1FD3CFE5E970}" destId="{BF1CC844-BC4B-422D-91F3-8DA7523F4317}" srcOrd="2" destOrd="0" parTransId="{B865A468-B33A-4CE1-83B1-99327716ABB7}" sibTransId="{34A54535-5767-4C7B-8076-4FD16C492763}"/>
    <dgm:cxn modelId="{222DEB0A-24BA-47BD-B331-7366EDCD90A8}" type="presOf" srcId="{0D84E682-9CD4-48D3-B7C9-C55F69315308}" destId="{6B8A1F90-5729-4E2A-89CB-D4CE4E9364FD}" srcOrd="0" destOrd="6" presId="urn:microsoft.com/office/officeart/2005/8/layout/hList1"/>
    <dgm:cxn modelId="{0A993EC9-141F-4C9D-8041-703637A237BB}" type="presOf" srcId="{4A6FDB1A-E89D-4172-8F36-B51D3EF9D8A7}" destId="{A3540208-437B-4CB7-B9D1-6BC90E2D5844}" srcOrd="0" destOrd="0" presId="urn:microsoft.com/office/officeart/2005/8/layout/hList1"/>
    <dgm:cxn modelId="{90CBA019-E02F-4063-8857-7BBF43D510E7}" srcId="{D22FB4F4-CEE4-48CA-85D2-0F2B54434BE9}" destId="{6C590585-1726-4155-A7F3-9C9ADE835E2F}" srcOrd="5" destOrd="0" parTransId="{44C96D0D-939B-4166-A4C0-E417426C1495}" sibTransId="{8C771AB2-9A39-48A0-AADD-593719322618}"/>
    <dgm:cxn modelId="{8CE15A13-3022-42A6-9869-636024DAF0E0}" srcId="{391CB25D-EC62-486B-A701-D0A9CE7F182C}" destId="{1272C6CD-1844-43A0-B6D1-8F960D4E8EA5}" srcOrd="10" destOrd="0" parTransId="{EF0BCEC1-9FDF-4834-AF91-D621387A3961}" sibTransId="{0C7FED99-70DF-4EF1-82DD-7BFA143168B0}"/>
    <dgm:cxn modelId="{493088FC-F7A1-4E35-8B28-44905CE8E4F9}" srcId="{391CB25D-EC62-486B-A701-D0A9CE7F182C}" destId="{F68E793A-8257-49AF-8C38-51F2174D0F83}" srcOrd="0" destOrd="0" parTransId="{A98E3278-5DDB-4A9F-9A13-C3C23372F998}" sibTransId="{DB0F2CDA-D787-4BDD-8F2F-9F7351C5DB97}"/>
    <dgm:cxn modelId="{6DA1BE54-4B70-48D7-A16D-428A82393E1B}" srcId="{391CB25D-EC62-486B-A701-D0A9CE7F182C}" destId="{BC832E3C-A1ED-4160-AC0B-87D6BB2EBAE8}" srcOrd="1" destOrd="0" parTransId="{EC5A10B0-357D-4FDC-88D7-46B62D9F8F36}" sibTransId="{69145B84-F2FB-449F-933C-D26D7167D247}"/>
    <dgm:cxn modelId="{64B82226-9AE1-414C-935E-3EC1508BA2B2}" srcId="{066865C5-D985-4A50-93BC-1FD3CFE5E970}" destId="{352D0174-CA13-41E7-9562-7E2FA79DE0CF}" srcOrd="3" destOrd="0" parTransId="{FB5A22F9-C202-4BF8-9EEE-79AFF796C116}" sibTransId="{30559F22-9834-4D8B-AE2E-F4671516287D}"/>
    <dgm:cxn modelId="{AD822247-4FB8-4A61-9ECE-93EBA6202095}" type="presOf" srcId="{1272C6CD-1844-43A0-B6D1-8F960D4E8EA5}" destId="{865E2C73-BFAB-4094-A34C-AC2EDE040E6F}" srcOrd="0" destOrd="10" presId="urn:microsoft.com/office/officeart/2005/8/layout/hList1"/>
    <dgm:cxn modelId="{01C5272F-6366-4A84-BE1A-081BB1E2B95F}" type="presOf" srcId="{0FC7C69B-7B63-4BDA-8CB3-9A2054C72028}" destId="{E732ECA6-2509-49DA-AAE9-592DDF4CCB11}" srcOrd="0" destOrd="3" presId="urn:microsoft.com/office/officeart/2005/8/layout/hList1"/>
    <dgm:cxn modelId="{A840FFF6-D187-4B19-B8AA-AEF315E4AFDD}" type="presOf" srcId="{D9CC3D5A-1E6E-4498-8B58-148FB03F9F1C}" destId="{E732ECA6-2509-49DA-AAE9-592DDF4CCB11}" srcOrd="0" destOrd="4" presId="urn:microsoft.com/office/officeart/2005/8/layout/hList1"/>
    <dgm:cxn modelId="{FE9CE0CF-12D4-4E94-8D3B-791505A0597C}" type="presOf" srcId="{A5E641B1-ABF3-4AAB-92FC-619DEA40191A}" destId="{A3540208-437B-4CB7-B9D1-6BC90E2D5844}" srcOrd="0" destOrd="8" presId="urn:microsoft.com/office/officeart/2005/8/layout/hList1"/>
    <dgm:cxn modelId="{3763BF7E-9EA0-4A31-9D00-1DEA72B0C87B}" type="presOf" srcId="{E348A9F0-54E9-4FF0-8DA0-77DCBA72122B}" destId="{865E2C73-BFAB-4094-A34C-AC2EDE040E6F}" srcOrd="0" destOrd="4" presId="urn:microsoft.com/office/officeart/2005/8/layout/hList1"/>
    <dgm:cxn modelId="{EC6EFEB1-81EA-471E-9D5A-4D83F726315E}" srcId="{68DF7852-B2EB-4C4A-A7C2-8ADE9B423313}" destId="{3DC7AE50-C21C-4824-BCCA-F18F2DA1AB82}" srcOrd="3" destOrd="0" parTransId="{29DAB920-4EE7-4DE4-AF83-85F188F8AD18}" sibTransId="{F6B5D899-CB79-4193-8FD7-42129770D004}"/>
    <dgm:cxn modelId="{9789CA1E-A070-422A-A931-9817A09A266D}" type="presOf" srcId="{C48A3ADE-64A8-41DB-AAB0-30B938A299A9}" destId="{5A8C57A9-30A6-413B-8BC5-84F8125EB430}" srcOrd="0" destOrd="0" presId="urn:microsoft.com/office/officeart/2005/8/layout/hList1"/>
    <dgm:cxn modelId="{8214E484-D169-43B9-B401-20393B1216BD}" type="presOf" srcId="{D22FB4F4-CEE4-48CA-85D2-0F2B54434BE9}" destId="{ADE219C3-7554-46A7-9B78-4A48C3517E19}" srcOrd="0" destOrd="0" presId="urn:microsoft.com/office/officeart/2005/8/layout/hList1"/>
    <dgm:cxn modelId="{1E1065C7-7BED-4AEF-9A26-C1BEB7BF3059}" type="presOf" srcId="{9C5B033E-B3E1-4CBF-966F-FA29B23AB86E}" destId="{147DE35A-B088-4C65-951F-C5FFB8C421C8}" srcOrd="0" destOrd="2" presId="urn:microsoft.com/office/officeart/2005/8/layout/hList1"/>
    <dgm:cxn modelId="{4B58BCC4-034A-49CE-ABC0-591B161F12F2}" type="presOf" srcId="{6A885F81-78AA-4C61-B83E-EE26353764D9}" destId="{DFF9E8C9-15A4-4D68-8F5C-A114AF933E6F}" srcOrd="0" destOrd="4" presId="urn:microsoft.com/office/officeart/2005/8/layout/hList1"/>
    <dgm:cxn modelId="{80FEDA50-7E72-4C73-847A-C1C3D6369BA0}" srcId="{D8722609-31D3-40EA-9FE8-4A881F8BFA9F}" destId="{D9CC3D5A-1E6E-4498-8B58-148FB03F9F1C}" srcOrd="4" destOrd="0" parTransId="{F6FDF073-0E29-4556-AC38-EF0878AA1E06}" sibTransId="{42A3C67C-08FB-433D-B76B-6CC66B61E8C6}"/>
    <dgm:cxn modelId="{61893331-A45C-47B5-AF57-B69A976F6C24}" type="presOf" srcId="{BD83087A-CEF9-4CDE-A459-DEDD703B91FF}" destId="{DFF9E8C9-15A4-4D68-8F5C-A114AF933E6F}" srcOrd="0" destOrd="0" presId="urn:microsoft.com/office/officeart/2005/8/layout/hList1"/>
    <dgm:cxn modelId="{62BF0E8F-14C2-46C5-985C-A25419AEC5C7}" type="presOf" srcId="{001AAE6A-55B2-4E6F-90FE-A3EA1984039E}" destId="{6B8A1F90-5729-4E2A-89CB-D4CE4E9364FD}" srcOrd="0" destOrd="1" presId="urn:microsoft.com/office/officeart/2005/8/layout/hList1"/>
    <dgm:cxn modelId="{A0ABA920-196D-43F0-ABFA-D046DA4E38A2}" srcId="{CDCCC1A6-0966-447E-9F9E-0D06E180CF17}" destId="{23076C2D-31F9-4706-AEF4-CEB89D2D80CC}" srcOrd="7" destOrd="0" parTransId="{8110EC4F-E0DC-45FD-9F8D-1B5A808A6A1D}" sibTransId="{6817CAF7-D0EE-4460-B2D0-EE41793F802A}"/>
    <dgm:cxn modelId="{D2CF2175-5F4C-404C-BD01-E25763B51513}" srcId="{2D84A859-584F-4943-B54B-ED7C66BEC2C2}" destId="{B6DB823F-6966-4CEE-A3F9-ECEB6FA26895}" srcOrd="1" destOrd="0" parTransId="{789D639E-FD97-4EEC-849B-4E310C67ACDD}" sibTransId="{D1A4615A-E67C-4D30-86AD-D1C35C1726DB}"/>
    <dgm:cxn modelId="{21EB5799-8116-4B31-8FC3-2AF835611910}" type="presOf" srcId="{A9474DD8-A573-4C1E-8EA0-304CC80991C9}" destId="{DFF9E8C9-15A4-4D68-8F5C-A114AF933E6F}" srcOrd="0" destOrd="3" presId="urn:microsoft.com/office/officeart/2005/8/layout/hList1"/>
    <dgm:cxn modelId="{58188954-E7CF-4C80-9E87-B850173BA900}" type="presOf" srcId="{05C6F0C2-E866-47B5-BD08-B24653DA161B}" destId="{865E2C73-BFAB-4094-A34C-AC2EDE040E6F}" srcOrd="0" destOrd="9" presId="urn:microsoft.com/office/officeart/2005/8/layout/hList1"/>
    <dgm:cxn modelId="{985053CD-0396-44F8-82C0-CE0B0ADC46EA}" srcId="{D8722609-31D3-40EA-9FE8-4A881F8BFA9F}" destId="{0C2EA3E4-B13F-4919-AA5B-676341D7AE25}" srcOrd="1" destOrd="0" parTransId="{DB6992CB-DAF1-4055-BEDF-4914C96C03B7}" sibTransId="{8841D809-F613-43C1-ACC2-04CA43D6EDEE}"/>
    <dgm:cxn modelId="{5C54F2B4-BAF5-4D5C-BA38-E6F6C39A29F4}" srcId="{2D84A859-584F-4943-B54B-ED7C66BEC2C2}" destId="{EE11D22F-390C-4E73-9115-F8E03CC6C43C}" srcOrd="7" destOrd="0" parTransId="{FD62AC0E-6254-4941-B9B1-5601A73383E1}" sibTransId="{6989CB3B-C821-4C78-AA0D-3513A6DF4147}"/>
    <dgm:cxn modelId="{0FB0A0A4-E10D-4C59-BC09-90B2E85FFD74}" type="presOf" srcId="{D9F1928E-1DA7-4808-A1D6-C03A0F5BF185}" destId="{865E2C73-BFAB-4094-A34C-AC2EDE040E6F}" srcOrd="0" destOrd="7" presId="urn:microsoft.com/office/officeart/2005/8/layout/hList1"/>
    <dgm:cxn modelId="{93892AA7-A337-4DD0-8CC3-D69672DB8806}" srcId="{23076C2D-31F9-4706-AEF4-CEB89D2D80CC}" destId="{7B7EB601-0910-4A71-A2A3-112C1994DACF}" srcOrd="2" destOrd="0" parTransId="{85A9A5A0-28B4-4050-9826-D70CDCFD0648}" sibTransId="{1FB15C77-4BCF-44BE-A589-87791A5F9580}"/>
    <dgm:cxn modelId="{9EBA17CF-7F5E-4ECB-850F-8DF1E0ABEA31}" srcId="{68DF7852-B2EB-4C4A-A7C2-8ADE9B423313}" destId="{89E07750-5B9D-4113-A5D3-9F89B4BCBF4E}" srcOrd="0" destOrd="0" parTransId="{E05F98D8-B92E-4692-AAC1-336401A52E38}" sibTransId="{ACFB8D7F-FD63-4BE9-B3F5-177D3A0EEBBF}"/>
    <dgm:cxn modelId="{2A8C06AA-BE46-476E-BAF3-4433ADE9B4CC}" type="presOf" srcId="{BB48A23C-83BD-430B-8963-8B89CA1316AE}" destId="{E732ECA6-2509-49DA-AAE9-592DDF4CCB11}" srcOrd="0" destOrd="0" presId="urn:microsoft.com/office/officeart/2005/8/layout/hList1"/>
    <dgm:cxn modelId="{AA35750E-6BB6-4B90-9F7F-DD8186641034}" type="presOf" srcId="{D8722609-31D3-40EA-9FE8-4A881F8BFA9F}" destId="{A225169B-65E8-4749-82BE-E40C8B72268E}" srcOrd="0" destOrd="0" presId="urn:microsoft.com/office/officeart/2005/8/layout/hList1"/>
    <dgm:cxn modelId="{5061785C-AA0C-409B-9DC0-1206AAD6CFEF}" srcId="{F2FE8D3E-F9A5-4982-8F78-35D8C916A47F}" destId="{6CF454A5-1897-465E-9555-6F78D6152B8F}" srcOrd="1" destOrd="0" parTransId="{0B50F54F-0B68-485B-9DE9-3EDDA7D06614}" sibTransId="{73EF3616-0CA0-4ABC-A595-2A31FD18F2A5}"/>
    <dgm:cxn modelId="{1D6B84A0-6E53-47C3-A854-5C5768FD526E}" srcId="{2D84A859-584F-4943-B54B-ED7C66BEC2C2}" destId="{E88F26B2-BBC5-4147-822F-BCBD1F436E31}" srcOrd="3" destOrd="0" parTransId="{2B582023-ACCC-440F-8A9A-4DC77C9E5754}" sibTransId="{88DB580A-F1C8-467D-9FC9-215522D793A0}"/>
    <dgm:cxn modelId="{C56DE040-3C53-45B3-BD2D-57CFDD3CEFE7}" type="presOf" srcId="{BF1CC844-BC4B-422D-91F3-8DA7523F4317}" destId="{6B8A1F90-5729-4E2A-89CB-D4CE4E9364FD}" srcOrd="0" destOrd="2" presId="urn:microsoft.com/office/officeart/2005/8/layout/hList1"/>
    <dgm:cxn modelId="{AD675716-ADDB-4374-937E-7078D646A67A}" type="presOf" srcId="{391CB25D-EC62-486B-A701-D0A9CE7F182C}" destId="{81946786-B8FC-41F6-B2EB-8539C4F633EA}" srcOrd="0" destOrd="0" presId="urn:microsoft.com/office/officeart/2005/8/layout/hList1"/>
    <dgm:cxn modelId="{1A5CF583-D5D0-44C1-9A96-96D704FD037B}" srcId="{CDCCC1A6-0966-447E-9F9E-0D06E180CF17}" destId="{391CB25D-EC62-486B-A701-D0A9CE7F182C}" srcOrd="2" destOrd="0" parTransId="{B4DE80BD-126A-4589-B94A-8236AC765980}" sibTransId="{4FD49357-F04D-4794-A915-68EE899673BA}"/>
    <dgm:cxn modelId="{7412DA46-E9CF-481E-AC83-569AC6840913}" type="presOf" srcId="{BC832E3C-A1ED-4160-AC0B-87D6BB2EBAE8}" destId="{865E2C73-BFAB-4094-A34C-AC2EDE040E6F}" srcOrd="0" destOrd="1" presId="urn:microsoft.com/office/officeart/2005/8/layout/hList1"/>
    <dgm:cxn modelId="{55AC66B6-028F-4D9E-A78A-7A0E3E3D4B3A}" type="presOf" srcId="{22A2675D-9CC8-401B-807A-12B7103FAC90}" destId="{6B8A1F90-5729-4E2A-89CB-D4CE4E9364FD}" srcOrd="0" destOrd="5" presId="urn:microsoft.com/office/officeart/2005/8/layout/hList1"/>
    <dgm:cxn modelId="{C957F686-C762-4338-A387-3A888EA0F796}" srcId="{2D84A859-584F-4943-B54B-ED7C66BEC2C2}" destId="{1732BC20-1EF2-4914-B2CA-7830939623C3}" srcOrd="5" destOrd="0" parTransId="{45DD819D-89C6-4FC6-BD66-5B794C293C58}" sibTransId="{62CEEF9A-87CA-47FB-BD9C-9ADD8B2FAA39}"/>
    <dgm:cxn modelId="{0B48A7BE-5813-4717-A9D9-B879416FADDF}" srcId="{066865C5-D985-4A50-93BC-1FD3CFE5E970}" destId="{6261048D-2CC5-4830-A2E1-2017A10EEA06}" srcOrd="0" destOrd="0" parTransId="{FE38B2B1-27F2-4E4F-A993-C7E05AC4C33A}" sibTransId="{7067478C-17D5-42A4-B261-EEBCF97768B2}"/>
    <dgm:cxn modelId="{EF2B3C94-8137-46B7-A97F-A9744CB15745}" type="presOf" srcId="{5E500079-D9E3-472D-BBA9-E8EC094F1538}" destId="{865E2C73-BFAB-4094-A34C-AC2EDE040E6F}" srcOrd="0" destOrd="5" presId="urn:microsoft.com/office/officeart/2005/8/layout/hList1"/>
    <dgm:cxn modelId="{75C0651D-E277-444F-8A84-B54953462114}" srcId="{066865C5-D985-4A50-93BC-1FD3CFE5E970}" destId="{0D84E682-9CD4-48D3-B7C9-C55F69315308}" srcOrd="6" destOrd="0" parTransId="{E39A92B5-73AE-4076-A4FC-11520B5D8F1B}" sibTransId="{6A5DAFD0-E7B1-4F51-9780-4BC72150C41F}"/>
    <dgm:cxn modelId="{BEA22D98-99B4-4CC2-BF38-CBE820287940}" srcId="{391CB25D-EC62-486B-A701-D0A9CE7F182C}" destId="{0D46605F-A94E-437F-8EC6-ADC586FDCFFA}" srcOrd="2" destOrd="0" parTransId="{02D6FFA1-57CE-4187-BDEB-4EEBBE4FF5F8}" sibTransId="{97626CA7-7355-45EE-8847-345306FA1697}"/>
    <dgm:cxn modelId="{0520F170-E5D3-473D-86CB-E837FA7474D8}" type="presOf" srcId="{3DC7AE50-C21C-4824-BCCA-F18F2DA1AB82}" destId="{147DE35A-B088-4C65-951F-C5FFB8C421C8}" srcOrd="0" destOrd="3" presId="urn:microsoft.com/office/officeart/2005/8/layout/hList1"/>
    <dgm:cxn modelId="{C13B1F91-CDCE-485A-97D2-90D77FE728B0}" srcId="{CDCCC1A6-0966-447E-9F9E-0D06E180CF17}" destId="{D8722609-31D3-40EA-9FE8-4A881F8BFA9F}" srcOrd="6" destOrd="0" parTransId="{80084AE1-2E69-43FB-94F7-E3B93AA8EF13}" sibTransId="{A5D4EB9A-E133-4E9A-B524-A0D4077CF0C1}"/>
    <dgm:cxn modelId="{1F0D21E1-0E3F-406C-BB0B-01AC7F1FD8F6}" type="presOf" srcId="{0C2EA3E4-B13F-4919-AA5B-676341D7AE25}" destId="{E732ECA6-2509-49DA-AAE9-592DDF4CCB11}" srcOrd="0" destOrd="1" presId="urn:microsoft.com/office/officeart/2005/8/layout/hList1"/>
    <dgm:cxn modelId="{4820B36D-90D1-45DD-A7CA-08284AEC3BB1}" srcId="{D22FB4F4-CEE4-48CA-85D2-0F2B54434BE9}" destId="{8AC106C8-8CD3-46D7-8A57-C6F796F1CA1A}" srcOrd="1" destOrd="0" parTransId="{C55A9912-E566-49A3-93A0-19FE22F35215}" sibTransId="{F39ED707-5910-4821-A915-3A6E58258D9D}"/>
    <dgm:cxn modelId="{058F75E9-7EC6-4F48-AE4E-8348F031206D}" type="presOf" srcId="{6C590585-1726-4155-A7F3-9C9ADE835E2F}" destId="{DFF9E8C9-15A4-4D68-8F5C-A114AF933E6F}" srcOrd="0" destOrd="5" presId="urn:microsoft.com/office/officeart/2005/8/layout/hList1"/>
    <dgm:cxn modelId="{F4A2FB70-8C62-4B8C-B012-2391CC570108}" srcId="{CDCCC1A6-0966-447E-9F9E-0D06E180CF17}" destId="{2D84A859-584F-4943-B54B-ED7C66BEC2C2}" srcOrd="5" destOrd="0" parTransId="{9A3A57E1-42AF-49B0-A4F8-1F9AA1407FAA}" sibTransId="{8B8D9E33-069D-4BA0-AF03-4EF129E1BF13}"/>
    <dgm:cxn modelId="{22318536-ADA9-4D69-8B51-679260BFEAAC}" type="presOf" srcId="{1732BC20-1EF2-4914-B2CA-7830939623C3}" destId="{A3540208-437B-4CB7-B9D1-6BC90E2D5844}" srcOrd="0" destOrd="5" presId="urn:microsoft.com/office/officeart/2005/8/layout/hList1"/>
    <dgm:cxn modelId="{AEAE6948-C78E-435D-9397-5EB3A03F26AD}" srcId="{CDCCC1A6-0966-447E-9F9E-0D06E180CF17}" destId="{68DF7852-B2EB-4C4A-A7C2-8ADE9B423313}" srcOrd="4" destOrd="0" parTransId="{F4D8C96F-CF76-4628-9498-41FD6A4CD47A}" sibTransId="{001C0CF3-F340-4802-949E-A268B7F35205}"/>
    <dgm:cxn modelId="{19219F02-4AF4-41D9-9FBC-7E875EB70D7B}" srcId="{391CB25D-EC62-486B-A701-D0A9CE7F182C}" destId="{5E500079-D9E3-472D-BBA9-E8EC094F1538}" srcOrd="5" destOrd="0" parTransId="{D4E5F6BB-A794-4F96-BC74-56A0D6CD6197}" sibTransId="{D11AFAC6-0185-470C-A839-8C3A0FC2C155}"/>
    <dgm:cxn modelId="{BB103F6A-B448-439F-BFF6-A7A879565AE8}" type="presOf" srcId="{19781799-892A-471E-8A94-77B8FFF271CD}" destId="{865E2C73-BFAB-4094-A34C-AC2EDE040E6F}" srcOrd="0" destOrd="6" presId="urn:microsoft.com/office/officeart/2005/8/layout/hList1"/>
    <dgm:cxn modelId="{F669F87D-A8C3-47A2-9F33-E867B3AF5453}" srcId="{391CB25D-EC62-486B-A701-D0A9CE7F182C}" destId="{D9F1928E-1DA7-4808-A1D6-C03A0F5BF185}" srcOrd="7" destOrd="0" parTransId="{C36D10CD-0D75-4630-AF86-8E95574F366A}" sibTransId="{C7E3164B-A24C-4D32-9979-663E32E9F245}"/>
    <dgm:cxn modelId="{B18E9516-7936-4706-945D-13412D974C29}" type="presOf" srcId="{CD109F56-93B9-4395-969C-3D190A1877EE}" destId="{147DE35A-B088-4C65-951F-C5FFB8C421C8}" srcOrd="0" destOrd="4" presId="urn:microsoft.com/office/officeart/2005/8/layout/hList1"/>
    <dgm:cxn modelId="{D0C15AD2-6633-4BB0-AACA-669B83C02C04}" srcId="{391CB25D-EC62-486B-A701-D0A9CE7F182C}" destId="{E348A9F0-54E9-4FF0-8DA0-77DCBA72122B}" srcOrd="4" destOrd="0" parTransId="{A9F420D0-4619-48CD-840D-C3D375E69068}" sibTransId="{C6DB8675-A93E-4938-BBCB-66F71FDDF94A}"/>
    <dgm:cxn modelId="{FB41DEE3-750D-4623-9DF4-0128039C32D5}" srcId="{68DF7852-B2EB-4C4A-A7C2-8ADE9B423313}" destId="{A4D9E348-6E97-4BA4-BA09-DCC2741D0ED7}" srcOrd="1" destOrd="0" parTransId="{3E726E15-F8D4-4097-B5ED-9AD84E23EF4D}" sibTransId="{902686EE-D2D7-44B5-9408-106055DAFEBF}"/>
    <dgm:cxn modelId="{9059AD0B-D84C-4830-B0B5-BFC21CEBF4D1}" srcId="{2D84A859-584F-4943-B54B-ED7C66BEC2C2}" destId="{21277D9C-D5C3-44D7-9B7F-9CCDDC98257F}" srcOrd="2" destOrd="0" parTransId="{0F3454BA-042F-4150-9558-D330A3F0C22D}" sibTransId="{779A136F-63A7-4C69-892C-6ED82566CCB0}"/>
    <dgm:cxn modelId="{8389457F-E375-4CEF-B3D3-E16689F95AC7}" srcId="{F2FE8D3E-F9A5-4982-8F78-35D8C916A47F}" destId="{C48A3ADE-64A8-41DB-AAB0-30B938A299A9}" srcOrd="0" destOrd="0" parTransId="{F2F1461C-807D-4ECB-AE93-11BE180C7758}" sibTransId="{F112EA08-D987-4870-B970-825BECB5C406}"/>
    <dgm:cxn modelId="{3301C039-5473-495D-8286-533C14994FF7}" srcId="{066865C5-D985-4A50-93BC-1FD3CFE5E970}" destId="{22A2675D-9CC8-401B-807A-12B7103FAC90}" srcOrd="5" destOrd="0" parTransId="{E327FA16-789C-44E5-B006-D4F4F8193DEC}" sibTransId="{6FC5392E-7192-4F4A-8FDA-75CAE39E129B}"/>
    <dgm:cxn modelId="{70BC6114-2B74-49C9-9C2A-4D4E0AA1E0CD}" srcId="{D22FB4F4-CEE4-48CA-85D2-0F2B54434BE9}" destId="{BD83087A-CEF9-4CDE-A459-DEDD703B91FF}" srcOrd="0" destOrd="0" parTransId="{D0768CA0-C144-408F-B501-946B9F7D4D38}" sibTransId="{731CD153-D9FD-48E1-9B5E-A2E543486FC7}"/>
    <dgm:cxn modelId="{4D57794A-3B6A-4636-A008-53FABEFF9E95}" type="presOf" srcId="{0D46605F-A94E-437F-8EC6-ADC586FDCFFA}" destId="{865E2C73-BFAB-4094-A34C-AC2EDE040E6F}" srcOrd="0" destOrd="2" presId="urn:microsoft.com/office/officeart/2005/8/layout/hList1"/>
    <dgm:cxn modelId="{88DE2F12-AF42-4B0B-8A8E-DA5990533C8B}" type="presOf" srcId="{7B7EB601-0910-4A71-A2A3-112C1994DACF}" destId="{14058D68-FB83-4172-AEFE-06E41170AE94}" srcOrd="0" destOrd="2" presId="urn:microsoft.com/office/officeart/2005/8/layout/hList1"/>
    <dgm:cxn modelId="{1C61C7C2-A725-46F3-AB97-255C31AB85A5}" type="presOf" srcId="{FA09495E-0708-4A7F-973D-F1ED54786925}" destId="{14058D68-FB83-4172-AEFE-06E41170AE94}" srcOrd="0" destOrd="0" presId="urn:microsoft.com/office/officeart/2005/8/layout/hList1"/>
    <dgm:cxn modelId="{B099F14F-27A7-4CF5-BE02-6D8A5E28DD22}" srcId="{23076C2D-31F9-4706-AEF4-CEB89D2D80CC}" destId="{FA09495E-0708-4A7F-973D-F1ED54786925}" srcOrd="0" destOrd="0" parTransId="{54CC5093-5E97-473F-A964-D8699D96302B}" sibTransId="{37E717C7-C5CA-4B45-88D6-DFA7BB27AE3C}"/>
    <dgm:cxn modelId="{D79BCD2D-DD1D-45DD-B06F-0AE3B14F9A9E}" type="presOf" srcId="{21277D9C-D5C3-44D7-9B7F-9CCDDC98257F}" destId="{A3540208-437B-4CB7-B9D1-6BC90E2D5844}" srcOrd="0" destOrd="2" presId="urn:microsoft.com/office/officeart/2005/8/layout/hList1"/>
    <dgm:cxn modelId="{499F50FC-1921-4D3B-8CF5-4F523A4362E9}" type="presOf" srcId="{E88F26B2-BBC5-4147-822F-BCBD1F436E31}" destId="{A3540208-437B-4CB7-B9D1-6BC90E2D5844}" srcOrd="0" destOrd="3" presId="urn:microsoft.com/office/officeart/2005/8/layout/hList1"/>
    <dgm:cxn modelId="{5ECA7063-AE1E-47D2-8B58-F7A27360057A}" type="presOf" srcId="{89E07750-5B9D-4113-A5D3-9F89B4BCBF4E}" destId="{147DE35A-B088-4C65-951F-C5FFB8C421C8}" srcOrd="0" destOrd="0" presId="urn:microsoft.com/office/officeart/2005/8/layout/hList1"/>
    <dgm:cxn modelId="{C21C387E-37A1-4BDA-8A9C-0E90A3EF69A7}" srcId="{2D84A859-584F-4943-B54B-ED7C66BEC2C2}" destId="{AE125905-D3DB-4CB5-B5F1-4848C27E6EB9}" srcOrd="6" destOrd="0" parTransId="{FB947567-A5C6-44F8-88B5-140941CACA41}" sibTransId="{C092A54E-99EF-4AF0-AC5B-3239573F71F7}"/>
    <dgm:cxn modelId="{C9939EF1-77F9-4F2C-9CF6-73981A796C6B}" srcId="{D22FB4F4-CEE4-48CA-85D2-0F2B54434BE9}" destId="{A9474DD8-A573-4C1E-8EA0-304CC80991C9}" srcOrd="3" destOrd="0" parTransId="{3FC669EE-626A-465C-94F3-5036A1500262}" sibTransId="{BD32E3C9-DBA2-47BC-8511-0325099AAD00}"/>
    <dgm:cxn modelId="{DAE9A590-99E5-4E33-AEF7-987C162C84C5}" type="presOf" srcId="{352D0174-CA13-41E7-9562-7E2FA79DE0CF}" destId="{6B8A1F90-5729-4E2A-89CB-D4CE4E9364FD}" srcOrd="0" destOrd="3" presId="urn:microsoft.com/office/officeart/2005/8/layout/hList1"/>
    <dgm:cxn modelId="{8E62E9AF-46C6-44A3-B4E3-9C13DE2F3BE7}" srcId="{68DF7852-B2EB-4C4A-A7C2-8ADE9B423313}" destId="{9C5B033E-B3E1-4CBF-966F-FA29B23AB86E}" srcOrd="2" destOrd="0" parTransId="{4B38096D-4CEA-4485-AAFD-1CF5C339FCB8}" sibTransId="{618B672E-01DB-40AE-87D2-079330355835}"/>
    <dgm:cxn modelId="{E82E1512-4FDC-43C4-8E35-77C6AB44F855}" type="presOf" srcId="{A8889601-DE38-485E-B817-D42453976221}" destId="{DFF9E8C9-15A4-4D68-8F5C-A114AF933E6F}" srcOrd="0" destOrd="2" presId="urn:microsoft.com/office/officeart/2005/8/layout/hList1"/>
    <dgm:cxn modelId="{90C3EC04-DD0D-425A-B0B0-6A97B133D849}" type="presOf" srcId="{066865C5-D985-4A50-93BC-1FD3CFE5E970}" destId="{4A3C6E48-E44C-4A21-AEB9-407D4BDB1880}" srcOrd="0" destOrd="0" presId="urn:microsoft.com/office/officeart/2005/8/layout/hList1"/>
    <dgm:cxn modelId="{1EF4BEE9-BAFC-4843-A327-70BF80783E61}" type="presParOf" srcId="{5835726F-3F14-4C91-B3D8-38905C0404B4}" destId="{BDBF033E-33B0-444C-8D53-C82DE0939BD9}" srcOrd="0" destOrd="0" presId="urn:microsoft.com/office/officeart/2005/8/layout/hList1"/>
    <dgm:cxn modelId="{76795737-5424-4E0E-B7E9-4BE9016776F1}" type="presParOf" srcId="{BDBF033E-33B0-444C-8D53-C82DE0939BD9}" destId="{3590488F-E39B-4BCA-A983-02EC5512A624}" srcOrd="0" destOrd="0" presId="urn:microsoft.com/office/officeart/2005/8/layout/hList1"/>
    <dgm:cxn modelId="{7F7C6EBC-2CC8-4F75-B297-878D6661ADDB}" type="presParOf" srcId="{BDBF033E-33B0-444C-8D53-C82DE0939BD9}" destId="{5A8C57A9-30A6-413B-8BC5-84F8125EB430}" srcOrd="1" destOrd="0" presId="urn:microsoft.com/office/officeart/2005/8/layout/hList1"/>
    <dgm:cxn modelId="{599348DF-6A4A-4346-A800-1A124FECBEA4}" type="presParOf" srcId="{5835726F-3F14-4C91-B3D8-38905C0404B4}" destId="{165766D4-8E12-4302-8240-00E420FCC8A4}" srcOrd="1" destOrd="0" presId="urn:microsoft.com/office/officeart/2005/8/layout/hList1"/>
    <dgm:cxn modelId="{802A0B54-F02F-48BB-A655-0171DC7D86DB}" type="presParOf" srcId="{5835726F-3F14-4C91-B3D8-38905C0404B4}" destId="{079BB13D-49B2-431C-910F-B6F327867FA7}" srcOrd="2" destOrd="0" presId="urn:microsoft.com/office/officeart/2005/8/layout/hList1"/>
    <dgm:cxn modelId="{11E06EE4-CEAA-4A69-B4F9-A22B39845074}" type="presParOf" srcId="{079BB13D-49B2-431C-910F-B6F327867FA7}" destId="{ADE219C3-7554-46A7-9B78-4A48C3517E19}" srcOrd="0" destOrd="0" presId="urn:microsoft.com/office/officeart/2005/8/layout/hList1"/>
    <dgm:cxn modelId="{32E635F6-13B8-4644-A2FF-D44ED4782FAA}" type="presParOf" srcId="{079BB13D-49B2-431C-910F-B6F327867FA7}" destId="{DFF9E8C9-15A4-4D68-8F5C-A114AF933E6F}" srcOrd="1" destOrd="0" presId="urn:microsoft.com/office/officeart/2005/8/layout/hList1"/>
    <dgm:cxn modelId="{87A1BF20-0398-44A8-A6A4-0B58F09BC51B}" type="presParOf" srcId="{5835726F-3F14-4C91-B3D8-38905C0404B4}" destId="{2DF149AE-DF62-4803-A608-C94C8B6EF9D9}" srcOrd="3" destOrd="0" presId="urn:microsoft.com/office/officeart/2005/8/layout/hList1"/>
    <dgm:cxn modelId="{DC8B54B1-26D9-4144-A7FC-6E74C9A58687}" type="presParOf" srcId="{5835726F-3F14-4C91-B3D8-38905C0404B4}" destId="{F3C8D770-8220-449C-B64E-990B5909BF37}" srcOrd="4" destOrd="0" presId="urn:microsoft.com/office/officeart/2005/8/layout/hList1"/>
    <dgm:cxn modelId="{A334FDF3-0ACB-4D43-97A3-ED0EC2F46590}" type="presParOf" srcId="{F3C8D770-8220-449C-B64E-990B5909BF37}" destId="{81946786-B8FC-41F6-B2EB-8539C4F633EA}" srcOrd="0" destOrd="0" presId="urn:microsoft.com/office/officeart/2005/8/layout/hList1"/>
    <dgm:cxn modelId="{6257F4C9-BEAF-4EC2-A25E-F9790C65CD7A}" type="presParOf" srcId="{F3C8D770-8220-449C-B64E-990B5909BF37}" destId="{865E2C73-BFAB-4094-A34C-AC2EDE040E6F}" srcOrd="1" destOrd="0" presId="urn:microsoft.com/office/officeart/2005/8/layout/hList1"/>
    <dgm:cxn modelId="{11FA2ECA-43CF-4795-8DBF-541FE3A91392}" type="presParOf" srcId="{5835726F-3F14-4C91-B3D8-38905C0404B4}" destId="{9E95CA65-66AA-4F07-82E8-1193BB72EEB1}" srcOrd="5" destOrd="0" presId="urn:microsoft.com/office/officeart/2005/8/layout/hList1"/>
    <dgm:cxn modelId="{77D6D16C-0C9B-4232-85E0-764032BC0EEB}" type="presParOf" srcId="{5835726F-3F14-4C91-B3D8-38905C0404B4}" destId="{FDFC6B53-9A40-4DF4-8D7B-B5D25E81A776}" srcOrd="6" destOrd="0" presId="urn:microsoft.com/office/officeart/2005/8/layout/hList1"/>
    <dgm:cxn modelId="{1466EDA6-4C77-415F-809E-9ED56C49BC8E}" type="presParOf" srcId="{FDFC6B53-9A40-4DF4-8D7B-B5D25E81A776}" destId="{4A3C6E48-E44C-4A21-AEB9-407D4BDB1880}" srcOrd="0" destOrd="0" presId="urn:microsoft.com/office/officeart/2005/8/layout/hList1"/>
    <dgm:cxn modelId="{92878212-E283-4495-BEE4-55C37F241F2E}" type="presParOf" srcId="{FDFC6B53-9A40-4DF4-8D7B-B5D25E81A776}" destId="{6B8A1F90-5729-4E2A-89CB-D4CE4E9364FD}" srcOrd="1" destOrd="0" presId="urn:microsoft.com/office/officeart/2005/8/layout/hList1"/>
    <dgm:cxn modelId="{AC177172-FD8F-4827-83C6-4BE61FD71EC8}" type="presParOf" srcId="{5835726F-3F14-4C91-B3D8-38905C0404B4}" destId="{61CE2240-8990-4ACF-9484-58CC7AC391A9}" srcOrd="7" destOrd="0" presId="urn:microsoft.com/office/officeart/2005/8/layout/hList1"/>
    <dgm:cxn modelId="{728DD388-2573-4187-88E3-D0559BD76FE0}" type="presParOf" srcId="{5835726F-3F14-4C91-B3D8-38905C0404B4}" destId="{96137CAD-253C-4B40-9FF4-31E1DE87D83D}" srcOrd="8" destOrd="0" presId="urn:microsoft.com/office/officeart/2005/8/layout/hList1"/>
    <dgm:cxn modelId="{04558612-6E97-418F-AE8A-BFB56CB66D73}" type="presParOf" srcId="{96137CAD-253C-4B40-9FF4-31E1DE87D83D}" destId="{2234FBDD-4CD5-48CE-9A69-F071E9B592EA}" srcOrd="0" destOrd="0" presId="urn:microsoft.com/office/officeart/2005/8/layout/hList1"/>
    <dgm:cxn modelId="{480EDD69-CC4E-4604-B709-B25E21251323}" type="presParOf" srcId="{96137CAD-253C-4B40-9FF4-31E1DE87D83D}" destId="{147DE35A-B088-4C65-951F-C5FFB8C421C8}" srcOrd="1" destOrd="0" presId="urn:microsoft.com/office/officeart/2005/8/layout/hList1"/>
    <dgm:cxn modelId="{A1F8DB3C-6D2C-448C-937C-745FA26352AE}" type="presParOf" srcId="{5835726F-3F14-4C91-B3D8-38905C0404B4}" destId="{A9AED0FF-FBED-45AD-8631-A4B26098070E}" srcOrd="9" destOrd="0" presId="urn:microsoft.com/office/officeart/2005/8/layout/hList1"/>
    <dgm:cxn modelId="{20024AC4-7F5F-41EB-A2A9-100D334D0670}" type="presParOf" srcId="{5835726F-3F14-4C91-B3D8-38905C0404B4}" destId="{492EB9FD-1BD3-4CDB-9AEC-40D9C992F0BD}" srcOrd="10" destOrd="0" presId="urn:microsoft.com/office/officeart/2005/8/layout/hList1"/>
    <dgm:cxn modelId="{41F7E981-4981-436A-922D-21DEFF635EE4}" type="presParOf" srcId="{492EB9FD-1BD3-4CDB-9AEC-40D9C992F0BD}" destId="{26885A45-0185-4333-A920-6F044D6987A4}" srcOrd="0" destOrd="0" presId="urn:microsoft.com/office/officeart/2005/8/layout/hList1"/>
    <dgm:cxn modelId="{05AE4A30-D0C1-4029-A02D-E294E37618F0}" type="presParOf" srcId="{492EB9FD-1BD3-4CDB-9AEC-40D9C992F0BD}" destId="{A3540208-437B-4CB7-B9D1-6BC90E2D5844}" srcOrd="1" destOrd="0" presId="urn:microsoft.com/office/officeart/2005/8/layout/hList1"/>
    <dgm:cxn modelId="{CE3411BF-D119-4D15-8827-8549AF315C4B}" type="presParOf" srcId="{5835726F-3F14-4C91-B3D8-38905C0404B4}" destId="{0E1EDD06-8287-4A9F-A434-6E5868016F33}" srcOrd="11" destOrd="0" presId="urn:microsoft.com/office/officeart/2005/8/layout/hList1"/>
    <dgm:cxn modelId="{E395392B-4AAA-410F-93EE-54591DD00DAD}" type="presParOf" srcId="{5835726F-3F14-4C91-B3D8-38905C0404B4}" destId="{E73D89B3-5783-45BF-8448-815E30056998}" srcOrd="12" destOrd="0" presId="urn:microsoft.com/office/officeart/2005/8/layout/hList1"/>
    <dgm:cxn modelId="{EFF39E06-6BEF-453C-A454-65D5E84A8413}" type="presParOf" srcId="{E73D89B3-5783-45BF-8448-815E30056998}" destId="{A225169B-65E8-4749-82BE-E40C8B72268E}" srcOrd="0" destOrd="0" presId="urn:microsoft.com/office/officeart/2005/8/layout/hList1"/>
    <dgm:cxn modelId="{B0C8D7E3-536C-40BC-8CC6-1D8F3CEC9C02}" type="presParOf" srcId="{E73D89B3-5783-45BF-8448-815E30056998}" destId="{E732ECA6-2509-49DA-AAE9-592DDF4CCB11}" srcOrd="1" destOrd="0" presId="urn:microsoft.com/office/officeart/2005/8/layout/hList1"/>
    <dgm:cxn modelId="{18325DD4-0D9C-4D98-A5F7-C2E8FA4FFD96}" type="presParOf" srcId="{5835726F-3F14-4C91-B3D8-38905C0404B4}" destId="{C1C24D3F-088F-438D-9C01-4D8ACE2A1EEB}" srcOrd="13" destOrd="0" presId="urn:microsoft.com/office/officeart/2005/8/layout/hList1"/>
    <dgm:cxn modelId="{87013C95-0B5A-49E0-9473-ADE82CD1014B}" type="presParOf" srcId="{5835726F-3F14-4C91-B3D8-38905C0404B4}" destId="{5848CC8E-DC9B-4A81-ABF0-BEC7E36D1CD6}" srcOrd="14" destOrd="0" presId="urn:microsoft.com/office/officeart/2005/8/layout/hList1"/>
    <dgm:cxn modelId="{8976CCDD-121B-4692-8EEA-386836CE50E3}" type="presParOf" srcId="{5848CC8E-DC9B-4A81-ABF0-BEC7E36D1CD6}" destId="{974799C3-F750-469E-8924-90BE220E1382}" srcOrd="0" destOrd="0" presId="urn:microsoft.com/office/officeart/2005/8/layout/hList1"/>
    <dgm:cxn modelId="{83DEF7FF-E718-4B53-AA87-55CC9BE2E2C1}" type="presParOf" srcId="{5848CC8E-DC9B-4A81-ABF0-BEC7E36D1CD6}" destId="{14058D68-FB83-4172-AEFE-06E41170AE9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DCCC1A6-0966-447E-9F9E-0D06E180CF17}" type="doc">
      <dgm:prSet loTypeId="urn:microsoft.com/office/officeart/2005/8/layout/h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9909B66-6830-4A6E-890C-BAC252521982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800" dirty="0" err="1" smtClean="0"/>
            <a:t>Last_updated</a:t>
          </a:r>
          <a:endParaRPr lang="en-US" sz="1800" dirty="0"/>
        </a:p>
      </dgm:t>
    </dgm:pt>
    <dgm:pt modelId="{2B632799-6862-4599-BD63-4BA2BD234FD8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800" dirty="0" smtClean="0"/>
            <a:t>Producer</a:t>
          </a:r>
          <a:endParaRPr lang="en-US" sz="1800" dirty="0"/>
        </a:p>
      </dgm:t>
    </dgm:pt>
    <dgm:pt modelId="{0166181E-D113-46CB-8CB3-21397575BD95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800" dirty="0" err="1" smtClean="0"/>
            <a:t>Music_director</a:t>
          </a:r>
          <a:endParaRPr lang="en-US" sz="1800" dirty="0"/>
        </a:p>
      </dgm:t>
    </dgm:pt>
    <dgm:pt modelId="{FDD2C563-3856-4A32-854B-39C31630B8D5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800" dirty="0" smtClean="0"/>
            <a:t>Director</a:t>
          </a:r>
          <a:endParaRPr lang="en-US" sz="1800" dirty="0"/>
        </a:p>
      </dgm:t>
    </dgm:pt>
    <dgm:pt modelId="{EA637CE7-48EE-4D24-B4E5-CCF28D4C6C33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800" dirty="0" err="1" smtClean="0"/>
            <a:t>Second_actress</a:t>
          </a:r>
          <a:endParaRPr lang="en-US" sz="1800" dirty="0"/>
        </a:p>
      </dgm:t>
    </dgm:pt>
    <dgm:pt modelId="{D3BA3F02-5884-45A1-BC14-E9703CDDA9FA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800" dirty="0" err="1" smtClean="0"/>
            <a:t>First_actress</a:t>
          </a:r>
          <a:endParaRPr lang="en-US" sz="1800" dirty="0"/>
        </a:p>
      </dgm:t>
    </dgm:pt>
    <dgm:pt modelId="{08D2738E-5E56-41CF-9044-657436549141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800" dirty="0" err="1" smtClean="0"/>
            <a:t>Second_actor</a:t>
          </a:r>
          <a:endParaRPr lang="en-US" sz="1800" dirty="0"/>
        </a:p>
      </dgm:t>
    </dgm:pt>
    <dgm:pt modelId="{771B2592-00FD-4F3C-9F04-12113A932C3F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800" dirty="0" err="1" smtClean="0"/>
            <a:t>First_actor</a:t>
          </a:r>
          <a:endParaRPr lang="en-US" sz="1800" dirty="0"/>
        </a:p>
      </dgm:t>
    </dgm:pt>
    <dgm:pt modelId="{0D521231-F330-408E-AACD-4DEF0D85A40D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800" dirty="0" err="1" smtClean="0"/>
            <a:t>Event_id</a:t>
          </a:r>
          <a:endParaRPr lang="en-US" sz="1800" dirty="0"/>
        </a:p>
      </dgm:t>
    </dgm:pt>
    <dgm:pt modelId="{ED7A98CE-6E8E-43C4-996C-9574110C36C0}">
      <dgm:prSet custT="1"/>
      <dgm:spPr>
        <a:solidFill>
          <a:srgbClr val="C00000"/>
        </a:solidFill>
      </dgm:spPr>
      <dgm:t>
        <a:bodyPr/>
        <a:lstStyle/>
        <a:p>
          <a:r>
            <a:rPr lang="en-US" sz="2000" dirty="0" smtClean="0"/>
            <a:t>Movie</a:t>
          </a:r>
          <a:endParaRPr lang="en-US" sz="2000" dirty="0"/>
        </a:p>
      </dgm:t>
    </dgm:pt>
    <dgm:pt modelId="{0E840BAB-2E32-4628-BE0D-074420BBB835}" type="sibTrans" cxnId="{5E7CC3B9-A62B-4639-8A84-D66A9078C397}">
      <dgm:prSet/>
      <dgm:spPr/>
      <dgm:t>
        <a:bodyPr/>
        <a:lstStyle/>
        <a:p>
          <a:endParaRPr lang="en-US"/>
        </a:p>
      </dgm:t>
    </dgm:pt>
    <dgm:pt modelId="{B1D26887-2BB9-449B-A9DB-D50AD17A457E}" type="parTrans" cxnId="{5E7CC3B9-A62B-4639-8A84-D66A9078C397}">
      <dgm:prSet/>
      <dgm:spPr/>
      <dgm:t>
        <a:bodyPr/>
        <a:lstStyle/>
        <a:p>
          <a:endParaRPr lang="en-US"/>
        </a:p>
      </dgm:t>
    </dgm:pt>
    <dgm:pt modelId="{7C775A4D-036D-483B-B11F-795004351AF2}" type="sibTrans" cxnId="{4870B395-287E-4778-9B13-7F76230AC59A}">
      <dgm:prSet/>
      <dgm:spPr/>
      <dgm:t>
        <a:bodyPr/>
        <a:lstStyle/>
        <a:p>
          <a:endParaRPr lang="en-US"/>
        </a:p>
      </dgm:t>
    </dgm:pt>
    <dgm:pt modelId="{38D71002-0331-42BD-BDA4-899CE47F1BA5}" type="parTrans" cxnId="{4870B395-287E-4778-9B13-7F76230AC59A}">
      <dgm:prSet/>
      <dgm:spPr/>
      <dgm:t>
        <a:bodyPr/>
        <a:lstStyle/>
        <a:p>
          <a:endParaRPr lang="en-US"/>
        </a:p>
      </dgm:t>
    </dgm:pt>
    <dgm:pt modelId="{CE206F6D-50B6-4DD2-8699-10C366663120}" type="sibTrans" cxnId="{4DC946AB-7DC3-4146-A1DA-65615B58A244}">
      <dgm:prSet/>
      <dgm:spPr/>
      <dgm:t>
        <a:bodyPr/>
        <a:lstStyle/>
        <a:p>
          <a:endParaRPr lang="en-US"/>
        </a:p>
      </dgm:t>
    </dgm:pt>
    <dgm:pt modelId="{76FA8226-197C-4CB0-8A72-993063FCD107}" type="parTrans" cxnId="{4DC946AB-7DC3-4146-A1DA-65615B58A244}">
      <dgm:prSet/>
      <dgm:spPr/>
      <dgm:t>
        <a:bodyPr/>
        <a:lstStyle/>
        <a:p>
          <a:endParaRPr lang="en-US"/>
        </a:p>
      </dgm:t>
    </dgm:pt>
    <dgm:pt modelId="{151DE609-F9D3-4C31-937B-8CF796D57544}" type="sibTrans" cxnId="{A946A1AF-5FEC-48DB-A093-17E847DE4785}">
      <dgm:prSet/>
      <dgm:spPr/>
      <dgm:t>
        <a:bodyPr/>
        <a:lstStyle/>
        <a:p>
          <a:endParaRPr lang="en-US"/>
        </a:p>
      </dgm:t>
    </dgm:pt>
    <dgm:pt modelId="{AED1AE10-3BC9-41AE-9CE1-C03552D74C77}" type="parTrans" cxnId="{A946A1AF-5FEC-48DB-A093-17E847DE4785}">
      <dgm:prSet/>
      <dgm:spPr/>
      <dgm:t>
        <a:bodyPr/>
        <a:lstStyle/>
        <a:p>
          <a:endParaRPr lang="en-US"/>
        </a:p>
      </dgm:t>
    </dgm:pt>
    <dgm:pt modelId="{5B8BD5F2-B7AD-491A-860C-74994BCD4038}" type="sibTrans" cxnId="{B413F2CC-C55C-4069-9D44-3EA8FD49FCC9}">
      <dgm:prSet/>
      <dgm:spPr/>
      <dgm:t>
        <a:bodyPr/>
        <a:lstStyle/>
        <a:p>
          <a:endParaRPr lang="en-US"/>
        </a:p>
      </dgm:t>
    </dgm:pt>
    <dgm:pt modelId="{31CDA793-7D89-49BE-9D81-E65EDCAFAAAD}" type="parTrans" cxnId="{B413F2CC-C55C-4069-9D44-3EA8FD49FCC9}">
      <dgm:prSet/>
      <dgm:spPr/>
      <dgm:t>
        <a:bodyPr/>
        <a:lstStyle/>
        <a:p>
          <a:endParaRPr lang="en-US"/>
        </a:p>
      </dgm:t>
    </dgm:pt>
    <dgm:pt modelId="{8F8C4AED-A7AF-4444-B381-ABB6F01477C0}" type="sibTrans" cxnId="{2BBE3276-EB40-4C61-8607-05F132C59E27}">
      <dgm:prSet/>
      <dgm:spPr/>
      <dgm:t>
        <a:bodyPr/>
        <a:lstStyle/>
        <a:p>
          <a:endParaRPr lang="en-US"/>
        </a:p>
      </dgm:t>
    </dgm:pt>
    <dgm:pt modelId="{970843E8-6455-429C-8DAD-A48A724674EF}" type="parTrans" cxnId="{2BBE3276-EB40-4C61-8607-05F132C59E27}">
      <dgm:prSet/>
      <dgm:spPr/>
      <dgm:t>
        <a:bodyPr/>
        <a:lstStyle/>
        <a:p>
          <a:endParaRPr lang="en-US"/>
        </a:p>
      </dgm:t>
    </dgm:pt>
    <dgm:pt modelId="{16A579D5-FCC4-4884-97DC-19CC2D2AB81F}" type="sibTrans" cxnId="{97D83A2D-D0DE-4AFD-8E98-AF62595154C8}">
      <dgm:prSet/>
      <dgm:spPr/>
      <dgm:t>
        <a:bodyPr/>
        <a:lstStyle/>
        <a:p>
          <a:endParaRPr lang="en-US"/>
        </a:p>
      </dgm:t>
    </dgm:pt>
    <dgm:pt modelId="{F2BB00D2-0C70-4F57-9C20-723917650CBA}" type="parTrans" cxnId="{97D83A2D-D0DE-4AFD-8E98-AF62595154C8}">
      <dgm:prSet/>
      <dgm:spPr/>
      <dgm:t>
        <a:bodyPr/>
        <a:lstStyle/>
        <a:p>
          <a:endParaRPr lang="en-US"/>
        </a:p>
      </dgm:t>
    </dgm:pt>
    <dgm:pt modelId="{5B3ABCCD-3706-4995-A7D7-1EF1DA407CAB}" type="sibTrans" cxnId="{56A225AC-741D-4AF1-8886-E0BD4F74110D}">
      <dgm:prSet/>
      <dgm:spPr/>
      <dgm:t>
        <a:bodyPr/>
        <a:lstStyle/>
        <a:p>
          <a:endParaRPr lang="en-US"/>
        </a:p>
      </dgm:t>
    </dgm:pt>
    <dgm:pt modelId="{29294062-9E47-41C1-BBE9-CEA62DCF7F15}" type="parTrans" cxnId="{56A225AC-741D-4AF1-8886-E0BD4F74110D}">
      <dgm:prSet/>
      <dgm:spPr/>
      <dgm:t>
        <a:bodyPr/>
        <a:lstStyle/>
        <a:p>
          <a:endParaRPr lang="en-US"/>
        </a:p>
      </dgm:t>
    </dgm:pt>
    <dgm:pt modelId="{7CD32813-5E83-45AB-B2F8-07F9F935EB47}" type="sibTrans" cxnId="{10673796-3249-44AA-9414-48DB40A1EEBD}">
      <dgm:prSet/>
      <dgm:spPr/>
      <dgm:t>
        <a:bodyPr/>
        <a:lstStyle/>
        <a:p>
          <a:endParaRPr lang="en-US"/>
        </a:p>
      </dgm:t>
    </dgm:pt>
    <dgm:pt modelId="{5E86B8EB-BD75-45B3-9C56-BF47F15AAB55}" type="parTrans" cxnId="{10673796-3249-44AA-9414-48DB40A1EEBD}">
      <dgm:prSet/>
      <dgm:spPr/>
      <dgm:t>
        <a:bodyPr/>
        <a:lstStyle/>
        <a:p>
          <a:endParaRPr lang="en-US"/>
        </a:p>
      </dgm:t>
    </dgm:pt>
    <dgm:pt modelId="{46129639-226F-4928-AA7E-032B622DA4A3}" type="sibTrans" cxnId="{5975329A-795A-4A94-93E4-B87390313E17}">
      <dgm:prSet/>
      <dgm:spPr/>
      <dgm:t>
        <a:bodyPr/>
        <a:lstStyle/>
        <a:p>
          <a:endParaRPr lang="en-US"/>
        </a:p>
      </dgm:t>
    </dgm:pt>
    <dgm:pt modelId="{67434C73-1DFD-43BC-AE7C-F6BABEA8863A}" type="parTrans" cxnId="{5975329A-795A-4A94-93E4-B87390313E17}">
      <dgm:prSet/>
      <dgm:spPr/>
      <dgm:t>
        <a:bodyPr/>
        <a:lstStyle/>
        <a:p>
          <a:endParaRPr lang="en-US"/>
        </a:p>
      </dgm:t>
    </dgm:pt>
    <dgm:pt modelId="{C48A3ADE-64A8-41DB-AAB0-30B938A299A9}">
      <dgm:prSet phldrT="[Text]"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800" dirty="0" err="1" smtClean="0"/>
            <a:t>address_id</a:t>
          </a:r>
          <a:endParaRPr lang="en-US" sz="1800" dirty="0"/>
        </a:p>
      </dgm:t>
    </dgm:pt>
    <dgm:pt modelId="{F2FE8D3E-F9A5-4982-8F78-35D8C916A47F}">
      <dgm:prSet phldrT="[Text]" custT="1"/>
      <dgm:spPr>
        <a:solidFill>
          <a:srgbClr val="CC0000"/>
        </a:solidFill>
        <a:ln>
          <a:solidFill>
            <a:srgbClr val="CC0000"/>
          </a:solidFill>
        </a:ln>
      </dgm:spPr>
      <dgm:t>
        <a:bodyPr/>
        <a:lstStyle/>
        <a:p>
          <a:r>
            <a:rPr lang="en-US" sz="2800" dirty="0" smtClean="0"/>
            <a:t>Address </a:t>
          </a:r>
          <a:endParaRPr lang="en-US" sz="2800" dirty="0"/>
        </a:p>
      </dgm:t>
    </dgm:pt>
    <dgm:pt modelId="{2FB8DD56-0045-4CC8-83D8-99CA02036076}" type="sibTrans" cxnId="{4777DE42-A60F-40A8-AC58-5F0A2FA497F7}">
      <dgm:prSet/>
      <dgm:spPr/>
      <dgm:t>
        <a:bodyPr/>
        <a:lstStyle/>
        <a:p>
          <a:endParaRPr lang="en-US" sz="2000"/>
        </a:p>
      </dgm:t>
    </dgm:pt>
    <dgm:pt modelId="{3B8A4170-11E9-4BAD-9ECF-DB765427B34F}" type="parTrans" cxnId="{4777DE42-A60F-40A8-AC58-5F0A2FA497F7}">
      <dgm:prSet/>
      <dgm:spPr/>
      <dgm:t>
        <a:bodyPr/>
        <a:lstStyle/>
        <a:p>
          <a:endParaRPr lang="en-US" sz="2000"/>
        </a:p>
      </dgm:t>
    </dgm:pt>
    <dgm:pt modelId="{F112EA08-D987-4870-B970-825BECB5C406}" type="sibTrans" cxnId="{8389457F-E375-4CEF-B3D3-E16689F95AC7}">
      <dgm:prSet/>
      <dgm:spPr/>
      <dgm:t>
        <a:bodyPr/>
        <a:lstStyle/>
        <a:p>
          <a:endParaRPr lang="en-US" sz="2000"/>
        </a:p>
      </dgm:t>
    </dgm:pt>
    <dgm:pt modelId="{F2F1461C-807D-4ECB-AE93-11BE180C7758}" type="parTrans" cxnId="{8389457F-E375-4CEF-B3D3-E16689F95AC7}">
      <dgm:prSet/>
      <dgm:spPr/>
      <dgm:t>
        <a:bodyPr/>
        <a:lstStyle/>
        <a:p>
          <a:endParaRPr lang="en-US" sz="2000"/>
        </a:p>
      </dgm:t>
    </dgm:pt>
    <dgm:pt modelId="{4CAEEC18-CFAA-4944-AEE6-93BCC5AFAC77}">
      <dgm:prSet custT="1"/>
      <dgm:spPr>
        <a:solidFill>
          <a:srgbClr val="C00000"/>
        </a:solidFill>
      </dgm:spPr>
      <dgm:t>
        <a:bodyPr/>
        <a:lstStyle/>
        <a:p>
          <a:r>
            <a:rPr lang="en-US" sz="2000" dirty="0" smtClean="0"/>
            <a:t>Plays</a:t>
          </a:r>
          <a:endParaRPr lang="en-US" sz="2000" dirty="0"/>
        </a:p>
      </dgm:t>
    </dgm:pt>
    <dgm:pt modelId="{E4138EF8-B885-4177-AFFD-817563A672AF}" type="parTrans" cxnId="{ED875AB8-B534-4BAE-964E-EEF0E206B28A}">
      <dgm:prSet/>
      <dgm:spPr/>
      <dgm:t>
        <a:bodyPr/>
        <a:lstStyle/>
        <a:p>
          <a:endParaRPr lang="en-US"/>
        </a:p>
      </dgm:t>
    </dgm:pt>
    <dgm:pt modelId="{D45129D1-D591-48A5-A0D2-BEE8AD02810F}" type="sibTrans" cxnId="{ED875AB8-B534-4BAE-964E-EEF0E206B28A}">
      <dgm:prSet/>
      <dgm:spPr/>
      <dgm:t>
        <a:bodyPr/>
        <a:lstStyle/>
        <a:p>
          <a:endParaRPr lang="en-US"/>
        </a:p>
      </dgm:t>
    </dgm:pt>
    <dgm:pt modelId="{CAF92F97-9D28-4A16-BBDA-FAF0F84BD401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800" dirty="0" err="1" smtClean="0"/>
            <a:t>Event_id</a:t>
          </a:r>
          <a:endParaRPr lang="en-US" sz="1800" dirty="0"/>
        </a:p>
      </dgm:t>
    </dgm:pt>
    <dgm:pt modelId="{ECE1E2E2-ADDE-4EFE-8B04-AC12EDAC1637}" type="parTrans" cxnId="{6A53F427-038D-40AA-A997-B44431C130BE}">
      <dgm:prSet/>
      <dgm:spPr/>
      <dgm:t>
        <a:bodyPr/>
        <a:lstStyle/>
        <a:p>
          <a:endParaRPr lang="en-US"/>
        </a:p>
      </dgm:t>
    </dgm:pt>
    <dgm:pt modelId="{0A6D3370-9751-49CC-9894-4ECB7FD8ABFB}" type="sibTrans" cxnId="{6A53F427-038D-40AA-A997-B44431C130BE}">
      <dgm:prSet/>
      <dgm:spPr/>
      <dgm:t>
        <a:bodyPr/>
        <a:lstStyle/>
        <a:p>
          <a:endParaRPr lang="en-US"/>
        </a:p>
      </dgm:t>
    </dgm:pt>
    <dgm:pt modelId="{5D3F29F9-E5D2-4477-965C-D97E6E1C5422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800" dirty="0" err="1" smtClean="0"/>
            <a:t>Play_name</a:t>
          </a:r>
          <a:endParaRPr lang="en-US" sz="1800" dirty="0"/>
        </a:p>
      </dgm:t>
    </dgm:pt>
    <dgm:pt modelId="{A44E0022-C665-47B0-BD54-A2EECBA56808}" type="parTrans" cxnId="{2F2DB15A-3EB2-44E2-9603-2246169F1ACD}">
      <dgm:prSet/>
      <dgm:spPr/>
      <dgm:t>
        <a:bodyPr/>
        <a:lstStyle/>
        <a:p>
          <a:endParaRPr lang="en-US"/>
        </a:p>
      </dgm:t>
    </dgm:pt>
    <dgm:pt modelId="{D72E495D-4D59-476B-818A-F29E2E30D41C}" type="sibTrans" cxnId="{2F2DB15A-3EB2-44E2-9603-2246169F1ACD}">
      <dgm:prSet/>
      <dgm:spPr/>
      <dgm:t>
        <a:bodyPr/>
        <a:lstStyle/>
        <a:p>
          <a:endParaRPr lang="en-US"/>
        </a:p>
      </dgm:t>
    </dgm:pt>
    <dgm:pt modelId="{7ACB5B42-E3D6-453C-8E63-CC34B5F4D62F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800" dirty="0" err="1" smtClean="0"/>
            <a:t>First_actor</a:t>
          </a:r>
          <a:endParaRPr lang="en-US" sz="1800" dirty="0"/>
        </a:p>
      </dgm:t>
    </dgm:pt>
    <dgm:pt modelId="{83CAF756-780E-49F4-B3D4-7D49C53E6422}" type="parTrans" cxnId="{F3AAD618-E193-425E-819D-443EBF027946}">
      <dgm:prSet/>
      <dgm:spPr/>
      <dgm:t>
        <a:bodyPr/>
        <a:lstStyle/>
        <a:p>
          <a:endParaRPr lang="en-US"/>
        </a:p>
      </dgm:t>
    </dgm:pt>
    <dgm:pt modelId="{A0876985-E305-4777-BB54-64CA3BA98480}" type="sibTrans" cxnId="{F3AAD618-E193-425E-819D-443EBF027946}">
      <dgm:prSet/>
      <dgm:spPr/>
      <dgm:t>
        <a:bodyPr/>
        <a:lstStyle/>
        <a:p>
          <a:endParaRPr lang="en-US"/>
        </a:p>
      </dgm:t>
    </dgm:pt>
    <dgm:pt modelId="{F01BC2A4-BD89-49D2-B371-31ACBF1265D0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800" dirty="0" err="1" smtClean="0"/>
            <a:t>Second_actor</a:t>
          </a:r>
          <a:endParaRPr lang="en-US" sz="1800" dirty="0"/>
        </a:p>
      </dgm:t>
    </dgm:pt>
    <dgm:pt modelId="{05095AE8-88EF-4785-AF57-B2562F7AC147}" type="parTrans" cxnId="{2C593232-677B-4708-8DAE-17DB16D12B06}">
      <dgm:prSet/>
      <dgm:spPr/>
      <dgm:t>
        <a:bodyPr/>
        <a:lstStyle/>
        <a:p>
          <a:endParaRPr lang="en-US"/>
        </a:p>
      </dgm:t>
    </dgm:pt>
    <dgm:pt modelId="{D052B303-A0C2-4870-AC00-26935EF11F05}" type="sibTrans" cxnId="{2C593232-677B-4708-8DAE-17DB16D12B06}">
      <dgm:prSet/>
      <dgm:spPr/>
      <dgm:t>
        <a:bodyPr/>
        <a:lstStyle/>
        <a:p>
          <a:endParaRPr lang="en-US"/>
        </a:p>
      </dgm:t>
    </dgm:pt>
    <dgm:pt modelId="{82440F86-2B9A-45E6-A475-C6A9E77A2176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800" dirty="0" err="1" smtClean="0"/>
            <a:t>First_actress</a:t>
          </a:r>
          <a:endParaRPr lang="en-US" sz="1800" dirty="0"/>
        </a:p>
      </dgm:t>
    </dgm:pt>
    <dgm:pt modelId="{3F881007-5ABA-40AA-8843-3200095A373D}" type="parTrans" cxnId="{B4BDDAD6-0A1B-42F3-B49D-7D007DDBA862}">
      <dgm:prSet/>
      <dgm:spPr/>
      <dgm:t>
        <a:bodyPr/>
        <a:lstStyle/>
        <a:p>
          <a:endParaRPr lang="en-US"/>
        </a:p>
      </dgm:t>
    </dgm:pt>
    <dgm:pt modelId="{B10A0EC3-F699-4A70-AAA8-906B03E4C02E}" type="sibTrans" cxnId="{B4BDDAD6-0A1B-42F3-B49D-7D007DDBA862}">
      <dgm:prSet/>
      <dgm:spPr/>
      <dgm:t>
        <a:bodyPr/>
        <a:lstStyle/>
        <a:p>
          <a:endParaRPr lang="en-US"/>
        </a:p>
      </dgm:t>
    </dgm:pt>
    <dgm:pt modelId="{A10383AF-6AB6-4702-B445-78BFC2D53965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800" dirty="0" err="1" smtClean="0"/>
            <a:t>Second_actress</a:t>
          </a:r>
          <a:endParaRPr lang="en-US" sz="1800" dirty="0"/>
        </a:p>
      </dgm:t>
    </dgm:pt>
    <dgm:pt modelId="{E5AFBDC5-C194-4A12-911C-6F135CC796E9}" type="parTrans" cxnId="{E568E9DD-4D06-48A8-9488-E9D2576CD0E2}">
      <dgm:prSet/>
      <dgm:spPr/>
      <dgm:t>
        <a:bodyPr/>
        <a:lstStyle/>
        <a:p>
          <a:endParaRPr lang="en-US"/>
        </a:p>
      </dgm:t>
    </dgm:pt>
    <dgm:pt modelId="{EEB55FE5-671A-4F72-B2C0-25E9C8E69CDD}" type="sibTrans" cxnId="{E568E9DD-4D06-48A8-9488-E9D2576CD0E2}">
      <dgm:prSet/>
      <dgm:spPr/>
      <dgm:t>
        <a:bodyPr/>
        <a:lstStyle/>
        <a:p>
          <a:endParaRPr lang="en-US"/>
        </a:p>
      </dgm:t>
    </dgm:pt>
    <dgm:pt modelId="{61536B4A-57FC-4DA1-85B1-F6A9D9BE1C29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800" dirty="0" smtClean="0"/>
            <a:t>Director</a:t>
          </a:r>
          <a:endParaRPr lang="en-US" sz="1800" dirty="0"/>
        </a:p>
      </dgm:t>
    </dgm:pt>
    <dgm:pt modelId="{B1A86BC3-1261-4938-A9A3-5EAD56D06493}" type="parTrans" cxnId="{1945E319-89B3-4E2A-8D98-5DEA109A36B7}">
      <dgm:prSet/>
      <dgm:spPr/>
      <dgm:t>
        <a:bodyPr/>
        <a:lstStyle/>
        <a:p>
          <a:endParaRPr lang="en-US"/>
        </a:p>
      </dgm:t>
    </dgm:pt>
    <dgm:pt modelId="{9998F2E2-7682-4C8A-98F0-FFB23CF05E82}" type="sibTrans" cxnId="{1945E319-89B3-4E2A-8D98-5DEA109A36B7}">
      <dgm:prSet/>
      <dgm:spPr/>
      <dgm:t>
        <a:bodyPr/>
        <a:lstStyle/>
        <a:p>
          <a:endParaRPr lang="en-US"/>
        </a:p>
      </dgm:t>
    </dgm:pt>
    <dgm:pt modelId="{87CDDA97-E434-47AE-9807-FFE4F081FF9C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800" dirty="0" err="1" smtClean="0"/>
            <a:t>Music_director</a:t>
          </a:r>
          <a:endParaRPr lang="en-US" sz="1800" dirty="0"/>
        </a:p>
      </dgm:t>
    </dgm:pt>
    <dgm:pt modelId="{FEED6C17-2F36-44D7-8B57-A7D3F783064C}" type="parTrans" cxnId="{FBF89758-B3C9-482A-946D-BBF93E11276C}">
      <dgm:prSet/>
      <dgm:spPr/>
      <dgm:t>
        <a:bodyPr/>
        <a:lstStyle/>
        <a:p>
          <a:endParaRPr lang="en-US"/>
        </a:p>
      </dgm:t>
    </dgm:pt>
    <dgm:pt modelId="{925B4828-4853-4368-8962-43A829389AC7}" type="sibTrans" cxnId="{FBF89758-B3C9-482A-946D-BBF93E11276C}">
      <dgm:prSet/>
      <dgm:spPr/>
      <dgm:t>
        <a:bodyPr/>
        <a:lstStyle/>
        <a:p>
          <a:endParaRPr lang="en-US"/>
        </a:p>
      </dgm:t>
    </dgm:pt>
    <dgm:pt modelId="{A1FACEA3-3DA4-43A0-A3BB-FF0F7034B6FF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800" dirty="0" smtClean="0"/>
            <a:t>Producer</a:t>
          </a:r>
          <a:endParaRPr lang="en-US" sz="1800" dirty="0"/>
        </a:p>
      </dgm:t>
    </dgm:pt>
    <dgm:pt modelId="{8B45524F-1BEB-4CF5-8938-87E86EA5B09A}" type="parTrans" cxnId="{37B01602-1058-4E5E-9CED-A30D74F9ED2E}">
      <dgm:prSet/>
      <dgm:spPr/>
      <dgm:t>
        <a:bodyPr/>
        <a:lstStyle/>
        <a:p>
          <a:endParaRPr lang="en-US"/>
        </a:p>
      </dgm:t>
    </dgm:pt>
    <dgm:pt modelId="{ABDBB283-0D5F-4D04-9587-B79977C1C6D2}" type="sibTrans" cxnId="{37B01602-1058-4E5E-9CED-A30D74F9ED2E}">
      <dgm:prSet/>
      <dgm:spPr/>
      <dgm:t>
        <a:bodyPr/>
        <a:lstStyle/>
        <a:p>
          <a:endParaRPr lang="en-US"/>
        </a:p>
      </dgm:t>
    </dgm:pt>
    <dgm:pt modelId="{48119C0A-5320-4895-8731-17314BABA8B8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800" dirty="0" err="1" smtClean="0"/>
            <a:t>Last_updated</a:t>
          </a:r>
          <a:endParaRPr lang="en-US" sz="1800" dirty="0"/>
        </a:p>
      </dgm:t>
    </dgm:pt>
    <dgm:pt modelId="{FA05B4BD-D4D8-4AFE-B935-95544BE48A04}" type="parTrans" cxnId="{12E1955D-FD0E-4DEB-BA0D-35D71CFE0841}">
      <dgm:prSet/>
      <dgm:spPr/>
      <dgm:t>
        <a:bodyPr/>
        <a:lstStyle/>
        <a:p>
          <a:endParaRPr lang="en-US"/>
        </a:p>
      </dgm:t>
    </dgm:pt>
    <dgm:pt modelId="{DC2EC993-63D7-4F34-9EFD-B8C726316725}" type="sibTrans" cxnId="{12E1955D-FD0E-4DEB-BA0D-35D71CFE0841}">
      <dgm:prSet/>
      <dgm:spPr/>
      <dgm:t>
        <a:bodyPr/>
        <a:lstStyle/>
        <a:p>
          <a:endParaRPr lang="en-US"/>
        </a:p>
      </dgm:t>
    </dgm:pt>
    <dgm:pt modelId="{10EE64EC-E0BD-46DB-A26E-376E3CECAB05}">
      <dgm:prSet custT="1"/>
      <dgm:spPr>
        <a:solidFill>
          <a:srgbClr val="C00000"/>
        </a:solidFill>
      </dgm:spPr>
      <dgm:t>
        <a:bodyPr/>
        <a:lstStyle/>
        <a:p>
          <a:r>
            <a:rPr lang="en-US" sz="2000" dirty="0" smtClean="0"/>
            <a:t>Sports</a:t>
          </a:r>
          <a:endParaRPr lang="en-US" sz="2000" dirty="0"/>
        </a:p>
      </dgm:t>
    </dgm:pt>
    <dgm:pt modelId="{E673FC82-0220-432C-9B44-ACFD93BDD492}" type="parTrans" cxnId="{34AB80DE-8129-42E3-89A6-786481E74F56}">
      <dgm:prSet/>
      <dgm:spPr/>
      <dgm:t>
        <a:bodyPr/>
        <a:lstStyle/>
        <a:p>
          <a:endParaRPr lang="en-US"/>
        </a:p>
      </dgm:t>
    </dgm:pt>
    <dgm:pt modelId="{30D27D18-FB35-4CD1-9A8A-69674B8FEA94}" type="sibTrans" cxnId="{34AB80DE-8129-42E3-89A6-786481E74F56}">
      <dgm:prSet/>
      <dgm:spPr/>
      <dgm:t>
        <a:bodyPr/>
        <a:lstStyle/>
        <a:p>
          <a:endParaRPr lang="en-US"/>
        </a:p>
      </dgm:t>
    </dgm:pt>
    <dgm:pt modelId="{499256FD-C57B-487A-9C7E-212D0B637A8C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800" dirty="0" err="1" smtClean="0"/>
            <a:t>Event_id</a:t>
          </a:r>
          <a:endParaRPr lang="en-US" sz="1800" dirty="0"/>
        </a:p>
      </dgm:t>
    </dgm:pt>
    <dgm:pt modelId="{3FBF17F2-0F49-4EF4-B763-ADD300A1527B}" type="parTrans" cxnId="{413DA84B-8356-428F-A8AC-8238284D4B17}">
      <dgm:prSet/>
      <dgm:spPr/>
      <dgm:t>
        <a:bodyPr/>
        <a:lstStyle/>
        <a:p>
          <a:endParaRPr lang="en-US"/>
        </a:p>
      </dgm:t>
    </dgm:pt>
    <dgm:pt modelId="{204AB52F-0377-4B06-80E6-38FA154C0A70}" type="sibTrans" cxnId="{413DA84B-8356-428F-A8AC-8238284D4B17}">
      <dgm:prSet/>
      <dgm:spPr/>
      <dgm:t>
        <a:bodyPr/>
        <a:lstStyle/>
        <a:p>
          <a:endParaRPr lang="en-US"/>
        </a:p>
      </dgm:t>
    </dgm:pt>
    <dgm:pt modelId="{432482DF-338E-4B25-A3CB-DA5B436838D5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800" dirty="0" smtClean="0"/>
            <a:t>Genre</a:t>
          </a:r>
          <a:endParaRPr lang="en-US" sz="1800" dirty="0"/>
        </a:p>
      </dgm:t>
    </dgm:pt>
    <dgm:pt modelId="{BA9CED4B-9E83-44F4-95BB-5832DDB6B9BD}" type="parTrans" cxnId="{00E50BE6-DE91-4E6A-B073-91216DFC7FED}">
      <dgm:prSet/>
      <dgm:spPr/>
      <dgm:t>
        <a:bodyPr/>
        <a:lstStyle/>
        <a:p>
          <a:endParaRPr lang="en-US"/>
        </a:p>
      </dgm:t>
    </dgm:pt>
    <dgm:pt modelId="{BDA37E4D-F54B-4306-B2EC-320F4DABF973}" type="sibTrans" cxnId="{00E50BE6-DE91-4E6A-B073-91216DFC7FED}">
      <dgm:prSet/>
      <dgm:spPr/>
      <dgm:t>
        <a:bodyPr/>
        <a:lstStyle/>
        <a:p>
          <a:endParaRPr lang="en-US"/>
        </a:p>
      </dgm:t>
    </dgm:pt>
    <dgm:pt modelId="{347ED644-61B5-4950-9A93-B79BCCD23036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800" dirty="0" err="1" smtClean="0"/>
            <a:t>Last_updated</a:t>
          </a:r>
          <a:endParaRPr lang="en-US" sz="1800" dirty="0"/>
        </a:p>
      </dgm:t>
    </dgm:pt>
    <dgm:pt modelId="{AD9034A5-DFA9-4853-9D32-546CEC0C9EFA}" type="parTrans" cxnId="{6E0D4FBB-D557-4963-B7E1-9B46CBCF554F}">
      <dgm:prSet/>
      <dgm:spPr/>
      <dgm:t>
        <a:bodyPr/>
        <a:lstStyle/>
        <a:p>
          <a:endParaRPr lang="en-US"/>
        </a:p>
      </dgm:t>
    </dgm:pt>
    <dgm:pt modelId="{009C8CA8-5241-4D6C-80B5-922E3590ADD6}" type="sibTrans" cxnId="{6E0D4FBB-D557-4963-B7E1-9B46CBCF554F}">
      <dgm:prSet/>
      <dgm:spPr/>
      <dgm:t>
        <a:bodyPr/>
        <a:lstStyle/>
        <a:p>
          <a:endParaRPr lang="en-US"/>
        </a:p>
      </dgm:t>
    </dgm:pt>
    <dgm:pt modelId="{6CF454A5-1897-465E-9555-6F78D6152B8F}">
      <dgm:prSet phldrT="[Text]"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800" dirty="0" smtClean="0"/>
            <a:t>Address1</a:t>
          </a:r>
          <a:endParaRPr lang="en-US" sz="1800" dirty="0"/>
        </a:p>
      </dgm:t>
    </dgm:pt>
    <dgm:pt modelId="{73EF3616-0CA0-4ABC-A595-2A31FD18F2A5}" type="sibTrans" cxnId="{5061785C-AA0C-409B-9DC0-1206AAD6CFEF}">
      <dgm:prSet/>
      <dgm:spPr/>
      <dgm:t>
        <a:bodyPr/>
        <a:lstStyle/>
        <a:p>
          <a:endParaRPr lang="en-US" sz="2000"/>
        </a:p>
      </dgm:t>
    </dgm:pt>
    <dgm:pt modelId="{0B50F54F-0B68-485B-9DE9-3EDDA7D06614}" type="parTrans" cxnId="{5061785C-AA0C-409B-9DC0-1206AAD6CFEF}">
      <dgm:prSet/>
      <dgm:spPr/>
      <dgm:t>
        <a:bodyPr/>
        <a:lstStyle/>
        <a:p>
          <a:endParaRPr lang="en-US" sz="2000"/>
        </a:p>
      </dgm:t>
    </dgm:pt>
    <dgm:pt modelId="{F2AD2289-BD4E-4021-9EDA-82A893772669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800" dirty="0" err="1" smtClean="0"/>
            <a:t>Movie_name</a:t>
          </a:r>
          <a:endParaRPr lang="en-US" sz="1800" dirty="0"/>
        </a:p>
      </dgm:t>
    </dgm:pt>
    <dgm:pt modelId="{503442DF-E37B-49AF-AF25-86B3D4AD439E}" type="parTrans" cxnId="{7953B769-E6B5-4F64-B624-5099B1DB537A}">
      <dgm:prSet/>
      <dgm:spPr/>
      <dgm:t>
        <a:bodyPr/>
        <a:lstStyle/>
        <a:p>
          <a:endParaRPr lang="en-US"/>
        </a:p>
      </dgm:t>
    </dgm:pt>
    <dgm:pt modelId="{8251D0B8-71F9-48F3-A85C-E7E713C1DEAC}" type="sibTrans" cxnId="{7953B769-E6B5-4F64-B624-5099B1DB537A}">
      <dgm:prSet/>
      <dgm:spPr/>
      <dgm:t>
        <a:bodyPr/>
        <a:lstStyle/>
        <a:p>
          <a:endParaRPr lang="en-US"/>
        </a:p>
      </dgm:t>
    </dgm:pt>
    <dgm:pt modelId="{111F5C20-0698-4244-9253-642DBBECE7AF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800" dirty="0" smtClean="0"/>
            <a:t>Genre</a:t>
          </a:r>
          <a:endParaRPr lang="en-US" sz="1800" dirty="0"/>
        </a:p>
      </dgm:t>
    </dgm:pt>
    <dgm:pt modelId="{D97BF2DC-CFB6-4231-B14B-113CA9A4D457}" type="parTrans" cxnId="{DAB39305-9730-41A8-A22D-7910B507539F}">
      <dgm:prSet/>
      <dgm:spPr/>
      <dgm:t>
        <a:bodyPr/>
        <a:lstStyle/>
        <a:p>
          <a:endParaRPr lang="en-US"/>
        </a:p>
      </dgm:t>
    </dgm:pt>
    <dgm:pt modelId="{42324E51-8FB0-4D6B-9670-B1C5178B081F}" type="sibTrans" cxnId="{DAB39305-9730-41A8-A22D-7910B507539F}">
      <dgm:prSet/>
      <dgm:spPr/>
      <dgm:t>
        <a:bodyPr/>
        <a:lstStyle/>
        <a:p>
          <a:endParaRPr lang="en-US"/>
        </a:p>
      </dgm:t>
    </dgm:pt>
    <dgm:pt modelId="{D2BDA3E2-AA49-41D3-8DC5-2BA0B4D44F45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800" dirty="0" err="1" smtClean="0"/>
            <a:t>Release_date</a:t>
          </a:r>
          <a:endParaRPr lang="en-US" sz="1800" dirty="0"/>
        </a:p>
      </dgm:t>
    </dgm:pt>
    <dgm:pt modelId="{F2E0D1E5-38CF-4A7B-B128-E4C7E46BB27E}" type="parTrans" cxnId="{A6EF2E9D-F78A-4109-BFDC-9E7FF6DC6853}">
      <dgm:prSet/>
      <dgm:spPr/>
      <dgm:t>
        <a:bodyPr/>
        <a:lstStyle/>
        <a:p>
          <a:endParaRPr lang="en-US"/>
        </a:p>
      </dgm:t>
    </dgm:pt>
    <dgm:pt modelId="{3ACEE7F8-E282-4003-BD56-BEF3CB8A4EC3}" type="sibTrans" cxnId="{A6EF2E9D-F78A-4109-BFDC-9E7FF6DC6853}">
      <dgm:prSet/>
      <dgm:spPr/>
      <dgm:t>
        <a:bodyPr/>
        <a:lstStyle/>
        <a:p>
          <a:endParaRPr lang="en-US"/>
        </a:p>
      </dgm:t>
    </dgm:pt>
    <dgm:pt modelId="{A7916E65-6DB7-4851-A480-12DB39D2E848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800" dirty="0" err="1" smtClean="0"/>
            <a:t>Run_time</a:t>
          </a:r>
          <a:endParaRPr lang="en-US" sz="1800" dirty="0"/>
        </a:p>
      </dgm:t>
    </dgm:pt>
    <dgm:pt modelId="{357705CC-BD12-44D0-9526-DCA313538C22}" type="parTrans" cxnId="{B9BD48E2-FE25-437C-A76E-C1AB4D795B4D}">
      <dgm:prSet/>
      <dgm:spPr/>
      <dgm:t>
        <a:bodyPr/>
        <a:lstStyle/>
        <a:p>
          <a:endParaRPr lang="en-US"/>
        </a:p>
      </dgm:t>
    </dgm:pt>
    <dgm:pt modelId="{0055659A-02F5-4F4E-9138-B33FD71C184D}" type="sibTrans" cxnId="{B9BD48E2-FE25-437C-A76E-C1AB4D795B4D}">
      <dgm:prSet/>
      <dgm:spPr/>
      <dgm:t>
        <a:bodyPr/>
        <a:lstStyle/>
        <a:p>
          <a:endParaRPr lang="en-US"/>
        </a:p>
      </dgm:t>
    </dgm:pt>
    <dgm:pt modelId="{306F877A-5FA6-4A88-9CFC-B36038DB9A28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800" dirty="0" smtClean="0"/>
            <a:t>Synopsys</a:t>
          </a:r>
          <a:endParaRPr lang="en-US" sz="1800" dirty="0"/>
        </a:p>
      </dgm:t>
    </dgm:pt>
    <dgm:pt modelId="{3E02211B-A355-4301-BE50-1B037ABC8789}" type="parTrans" cxnId="{3CD09BED-AF48-4825-96C1-89E47E9F8DA6}">
      <dgm:prSet/>
      <dgm:spPr/>
      <dgm:t>
        <a:bodyPr/>
        <a:lstStyle/>
        <a:p>
          <a:endParaRPr lang="en-US"/>
        </a:p>
      </dgm:t>
    </dgm:pt>
    <dgm:pt modelId="{91CE3F68-844E-4DB1-84FC-E936ABA84558}" type="sibTrans" cxnId="{3CD09BED-AF48-4825-96C1-89E47E9F8DA6}">
      <dgm:prSet/>
      <dgm:spPr/>
      <dgm:t>
        <a:bodyPr/>
        <a:lstStyle/>
        <a:p>
          <a:endParaRPr lang="en-US"/>
        </a:p>
      </dgm:t>
    </dgm:pt>
    <dgm:pt modelId="{68FF1A9E-FD1A-4EB5-B361-2685CDAB4F5A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800" dirty="0" err="1" smtClean="0"/>
            <a:t>Trailer_url</a:t>
          </a:r>
          <a:endParaRPr lang="en-US" sz="1800" dirty="0"/>
        </a:p>
      </dgm:t>
    </dgm:pt>
    <dgm:pt modelId="{B8FAD42D-ED16-4A26-BC3A-76CEA0C75C05}" type="parTrans" cxnId="{56F2EC1F-B5AF-486E-A6AF-08E625941B17}">
      <dgm:prSet/>
      <dgm:spPr/>
      <dgm:t>
        <a:bodyPr/>
        <a:lstStyle/>
        <a:p>
          <a:endParaRPr lang="en-US"/>
        </a:p>
      </dgm:t>
    </dgm:pt>
    <dgm:pt modelId="{E7661CE8-718E-4D7F-9500-A4AF61147DCE}" type="sibTrans" cxnId="{56F2EC1F-B5AF-486E-A6AF-08E625941B17}">
      <dgm:prSet/>
      <dgm:spPr/>
      <dgm:t>
        <a:bodyPr/>
        <a:lstStyle/>
        <a:p>
          <a:endParaRPr lang="en-US"/>
        </a:p>
      </dgm:t>
    </dgm:pt>
    <dgm:pt modelId="{0B3E54A3-311B-45ED-B456-3095707B5B32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800" dirty="0" err="1" smtClean="0"/>
            <a:t>Social_links</a:t>
          </a:r>
          <a:endParaRPr lang="en-US" sz="1800" dirty="0"/>
        </a:p>
      </dgm:t>
    </dgm:pt>
    <dgm:pt modelId="{A3707884-93FE-4D40-9AA1-134880B85F8C}" type="parTrans" cxnId="{38574594-143F-4A84-B23A-A23688F8FEFB}">
      <dgm:prSet/>
      <dgm:spPr/>
      <dgm:t>
        <a:bodyPr/>
        <a:lstStyle/>
        <a:p>
          <a:endParaRPr lang="en-US"/>
        </a:p>
      </dgm:t>
    </dgm:pt>
    <dgm:pt modelId="{0D4F37CF-3F00-4A33-B48D-8CB26464422D}" type="sibTrans" cxnId="{38574594-143F-4A84-B23A-A23688F8FEFB}">
      <dgm:prSet/>
      <dgm:spPr/>
      <dgm:t>
        <a:bodyPr/>
        <a:lstStyle/>
        <a:p>
          <a:endParaRPr lang="en-US"/>
        </a:p>
      </dgm:t>
    </dgm:pt>
    <dgm:pt modelId="{37FC6C54-E726-4F96-9B21-0C716F0F8DCC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800" dirty="0" err="1" smtClean="0"/>
            <a:t>Opening_date</a:t>
          </a:r>
          <a:endParaRPr lang="en-US" sz="1800" dirty="0"/>
        </a:p>
      </dgm:t>
    </dgm:pt>
    <dgm:pt modelId="{8FACC2EF-83C5-4483-937E-7ECCD82CECAC}" type="parTrans" cxnId="{2BD24FD9-FFF5-4974-8C90-8E8D74E1FA17}">
      <dgm:prSet/>
      <dgm:spPr/>
      <dgm:t>
        <a:bodyPr/>
        <a:lstStyle/>
        <a:p>
          <a:endParaRPr lang="en-US"/>
        </a:p>
      </dgm:t>
    </dgm:pt>
    <dgm:pt modelId="{A6BA7662-827F-44F5-A602-9FC2B328E63D}" type="sibTrans" cxnId="{2BD24FD9-FFF5-4974-8C90-8E8D74E1FA17}">
      <dgm:prSet/>
      <dgm:spPr/>
      <dgm:t>
        <a:bodyPr/>
        <a:lstStyle/>
        <a:p>
          <a:endParaRPr lang="en-US"/>
        </a:p>
      </dgm:t>
    </dgm:pt>
    <dgm:pt modelId="{97EDB1D7-D6E7-499C-BA1D-7886C5CC83D6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800" dirty="0" err="1" smtClean="0"/>
            <a:t>Closing_date</a:t>
          </a:r>
          <a:endParaRPr lang="en-US" sz="1800" dirty="0"/>
        </a:p>
      </dgm:t>
    </dgm:pt>
    <dgm:pt modelId="{E4D6C3D3-3BFD-4593-8D1B-1F06E2F6D8E6}" type="parTrans" cxnId="{D40AA415-1FD2-4059-A1D2-DDEDAE69C6ED}">
      <dgm:prSet/>
      <dgm:spPr/>
      <dgm:t>
        <a:bodyPr/>
        <a:lstStyle/>
        <a:p>
          <a:endParaRPr lang="en-US"/>
        </a:p>
      </dgm:t>
    </dgm:pt>
    <dgm:pt modelId="{407A9067-0728-48B0-A407-967002EEF025}" type="sibTrans" cxnId="{D40AA415-1FD2-4059-A1D2-DDEDAE69C6ED}">
      <dgm:prSet/>
      <dgm:spPr/>
      <dgm:t>
        <a:bodyPr/>
        <a:lstStyle/>
        <a:p>
          <a:endParaRPr lang="en-US"/>
        </a:p>
      </dgm:t>
    </dgm:pt>
    <dgm:pt modelId="{70409071-92EF-41F7-ADA9-C42DA8536EA8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800" dirty="0" err="1" smtClean="0"/>
            <a:t>Opening_date</a:t>
          </a:r>
          <a:endParaRPr lang="en-US" sz="1800" dirty="0"/>
        </a:p>
      </dgm:t>
    </dgm:pt>
    <dgm:pt modelId="{71AC9363-928D-4A56-8AF0-266CFC112C10}" type="parTrans" cxnId="{4B522117-636C-4E30-B8A1-A8A5AA59F968}">
      <dgm:prSet/>
      <dgm:spPr/>
      <dgm:t>
        <a:bodyPr/>
        <a:lstStyle/>
        <a:p>
          <a:endParaRPr lang="en-US"/>
        </a:p>
      </dgm:t>
    </dgm:pt>
    <dgm:pt modelId="{39F0489A-3E8A-47A4-970F-C0D5F5A8EE6A}" type="sibTrans" cxnId="{4B522117-636C-4E30-B8A1-A8A5AA59F968}">
      <dgm:prSet/>
      <dgm:spPr/>
      <dgm:t>
        <a:bodyPr/>
        <a:lstStyle/>
        <a:p>
          <a:endParaRPr lang="en-US"/>
        </a:p>
      </dgm:t>
    </dgm:pt>
    <dgm:pt modelId="{1BC95F95-5D9D-42EF-B0E8-E51BFBDBCC47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800" dirty="0" err="1" smtClean="0"/>
            <a:t>Closing_date</a:t>
          </a:r>
          <a:endParaRPr lang="en-US" sz="1800" dirty="0"/>
        </a:p>
      </dgm:t>
    </dgm:pt>
    <dgm:pt modelId="{EF36D682-5930-4625-8C51-C687116B40BA}" type="parTrans" cxnId="{89393608-C3EC-4F01-95FE-0B5F0D638E22}">
      <dgm:prSet/>
      <dgm:spPr/>
      <dgm:t>
        <a:bodyPr/>
        <a:lstStyle/>
        <a:p>
          <a:endParaRPr lang="en-US"/>
        </a:p>
      </dgm:t>
    </dgm:pt>
    <dgm:pt modelId="{89C0682A-D38B-4110-BA79-1229A187A487}" type="sibTrans" cxnId="{89393608-C3EC-4F01-95FE-0B5F0D638E22}">
      <dgm:prSet/>
      <dgm:spPr/>
      <dgm:t>
        <a:bodyPr/>
        <a:lstStyle/>
        <a:p>
          <a:endParaRPr lang="en-US"/>
        </a:p>
      </dgm:t>
    </dgm:pt>
    <dgm:pt modelId="{C6B53910-FD59-4D56-9550-2B95E4B430EC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800" dirty="0" smtClean="0"/>
            <a:t>Synopsis</a:t>
          </a:r>
          <a:endParaRPr lang="en-US" sz="1800" dirty="0"/>
        </a:p>
      </dgm:t>
    </dgm:pt>
    <dgm:pt modelId="{A4249C2E-795E-4249-82B4-1842A0CEDDF7}" type="parTrans" cxnId="{F3972831-F0F8-4BA9-8F61-2C3453E3B130}">
      <dgm:prSet/>
      <dgm:spPr/>
      <dgm:t>
        <a:bodyPr/>
        <a:lstStyle/>
        <a:p>
          <a:endParaRPr lang="en-US"/>
        </a:p>
      </dgm:t>
    </dgm:pt>
    <dgm:pt modelId="{F26C1A1F-69F2-48F5-838E-1876C90343A7}" type="sibTrans" cxnId="{F3972831-F0F8-4BA9-8F61-2C3453E3B130}">
      <dgm:prSet/>
      <dgm:spPr/>
      <dgm:t>
        <a:bodyPr/>
        <a:lstStyle/>
        <a:p>
          <a:endParaRPr lang="en-US"/>
        </a:p>
      </dgm:t>
    </dgm:pt>
    <dgm:pt modelId="{E2FCB1C6-A49A-4F33-B1F1-027CC4AB1256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800" dirty="0" smtClean="0"/>
            <a:t>Synopsis</a:t>
          </a:r>
          <a:endParaRPr lang="en-US" sz="1800" dirty="0"/>
        </a:p>
      </dgm:t>
    </dgm:pt>
    <dgm:pt modelId="{87CDBD77-DF39-4724-8077-BD797ABDD846}" type="parTrans" cxnId="{7681F602-4770-460F-AC45-44CD92DFCA77}">
      <dgm:prSet/>
      <dgm:spPr/>
      <dgm:t>
        <a:bodyPr/>
        <a:lstStyle/>
        <a:p>
          <a:endParaRPr lang="en-US"/>
        </a:p>
      </dgm:t>
    </dgm:pt>
    <dgm:pt modelId="{9BF5635D-FF76-49D9-AC9B-84D7E75BA505}" type="sibTrans" cxnId="{7681F602-4770-460F-AC45-44CD92DFCA77}">
      <dgm:prSet/>
      <dgm:spPr/>
      <dgm:t>
        <a:bodyPr/>
        <a:lstStyle/>
        <a:p>
          <a:endParaRPr lang="en-US"/>
        </a:p>
      </dgm:t>
    </dgm:pt>
    <dgm:pt modelId="{253BE7F3-FFEA-45DE-917F-EB608F3DAADD}">
      <dgm:prSet phldrT="[Text]"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800" dirty="0" smtClean="0"/>
            <a:t>Address2</a:t>
          </a:r>
          <a:endParaRPr lang="en-US" sz="1800" dirty="0"/>
        </a:p>
      </dgm:t>
    </dgm:pt>
    <dgm:pt modelId="{47FF131E-C926-457B-9912-ABC0945B2723}" type="parTrans" cxnId="{8B2D38BE-AF11-4CCA-8B43-93C67EBECF3F}">
      <dgm:prSet/>
      <dgm:spPr/>
    </dgm:pt>
    <dgm:pt modelId="{BAF67946-FE9E-434E-9164-D0E2E49DEBFD}" type="sibTrans" cxnId="{8B2D38BE-AF11-4CCA-8B43-93C67EBECF3F}">
      <dgm:prSet/>
      <dgm:spPr/>
    </dgm:pt>
    <dgm:pt modelId="{B799F3C5-B7BD-44C1-83FD-21C3283395C3}">
      <dgm:prSet phldrT="[Text]"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800" dirty="0" smtClean="0"/>
            <a:t>Landmark</a:t>
          </a:r>
          <a:endParaRPr lang="en-US" sz="1800" dirty="0"/>
        </a:p>
      </dgm:t>
    </dgm:pt>
    <dgm:pt modelId="{D089DF53-5C44-46CA-B509-F36108129FF2}" type="parTrans" cxnId="{0EA05549-0942-493A-BFEF-0DB6008F9E73}">
      <dgm:prSet/>
      <dgm:spPr/>
    </dgm:pt>
    <dgm:pt modelId="{E4639C78-7815-4648-A37C-7E52191D724D}" type="sibTrans" cxnId="{0EA05549-0942-493A-BFEF-0DB6008F9E73}">
      <dgm:prSet/>
      <dgm:spPr/>
    </dgm:pt>
    <dgm:pt modelId="{9212BEE6-1231-4D2D-8AA2-C86FA7844475}">
      <dgm:prSet phldrT="[Text]"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800" dirty="0" smtClean="0"/>
            <a:t>City</a:t>
          </a:r>
          <a:endParaRPr lang="en-US" sz="1800" dirty="0"/>
        </a:p>
      </dgm:t>
    </dgm:pt>
    <dgm:pt modelId="{245911D9-227A-4736-879E-D8016DAD32D5}" type="parTrans" cxnId="{CCBF6D05-51FA-4ACA-8FD5-5745BDFBAD57}">
      <dgm:prSet/>
      <dgm:spPr/>
    </dgm:pt>
    <dgm:pt modelId="{5B559BC1-6F2C-4921-8CF9-EED2196E72BF}" type="sibTrans" cxnId="{CCBF6D05-51FA-4ACA-8FD5-5745BDFBAD57}">
      <dgm:prSet/>
      <dgm:spPr/>
    </dgm:pt>
    <dgm:pt modelId="{26CB24F0-C759-4717-8023-E987D6D60D4E}">
      <dgm:prSet phldrT="[Text]"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800" dirty="0" smtClean="0"/>
            <a:t>State</a:t>
          </a:r>
          <a:endParaRPr lang="en-US" sz="1800" dirty="0"/>
        </a:p>
      </dgm:t>
    </dgm:pt>
    <dgm:pt modelId="{F7B4F57A-228D-4854-8F9F-16686B1AE064}" type="parTrans" cxnId="{6F88C1C4-BBE3-4B8D-B269-1B429E00E143}">
      <dgm:prSet/>
      <dgm:spPr/>
    </dgm:pt>
    <dgm:pt modelId="{DE1CE7F5-FD67-4762-A8A4-0565AC0CB809}" type="sibTrans" cxnId="{6F88C1C4-BBE3-4B8D-B269-1B429E00E143}">
      <dgm:prSet/>
      <dgm:spPr/>
    </dgm:pt>
    <dgm:pt modelId="{3A03DA74-C9F0-420B-8756-458BA5C7AA07}">
      <dgm:prSet phldrT="[Text]"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800" dirty="0" err="1" smtClean="0"/>
            <a:t>Pin_Code</a:t>
          </a:r>
          <a:endParaRPr lang="en-US" sz="1800" dirty="0"/>
        </a:p>
      </dgm:t>
    </dgm:pt>
    <dgm:pt modelId="{8226DD6A-19ED-4F65-B495-9C49F53A3A0F}" type="parTrans" cxnId="{74371486-7E1F-4036-AC06-CAC671CED4FE}">
      <dgm:prSet/>
      <dgm:spPr/>
    </dgm:pt>
    <dgm:pt modelId="{0E77F2C9-35EB-4D23-872F-EE7D282D7CC8}" type="sibTrans" cxnId="{74371486-7E1F-4036-AC06-CAC671CED4FE}">
      <dgm:prSet/>
      <dgm:spPr/>
    </dgm:pt>
    <dgm:pt modelId="{BCEED643-BAD3-456F-AB45-4EEA1111C72C}">
      <dgm:prSet phldrT="[Text]"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800" dirty="0" err="1" smtClean="0"/>
            <a:t>Last_updated</a:t>
          </a:r>
          <a:r>
            <a:rPr lang="en-US" sz="1800" dirty="0" smtClean="0"/>
            <a:t> </a:t>
          </a:r>
          <a:endParaRPr lang="en-US" sz="1800" dirty="0"/>
        </a:p>
      </dgm:t>
    </dgm:pt>
    <dgm:pt modelId="{7BEB903F-1F19-4701-B7A9-F3F7A32589DB}" type="parTrans" cxnId="{EC7A4DE6-76CA-4152-AFA5-DFBF73C34CE0}">
      <dgm:prSet/>
      <dgm:spPr/>
    </dgm:pt>
    <dgm:pt modelId="{1AB05ACC-8DE4-4CEF-91F0-11BB408D8647}" type="sibTrans" cxnId="{EC7A4DE6-76CA-4152-AFA5-DFBF73C34CE0}">
      <dgm:prSet/>
      <dgm:spPr/>
    </dgm:pt>
    <dgm:pt modelId="{5835726F-3F14-4C91-B3D8-38905C0404B4}" type="pres">
      <dgm:prSet presAssocID="{CDCCC1A6-0966-447E-9F9E-0D06E180CF17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DBF033E-33B0-444C-8D53-C82DE0939BD9}" type="pres">
      <dgm:prSet presAssocID="{F2FE8D3E-F9A5-4982-8F78-35D8C916A47F}" presName="composite" presStyleCnt="0"/>
      <dgm:spPr/>
    </dgm:pt>
    <dgm:pt modelId="{3590488F-E39B-4BCA-A983-02EC5512A624}" type="pres">
      <dgm:prSet presAssocID="{F2FE8D3E-F9A5-4982-8F78-35D8C916A47F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A8C57A9-30A6-413B-8BC5-84F8125EB430}" type="pres">
      <dgm:prSet presAssocID="{F2FE8D3E-F9A5-4982-8F78-35D8C916A47F}" presName="desTx" presStyleLbl="align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65766D4-8E12-4302-8240-00E420FCC8A4}" type="pres">
      <dgm:prSet presAssocID="{2FB8DD56-0045-4CC8-83D8-99CA02036076}" presName="space" presStyleCnt="0"/>
      <dgm:spPr/>
    </dgm:pt>
    <dgm:pt modelId="{DB934B44-EA72-4DDB-BC8F-FA1588972D25}" type="pres">
      <dgm:prSet presAssocID="{ED7A98CE-6E8E-43C4-996C-9574110C36C0}" presName="composite" presStyleCnt="0"/>
      <dgm:spPr/>
    </dgm:pt>
    <dgm:pt modelId="{8F68B015-0808-4722-A2B1-4492A1B5B96B}" type="pres">
      <dgm:prSet presAssocID="{ED7A98CE-6E8E-43C4-996C-9574110C36C0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4A4DC11-27C9-4D66-B73F-00E69C139B79}" type="pres">
      <dgm:prSet presAssocID="{ED7A98CE-6E8E-43C4-996C-9574110C36C0}" presName="desTx" presStyleLbl="align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A78DA00-E438-4C1E-A664-B2EEBB8A92B7}" type="pres">
      <dgm:prSet presAssocID="{0E840BAB-2E32-4628-BE0D-074420BBB835}" presName="space" presStyleCnt="0"/>
      <dgm:spPr/>
    </dgm:pt>
    <dgm:pt modelId="{25350AD2-D97E-42AC-B267-108D541D7C49}" type="pres">
      <dgm:prSet presAssocID="{4CAEEC18-CFAA-4944-AEE6-93BCC5AFAC77}" presName="composite" presStyleCnt="0"/>
      <dgm:spPr/>
    </dgm:pt>
    <dgm:pt modelId="{217E2C7D-0454-4EBE-8D97-DD275E5ADA64}" type="pres">
      <dgm:prSet presAssocID="{4CAEEC18-CFAA-4944-AEE6-93BCC5AFAC77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988A06D-7303-40C3-9DEE-5A98BD1974AE}" type="pres">
      <dgm:prSet presAssocID="{4CAEEC18-CFAA-4944-AEE6-93BCC5AFAC77}" presName="desTx" presStyleLbl="align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A0280B1-CC2D-46EB-85CC-5096ECC58747}" type="pres">
      <dgm:prSet presAssocID="{D45129D1-D591-48A5-A0D2-BEE8AD02810F}" presName="space" presStyleCnt="0"/>
      <dgm:spPr/>
    </dgm:pt>
    <dgm:pt modelId="{03AF9135-5EE9-4865-B107-D3C462E9FF25}" type="pres">
      <dgm:prSet presAssocID="{10EE64EC-E0BD-46DB-A26E-376E3CECAB05}" presName="composite" presStyleCnt="0"/>
      <dgm:spPr/>
    </dgm:pt>
    <dgm:pt modelId="{A9C84BFA-4A7F-4275-97C0-A5E8E35F2E12}" type="pres">
      <dgm:prSet presAssocID="{10EE64EC-E0BD-46DB-A26E-376E3CECAB05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D9E7821-C0BE-428F-B225-5EDFEB1AA979}" type="pres">
      <dgm:prSet presAssocID="{10EE64EC-E0BD-46DB-A26E-376E3CECAB05}" presName="desTx" presStyleLbl="alignAccFollowNode1" presStyleIdx="3" presStyleCnt="4" custLinFactNeighborX="166" custLinFactNeighborY="-103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E236D26-C380-4493-A4B9-86344CD20180}" type="presOf" srcId="{499256FD-C57B-487A-9C7E-212D0B637A8C}" destId="{1D9E7821-C0BE-428F-B225-5EDFEB1AA979}" srcOrd="0" destOrd="0" presId="urn:microsoft.com/office/officeart/2005/8/layout/hList1"/>
    <dgm:cxn modelId="{3B779446-AF23-46A3-A654-0255498C6F89}" type="presOf" srcId="{CDCCC1A6-0966-447E-9F9E-0D06E180CF17}" destId="{5835726F-3F14-4C91-B3D8-38905C0404B4}" srcOrd="0" destOrd="0" presId="urn:microsoft.com/office/officeart/2005/8/layout/hList1"/>
    <dgm:cxn modelId="{7EEEBD21-36F2-4F6E-87C3-C1374A20D62A}" type="presOf" srcId="{0D521231-F330-408E-AACD-4DEF0D85A40D}" destId="{64A4DC11-27C9-4D66-B73F-00E69C139B79}" srcOrd="0" destOrd="0" presId="urn:microsoft.com/office/officeart/2005/8/layout/hList1"/>
    <dgm:cxn modelId="{A6EF2E9D-F78A-4109-BFDC-9E7FF6DC6853}" srcId="{ED7A98CE-6E8E-43C4-996C-9574110C36C0}" destId="{D2BDA3E2-AA49-41D3-8DC5-2BA0B4D44F45}" srcOrd="10" destOrd="0" parTransId="{F2E0D1E5-38CF-4A7B-B128-E4C7E46BB27E}" sibTransId="{3ACEE7F8-E282-4003-BD56-BEF3CB8A4EC3}"/>
    <dgm:cxn modelId="{34AB80DE-8129-42E3-89A6-786481E74F56}" srcId="{CDCCC1A6-0966-447E-9F9E-0D06E180CF17}" destId="{10EE64EC-E0BD-46DB-A26E-376E3CECAB05}" srcOrd="3" destOrd="0" parTransId="{E673FC82-0220-432C-9B44-ACFD93BDD492}" sibTransId="{30D27D18-FB35-4CD1-9A8A-69674B8FEA94}"/>
    <dgm:cxn modelId="{E98C4F24-A235-4E1E-87AE-65FA84E533BA}" type="presOf" srcId="{68FF1A9E-FD1A-4EB5-B361-2685CDAB4F5A}" destId="{64A4DC11-27C9-4D66-B73F-00E69C139B79}" srcOrd="0" destOrd="13" presId="urn:microsoft.com/office/officeart/2005/8/layout/hList1"/>
    <dgm:cxn modelId="{CCBF6D05-51FA-4ACA-8FD5-5745BDFBAD57}" srcId="{F2FE8D3E-F9A5-4982-8F78-35D8C916A47F}" destId="{9212BEE6-1231-4D2D-8AA2-C86FA7844475}" srcOrd="4" destOrd="0" parTransId="{245911D9-227A-4736-879E-D8016DAD32D5}" sibTransId="{5B559BC1-6F2C-4921-8CF9-EED2196E72BF}"/>
    <dgm:cxn modelId="{646F87F9-F346-4081-81C2-122D1E06E346}" type="presOf" srcId="{4CAEEC18-CFAA-4944-AEE6-93BCC5AFAC77}" destId="{217E2C7D-0454-4EBE-8D97-DD275E5ADA64}" srcOrd="0" destOrd="0" presId="urn:microsoft.com/office/officeart/2005/8/layout/hList1"/>
    <dgm:cxn modelId="{A946A1AF-5FEC-48DB-A093-17E847DE4785}" srcId="{ED7A98CE-6E8E-43C4-996C-9574110C36C0}" destId="{0166181E-D113-46CB-8CB3-21397575BD95}" srcOrd="8" destOrd="0" parTransId="{AED1AE10-3BC9-41AE-9CE1-C03552D74C77}" sibTransId="{151DE609-F9D3-4C31-937B-8CF796D57544}"/>
    <dgm:cxn modelId="{4870B395-287E-4778-9B13-7F76230AC59A}" srcId="{ED7A98CE-6E8E-43C4-996C-9574110C36C0}" destId="{F9909B66-6830-4A6E-890C-BAC252521982}" srcOrd="15" destOrd="0" parTransId="{38D71002-0331-42BD-BDA4-899CE47F1BA5}" sibTransId="{7C775A4D-036D-483B-B11F-795004351AF2}"/>
    <dgm:cxn modelId="{F3972831-F0F8-4BA9-8F61-2C3453E3B130}" srcId="{4CAEEC18-CFAA-4944-AEE6-93BCC5AFAC77}" destId="{C6B53910-FD59-4D56-9550-2B95E4B430EC}" srcOrd="11" destOrd="0" parTransId="{A4249C2E-795E-4249-82B4-1842A0CEDDF7}" sibTransId="{F26C1A1F-69F2-48F5-838E-1876C90343A7}"/>
    <dgm:cxn modelId="{01C882F9-69E7-48B4-9DE6-4C57A74E69CC}" type="presOf" srcId="{F9909B66-6830-4A6E-890C-BAC252521982}" destId="{64A4DC11-27C9-4D66-B73F-00E69C139B79}" srcOrd="0" destOrd="15" presId="urn:microsoft.com/office/officeart/2005/8/layout/hList1"/>
    <dgm:cxn modelId="{A7934914-D14B-4FC3-8013-44302127CF06}" type="presOf" srcId="{ED7A98CE-6E8E-43C4-996C-9574110C36C0}" destId="{8F68B015-0808-4722-A2B1-4492A1B5B96B}" srcOrd="0" destOrd="0" presId="urn:microsoft.com/office/officeart/2005/8/layout/hList1"/>
    <dgm:cxn modelId="{8B2D38BE-AF11-4CCA-8B43-93C67EBECF3F}" srcId="{F2FE8D3E-F9A5-4982-8F78-35D8C916A47F}" destId="{253BE7F3-FFEA-45DE-917F-EB608F3DAADD}" srcOrd="2" destOrd="0" parTransId="{47FF131E-C926-457B-9912-ABC0945B2723}" sibTransId="{BAF67946-FE9E-434E-9164-D0E2E49DEBFD}"/>
    <dgm:cxn modelId="{5975329A-795A-4A94-93E4-B87390313E17}" srcId="{ED7A98CE-6E8E-43C4-996C-9574110C36C0}" destId="{0D521231-F330-408E-AACD-4DEF0D85A40D}" srcOrd="0" destOrd="0" parTransId="{67434C73-1DFD-43BC-AE7C-F6BABEA8863A}" sibTransId="{46129639-226F-4928-AA7E-032B622DA4A3}"/>
    <dgm:cxn modelId="{56F2EC1F-B5AF-486E-A6AF-08E625941B17}" srcId="{ED7A98CE-6E8E-43C4-996C-9574110C36C0}" destId="{68FF1A9E-FD1A-4EB5-B361-2685CDAB4F5A}" srcOrd="13" destOrd="0" parTransId="{B8FAD42D-ED16-4A26-BC3A-76CEA0C75C05}" sibTransId="{E7661CE8-718E-4D7F-9500-A4AF61147DCE}"/>
    <dgm:cxn modelId="{38368B83-021A-4259-8328-68E52F9C2A7A}" type="presOf" srcId="{BCEED643-BAD3-456F-AB45-4EEA1111C72C}" destId="{5A8C57A9-30A6-413B-8BC5-84F8125EB430}" srcOrd="0" destOrd="7" presId="urn:microsoft.com/office/officeart/2005/8/layout/hList1"/>
    <dgm:cxn modelId="{4777DE42-A60F-40A8-AC58-5F0A2FA497F7}" srcId="{CDCCC1A6-0966-447E-9F9E-0D06E180CF17}" destId="{F2FE8D3E-F9A5-4982-8F78-35D8C916A47F}" srcOrd="0" destOrd="0" parTransId="{3B8A4170-11E9-4BAD-9ECF-DB765427B34F}" sibTransId="{2FB8DD56-0045-4CC8-83D8-99CA02036076}"/>
    <dgm:cxn modelId="{37B01602-1058-4E5E-9CED-A30D74F9ED2E}" srcId="{4CAEEC18-CFAA-4944-AEE6-93BCC5AFAC77}" destId="{A1FACEA3-3DA4-43A0-A3BB-FF0F7034B6FF}" srcOrd="8" destOrd="0" parTransId="{8B45524F-1BEB-4CF5-8938-87E86EA5B09A}" sibTransId="{ABDBB283-0D5F-4D04-9587-B79977C1C6D2}"/>
    <dgm:cxn modelId="{D40AA415-1FD2-4059-A1D2-DDEDAE69C6ED}" srcId="{4CAEEC18-CFAA-4944-AEE6-93BCC5AFAC77}" destId="{97EDB1D7-D6E7-499C-BA1D-7886C5CC83D6}" srcOrd="10" destOrd="0" parTransId="{E4D6C3D3-3BFD-4593-8D1B-1F06E2F6D8E6}" sibTransId="{407A9067-0728-48B0-A407-967002EEF025}"/>
    <dgm:cxn modelId="{F3AAD618-E193-425E-819D-443EBF027946}" srcId="{4CAEEC18-CFAA-4944-AEE6-93BCC5AFAC77}" destId="{7ACB5B42-E3D6-453C-8E63-CC34B5F4D62F}" srcOrd="2" destOrd="0" parTransId="{83CAF756-780E-49F4-B3D4-7D49C53E6422}" sibTransId="{A0876985-E305-4777-BB54-64CA3BA98480}"/>
    <dgm:cxn modelId="{0EA05549-0942-493A-BFEF-0DB6008F9E73}" srcId="{F2FE8D3E-F9A5-4982-8F78-35D8C916A47F}" destId="{B799F3C5-B7BD-44C1-83FD-21C3283395C3}" srcOrd="3" destOrd="0" parTransId="{D089DF53-5C44-46CA-B509-F36108129FF2}" sibTransId="{E4639C78-7815-4648-A37C-7E52191D724D}"/>
    <dgm:cxn modelId="{7C9C8DF5-68A1-42FF-A20B-22C9A6A2FE58}" type="presOf" srcId="{C6B53910-FD59-4D56-9550-2B95E4B430EC}" destId="{7988A06D-7303-40C3-9DEE-5A98BD1974AE}" srcOrd="0" destOrd="11" presId="urn:microsoft.com/office/officeart/2005/8/layout/hList1"/>
    <dgm:cxn modelId="{ED875AB8-B534-4BAE-964E-EEF0E206B28A}" srcId="{CDCCC1A6-0966-447E-9F9E-0D06E180CF17}" destId="{4CAEEC18-CFAA-4944-AEE6-93BCC5AFAC77}" srcOrd="2" destOrd="0" parTransId="{E4138EF8-B885-4177-AFFD-817563A672AF}" sibTransId="{D45129D1-D591-48A5-A0D2-BEE8AD02810F}"/>
    <dgm:cxn modelId="{5E7CC3B9-A62B-4639-8A84-D66A9078C397}" srcId="{CDCCC1A6-0966-447E-9F9E-0D06E180CF17}" destId="{ED7A98CE-6E8E-43C4-996C-9574110C36C0}" srcOrd="1" destOrd="0" parTransId="{B1D26887-2BB9-449B-A9DB-D50AD17A457E}" sibTransId="{0E840BAB-2E32-4628-BE0D-074420BBB835}"/>
    <dgm:cxn modelId="{00E50BE6-DE91-4E6A-B073-91216DFC7FED}" srcId="{10EE64EC-E0BD-46DB-A26E-376E3CECAB05}" destId="{432482DF-338E-4B25-A3CB-DA5B436838D5}" srcOrd="1" destOrd="0" parTransId="{BA9CED4B-9E83-44F4-95BB-5832DDB6B9BD}" sibTransId="{BDA37E4D-F54B-4306-B2EC-320F4DABF973}"/>
    <dgm:cxn modelId="{FD169123-0930-4049-B911-0E9A3244FFF2}" type="presOf" srcId="{0B3E54A3-311B-45ED-B456-3095707B5B32}" destId="{64A4DC11-27C9-4D66-B73F-00E69C139B79}" srcOrd="0" destOrd="14" presId="urn:microsoft.com/office/officeart/2005/8/layout/hList1"/>
    <dgm:cxn modelId="{B413F2CC-C55C-4069-9D44-3EA8FD49FCC9}" srcId="{ED7A98CE-6E8E-43C4-996C-9574110C36C0}" destId="{FDD2C563-3856-4A32-854B-39C31630B8D5}" srcOrd="7" destOrd="0" parTransId="{31CDA793-7D89-49BE-9D81-E65EDCAFAAAD}" sibTransId="{5B8BD5F2-B7AD-491A-860C-74994BCD4038}"/>
    <dgm:cxn modelId="{12E1955D-FD0E-4DEB-BA0D-35D71CFE0841}" srcId="{4CAEEC18-CFAA-4944-AEE6-93BCC5AFAC77}" destId="{48119C0A-5320-4895-8731-17314BABA8B8}" srcOrd="12" destOrd="0" parTransId="{FA05B4BD-D4D8-4AFE-B935-95544BE48A04}" sibTransId="{DC2EC993-63D7-4F34-9EFD-B8C726316725}"/>
    <dgm:cxn modelId="{F0247980-ECD3-46C0-AA02-F4EC7F8C6F79}" type="presOf" srcId="{F01BC2A4-BD89-49D2-B371-31ACBF1265D0}" destId="{7988A06D-7303-40C3-9DEE-5A98BD1974AE}" srcOrd="0" destOrd="3" presId="urn:microsoft.com/office/officeart/2005/8/layout/hList1"/>
    <dgm:cxn modelId="{A9E897AE-7A94-47DB-A75B-A4AA4E4A241E}" type="presOf" srcId="{97EDB1D7-D6E7-499C-BA1D-7886C5CC83D6}" destId="{7988A06D-7303-40C3-9DEE-5A98BD1974AE}" srcOrd="0" destOrd="10" presId="urn:microsoft.com/office/officeart/2005/8/layout/hList1"/>
    <dgm:cxn modelId="{C4AE2149-C69B-404B-ABCA-BDF202AE1058}" type="presOf" srcId="{70409071-92EF-41F7-ADA9-C42DA8536EA8}" destId="{1D9E7821-C0BE-428F-B225-5EDFEB1AA979}" srcOrd="0" destOrd="2" presId="urn:microsoft.com/office/officeart/2005/8/layout/hList1"/>
    <dgm:cxn modelId="{6E0D4FBB-D557-4963-B7E1-9B46CBCF554F}" srcId="{10EE64EC-E0BD-46DB-A26E-376E3CECAB05}" destId="{347ED644-61B5-4950-9A93-B79BCCD23036}" srcOrd="5" destOrd="0" parTransId="{AD9034A5-DFA9-4853-9D32-546CEC0C9EFA}" sibTransId="{009C8CA8-5241-4D6C-80B5-922E3590ADD6}"/>
    <dgm:cxn modelId="{C7D488B4-134D-4C92-9B78-4AFF4193A0CD}" type="presOf" srcId="{08D2738E-5E56-41CF-9044-657436549141}" destId="{64A4DC11-27C9-4D66-B73F-00E69C139B79}" srcOrd="0" destOrd="4" presId="urn:microsoft.com/office/officeart/2005/8/layout/hList1"/>
    <dgm:cxn modelId="{7953B769-E6B5-4F64-B624-5099B1DB537A}" srcId="{ED7A98CE-6E8E-43C4-996C-9574110C36C0}" destId="{F2AD2289-BD4E-4021-9EDA-82A893772669}" srcOrd="1" destOrd="0" parTransId="{503442DF-E37B-49AF-AF25-86B3D4AD439E}" sibTransId="{8251D0B8-71F9-48F3-A85C-E7E713C1DEAC}"/>
    <dgm:cxn modelId="{817FE2A5-C309-401B-95D6-064B118A84DF}" type="presOf" srcId="{0166181E-D113-46CB-8CB3-21397575BD95}" destId="{64A4DC11-27C9-4D66-B73F-00E69C139B79}" srcOrd="0" destOrd="8" presId="urn:microsoft.com/office/officeart/2005/8/layout/hList1"/>
    <dgm:cxn modelId="{E568E9DD-4D06-48A8-9488-E9D2576CD0E2}" srcId="{4CAEEC18-CFAA-4944-AEE6-93BCC5AFAC77}" destId="{A10383AF-6AB6-4702-B445-78BFC2D53965}" srcOrd="5" destOrd="0" parTransId="{E5AFBDC5-C194-4A12-911C-6F135CC796E9}" sibTransId="{EEB55FE5-671A-4F72-B2C0-25E9C8E69CDD}"/>
    <dgm:cxn modelId="{3FBE46E7-CACD-4977-9A75-4FB5E235EE82}" type="presOf" srcId="{253BE7F3-FFEA-45DE-917F-EB608F3DAADD}" destId="{5A8C57A9-30A6-413B-8BC5-84F8125EB430}" srcOrd="0" destOrd="2" presId="urn:microsoft.com/office/officeart/2005/8/layout/hList1"/>
    <dgm:cxn modelId="{438F4789-3AE9-4CA6-856A-79508D05D49E}" type="presOf" srcId="{61536B4A-57FC-4DA1-85B1-F6A9D9BE1C29}" destId="{7988A06D-7303-40C3-9DEE-5A98BD1974AE}" srcOrd="0" destOrd="6" presId="urn:microsoft.com/office/officeart/2005/8/layout/hList1"/>
    <dgm:cxn modelId="{B9BD48E2-FE25-437C-A76E-C1AB4D795B4D}" srcId="{ED7A98CE-6E8E-43C4-996C-9574110C36C0}" destId="{A7916E65-6DB7-4851-A480-12DB39D2E848}" srcOrd="11" destOrd="0" parTransId="{357705CC-BD12-44D0-9526-DCA313538C22}" sibTransId="{0055659A-02F5-4F4E-9138-B33FD71C184D}"/>
    <dgm:cxn modelId="{13E716F3-AF53-4DB3-9092-9D32ECED38FB}" type="presOf" srcId="{EA637CE7-48EE-4D24-B4E5-CCF28D4C6C33}" destId="{64A4DC11-27C9-4D66-B73F-00E69C139B79}" srcOrd="0" destOrd="6" presId="urn:microsoft.com/office/officeart/2005/8/layout/hList1"/>
    <dgm:cxn modelId="{B2701DB5-A25E-45E9-ACD3-6F4BA5E2B841}" type="presOf" srcId="{FDD2C563-3856-4A32-854B-39C31630B8D5}" destId="{64A4DC11-27C9-4D66-B73F-00E69C139B79}" srcOrd="0" destOrd="7" presId="urn:microsoft.com/office/officeart/2005/8/layout/hList1"/>
    <dgm:cxn modelId="{F40DE8EE-42B0-4628-9CD5-AB7C6C2D4A3D}" type="presOf" srcId="{82440F86-2B9A-45E6-A475-C6A9E77A2176}" destId="{7988A06D-7303-40C3-9DEE-5A98BD1974AE}" srcOrd="0" destOrd="4" presId="urn:microsoft.com/office/officeart/2005/8/layout/hList1"/>
    <dgm:cxn modelId="{6A53F427-038D-40AA-A997-B44431C130BE}" srcId="{4CAEEC18-CFAA-4944-AEE6-93BCC5AFAC77}" destId="{CAF92F97-9D28-4A16-BBDA-FAF0F84BD401}" srcOrd="0" destOrd="0" parTransId="{ECE1E2E2-ADDE-4EFE-8B04-AC12EDAC1637}" sibTransId="{0A6D3370-9751-49CC-9894-4ECB7FD8ABFB}"/>
    <dgm:cxn modelId="{92154771-5679-44C1-A842-895750933FCF}" type="presOf" srcId="{5D3F29F9-E5D2-4477-965C-D97E6E1C5422}" destId="{7988A06D-7303-40C3-9DEE-5A98BD1974AE}" srcOrd="0" destOrd="1" presId="urn:microsoft.com/office/officeart/2005/8/layout/hList1"/>
    <dgm:cxn modelId="{2C593232-677B-4708-8DAE-17DB16D12B06}" srcId="{4CAEEC18-CFAA-4944-AEE6-93BCC5AFAC77}" destId="{F01BC2A4-BD89-49D2-B371-31ACBF1265D0}" srcOrd="3" destOrd="0" parTransId="{05095AE8-88EF-4785-AF57-B2562F7AC147}" sibTransId="{D052B303-A0C2-4870-AC00-26935EF11F05}"/>
    <dgm:cxn modelId="{97D83A2D-D0DE-4AFD-8E98-AF62595154C8}" srcId="{ED7A98CE-6E8E-43C4-996C-9574110C36C0}" destId="{D3BA3F02-5884-45A1-BC14-E9703CDDA9FA}" srcOrd="5" destOrd="0" parTransId="{F2BB00D2-0C70-4F57-9C20-723917650CBA}" sibTransId="{16A579D5-FCC4-4884-97DC-19CC2D2AB81F}"/>
    <dgm:cxn modelId="{4B522117-636C-4E30-B8A1-A8A5AA59F968}" srcId="{10EE64EC-E0BD-46DB-A26E-376E3CECAB05}" destId="{70409071-92EF-41F7-ADA9-C42DA8536EA8}" srcOrd="2" destOrd="0" parTransId="{71AC9363-928D-4A56-8AF0-266CFC112C10}" sibTransId="{39F0489A-3E8A-47A4-970F-C0D5F5A8EE6A}"/>
    <dgm:cxn modelId="{AC8A3AAB-6B32-4887-88A1-7DD3CF1A8D75}" type="presOf" srcId="{C48A3ADE-64A8-41DB-AAB0-30B938A299A9}" destId="{5A8C57A9-30A6-413B-8BC5-84F8125EB430}" srcOrd="0" destOrd="0" presId="urn:microsoft.com/office/officeart/2005/8/layout/hList1"/>
    <dgm:cxn modelId="{5BB21D3F-B9A8-49C6-925F-C859994D2688}" type="presOf" srcId="{7ACB5B42-E3D6-453C-8E63-CC34B5F4D62F}" destId="{7988A06D-7303-40C3-9DEE-5A98BD1974AE}" srcOrd="0" destOrd="2" presId="urn:microsoft.com/office/officeart/2005/8/layout/hList1"/>
    <dgm:cxn modelId="{413DA84B-8356-428F-A8AC-8238284D4B17}" srcId="{10EE64EC-E0BD-46DB-A26E-376E3CECAB05}" destId="{499256FD-C57B-487A-9C7E-212D0B637A8C}" srcOrd="0" destOrd="0" parTransId="{3FBF17F2-0F49-4EF4-B763-ADD300A1527B}" sibTransId="{204AB52F-0377-4B06-80E6-38FA154C0A70}"/>
    <dgm:cxn modelId="{6E01BC79-E65B-45FB-B62D-FB3204D4453B}" type="presOf" srcId="{347ED644-61B5-4950-9A93-B79BCCD23036}" destId="{1D9E7821-C0BE-428F-B225-5EDFEB1AA979}" srcOrd="0" destOrd="5" presId="urn:microsoft.com/office/officeart/2005/8/layout/hList1"/>
    <dgm:cxn modelId="{68802253-BFE8-49B3-9968-7DE1DD106800}" type="presOf" srcId="{10EE64EC-E0BD-46DB-A26E-376E3CECAB05}" destId="{A9C84BFA-4A7F-4275-97C0-A5E8E35F2E12}" srcOrd="0" destOrd="0" presId="urn:microsoft.com/office/officeart/2005/8/layout/hList1"/>
    <dgm:cxn modelId="{FB50ED5A-5E92-4B68-B8BC-BDD648D7EB8D}" type="presOf" srcId="{B799F3C5-B7BD-44C1-83FD-21C3283395C3}" destId="{5A8C57A9-30A6-413B-8BC5-84F8125EB430}" srcOrd="0" destOrd="3" presId="urn:microsoft.com/office/officeart/2005/8/layout/hList1"/>
    <dgm:cxn modelId="{FA827575-CADD-487E-9C26-6A0EE889B965}" type="presOf" srcId="{771B2592-00FD-4F3C-9F04-12113A932C3F}" destId="{64A4DC11-27C9-4D66-B73F-00E69C139B79}" srcOrd="0" destOrd="3" presId="urn:microsoft.com/office/officeart/2005/8/layout/hList1"/>
    <dgm:cxn modelId="{3CD09BED-AF48-4825-96C1-89E47E9F8DA6}" srcId="{ED7A98CE-6E8E-43C4-996C-9574110C36C0}" destId="{306F877A-5FA6-4A88-9CFC-B36038DB9A28}" srcOrd="12" destOrd="0" parTransId="{3E02211B-A355-4301-BE50-1B037ABC8789}" sibTransId="{91CE3F68-844E-4DB1-84FC-E936ABA84558}"/>
    <dgm:cxn modelId="{4DC946AB-7DC3-4146-A1DA-65615B58A244}" srcId="{ED7A98CE-6E8E-43C4-996C-9574110C36C0}" destId="{2B632799-6862-4599-BD63-4BA2BD234FD8}" srcOrd="9" destOrd="0" parTransId="{76FA8226-197C-4CB0-8A72-993063FCD107}" sibTransId="{CE206F6D-50B6-4DD2-8699-10C366663120}"/>
    <dgm:cxn modelId="{75E54E56-0643-42C6-9D36-76CFFC7FAE08}" type="presOf" srcId="{CAF92F97-9D28-4A16-BBDA-FAF0F84BD401}" destId="{7988A06D-7303-40C3-9DEE-5A98BD1974AE}" srcOrd="0" destOrd="0" presId="urn:microsoft.com/office/officeart/2005/8/layout/hList1"/>
    <dgm:cxn modelId="{5061785C-AA0C-409B-9DC0-1206AAD6CFEF}" srcId="{F2FE8D3E-F9A5-4982-8F78-35D8C916A47F}" destId="{6CF454A5-1897-465E-9555-6F78D6152B8F}" srcOrd="1" destOrd="0" parTransId="{0B50F54F-0B68-485B-9DE9-3EDDA7D06614}" sibTransId="{73EF3616-0CA0-4ABC-A595-2A31FD18F2A5}"/>
    <dgm:cxn modelId="{70B90169-04A9-4ACF-A14A-3E0AFEE947FB}" type="presOf" srcId="{6CF454A5-1897-465E-9555-6F78D6152B8F}" destId="{5A8C57A9-30A6-413B-8BC5-84F8125EB430}" srcOrd="0" destOrd="1" presId="urn:microsoft.com/office/officeart/2005/8/layout/hList1"/>
    <dgm:cxn modelId="{860455A4-09B0-462C-882D-AC23960429E4}" type="presOf" srcId="{F2AD2289-BD4E-4021-9EDA-82A893772669}" destId="{64A4DC11-27C9-4D66-B73F-00E69C139B79}" srcOrd="0" destOrd="1" presId="urn:microsoft.com/office/officeart/2005/8/layout/hList1"/>
    <dgm:cxn modelId="{56A225AC-741D-4AF1-8886-E0BD4F74110D}" srcId="{ED7A98CE-6E8E-43C4-996C-9574110C36C0}" destId="{08D2738E-5E56-41CF-9044-657436549141}" srcOrd="4" destOrd="0" parTransId="{29294062-9E47-41C1-BBE9-CEA62DCF7F15}" sibTransId="{5B3ABCCD-3706-4995-A7D7-1EF1DA407CAB}"/>
    <dgm:cxn modelId="{0A878D84-B204-4BCD-9D7F-71806C405597}" type="presOf" srcId="{2B632799-6862-4599-BD63-4BA2BD234FD8}" destId="{64A4DC11-27C9-4D66-B73F-00E69C139B79}" srcOrd="0" destOrd="9" presId="urn:microsoft.com/office/officeart/2005/8/layout/hList1"/>
    <dgm:cxn modelId="{DB336C2A-33C2-45C2-B236-62638AB045FC}" type="presOf" srcId="{111F5C20-0698-4244-9253-642DBBECE7AF}" destId="{64A4DC11-27C9-4D66-B73F-00E69C139B79}" srcOrd="0" destOrd="2" presId="urn:microsoft.com/office/officeart/2005/8/layout/hList1"/>
    <dgm:cxn modelId="{2F2DB15A-3EB2-44E2-9603-2246169F1ACD}" srcId="{4CAEEC18-CFAA-4944-AEE6-93BCC5AFAC77}" destId="{5D3F29F9-E5D2-4477-965C-D97E6E1C5422}" srcOrd="1" destOrd="0" parTransId="{A44E0022-C665-47B0-BD54-A2EECBA56808}" sibTransId="{D72E495D-4D59-476B-818A-F29E2E30D41C}"/>
    <dgm:cxn modelId="{66F1AAD2-8BD7-4C91-AD64-3502422F825A}" type="presOf" srcId="{3A03DA74-C9F0-420B-8756-458BA5C7AA07}" destId="{5A8C57A9-30A6-413B-8BC5-84F8125EB430}" srcOrd="0" destOrd="5" presId="urn:microsoft.com/office/officeart/2005/8/layout/hList1"/>
    <dgm:cxn modelId="{C66650C7-10B9-4774-BCD3-FB8CBBB02F3D}" type="presOf" srcId="{A10383AF-6AB6-4702-B445-78BFC2D53965}" destId="{7988A06D-7303-40C3-9DEE-5A98BD1974AE}" srcOrd="0" destOrd="5" presId="urn:microsoft.com/office/officeart/2005/8/layout/hList1"/>
    <dgm:cxn modelId="{6F88C1C4-BBE3-4B8D-B269-1B429E00E143}" srcId="{F2FE8D3E-F9A5-4982-8F78-35D8C916A47F}" destId="{26CB24F0-C759-4717-8023-E987D6D60D4E}" srcOrd="6" destOrd="0" parTransId="{F7B4F57A-228D-4854-8F9F-16686B1AE064}" sibTransId="{DE1CE7F5-FD67-4762-A8A4-0565AC0CB809}"/>
    <dgm:cxn modelId="{1945E319-89B3-4E2A-8D98-5DEA109A36B7}" srcId="{4CAEEC18-CFAA-4944-AEE6-93BCC5AFAC77}" destId="{61536B4A-57FC-4DA1-85B1-F6A9D9BE1C29}" srcOrd="6" destOrd="0" parTransId="{B1A86BC3-1261-4938-A9A3-5EAD56D06493}" sibTransId="{9998F2E2-7682-4C8A-98F0-FFB23CF05E82}"/>
    <dgm:cxn modelId="{D4ADD5DE-E276-4A87-9D06-582823A16E7F}" type="presOf" srcId="{432482DF-338E-4B25-A3CB-DA5B436838D5}" destId="{1D9E7821-C0BE-428F-B225-5EDFEB1AA979}" srcOrd="0" destOrd="1" presId="urn:microsoft.com/office/officeart/2005/8/layout/hList1"/>
    <dgm:cxn modelId="{15DD8B90-0E74-49E0-A8BA-E1560A93E63C}" type="presOf" srcId="{F2FE8D3E-F9A5-4982-8F78-35D8C916A47F}" destId="{3590488F-E39B-4BCA-A983-02EC5512A624}" srcOrd="0" destOrd="0" presId="urn:microsoft.com/office/officeart/2005/8/layout/hList1"/>
    <dgm:cxn modelId="{B5F5F66F-091A-42F9-9DDE-641593EA0126}" type="presOf" srcId="{E2FCB1C6-A49A-4F33-B1F1-027CC4AB1256}" destId="{1D9E7821-C0BE-428F-B225-5EDFEB1AA979}" srcOrd="0" destOrd="4" presId="urn:microsoft.com/office/officeart/2005/8/layout/hList1"/>
    <dgm:cxn modelId="{69061B88-DEC9-409B-8372-B02A0B6A8F95}" type="presOf" srcId="{26CB24F0-C759-4717-8023-E987D6D60D4E}" destId="{5A8C57A9-30A6-413B-8BC5-84F8125EB430}" srcOrd="0" destOrd="6" presId="urn:microsoft.com/office/officeart/2005/8/layout/hList1"/>
    <dgm:cxn modelId="{DEA83CA7-0E75-4DDF-801B-BAFC72CA5B60}" type="presOf" srcId="{37FC6C54-E726-4F96-9B21-0C716F0F8DCC}" destId="{7988A06D-7303-40C3-9DEE-5A98BD1974AE}" srcOrd="0" destOrd="9" presId="urn:microsoft.com/office/officeart/2005/8/layout/hList1"/>
    <dgm:cxn modelId="{DAB39305-9730-41A8-A22D-7910B507539F}" srcId="{ED7A98CE-6E8E-43C4-996C-9574110C36C0}" destId="{111F5C20-0698-4244-9253-642DBBECE7AF}" srcOrd="2" destOrd="0" parTransId="{D97BF2DC-CFB6-4231-B14B-113CA9A4D457}" sibTransId="{42324E51-8FB0-4D6B-9670-B1C5178B081F}"/>
    <dgm:cxn modelId="{4C8B0285-AC1C-46C5-90AB-F55CB2385254}" type="presOf" srcId="{87CDDA97-E434-47AE-9807-FFE4F081FF9C}" destId="{7988A06D-7303-40C3-9DEE-5A98BD1974AE}" srcOrd="0" destOrd="7" presId="urn:microsoft.com/office/officeart/2005/8/layout/hList1"/>
    <dgm:cxn modelId="{8389457F-E375-4CEF-B3D3-E16689F95AC7}" srcId="{F2FE8D3E-F9A5-4982-8F78-35D8C916A47F}" destId="{C48A3ADE-64A8-41DB-AAB0-30B938A299A9}" srcOrd="0" destOrd="0" parTransId="{F2F1461C-807D-4ECB-AE93-11BE180C7758}" sibTransId="{F112EA08-D987-4870-B970-825BECB5C406}"/>
    <dgm:cxn modelId="{B4BDDAD6-0A1B-42F3-B49D-7D007DDBA862}" srcId="{4CAEEC18-CFAA-4944-AEE6-93BCC5AFAC77}" destId="{82440F86-2B9A-45E6-A475-C6A9E77A2176}" srcOrd="4" destOrd="0" parTransId="{3F881007-5ABA-40AA-8843-3200095A373D}" sibTransId="{B10A0EC3-F699-4A70-AAA8-906B03E4C02E}"/>
    <dgm:cxn modelId="{74371486-7E1F-4036-AC06-CAC671CED4FE}" srcId="{F2FE8D3E-F9A5-4982-8F78-35D8C916A47F}" destId="{3A03DA74-C9F0-420B-8756-458BA5C7AA07}" srcOrd="5" destOrd="0" parTransId="{8226DD6A-19ED-4F65-B495-9C49F53A3A0F}" sibTransId="{0E77F2C9-35EB-4D23-872F-EE7D282D7CC8}"/>
    <dgm:cxn modelId="{10673796-3249-44AA-9414-48DB40A1EEBD}" srcId="{ED7A98CE-6E8E-43C4-996C-9574110C36C0}" destId="{771B2592-00FD-4F3C-9F04-12113A932C3F}" srcOrd="3" destOrd="0" parTransId="{5E86B8EB-BD75-45B3-9C56-BF47F15AAB55}" sibTransId="{7CD32813-5E83-45AB-B2F8-07F9F935EB47}"/>
    <dgm:cxn modelId="{2BBE3276-EB40-4C61-8607-05F132C59E27}" srcId="{ED7A98CE-6E8E-43C4-996C-9574110C36C0}" destId="{EA637CE7-48EE-4D24-B4E5-CCF28D4C6C33}" srcOrd="6" destOrd="0" parTransId="{970843E8-6455-429C-8DAD-A48A724674EF}" sibTransId="{8F8C4AED-A7AF-4444-B381-ABB6F01477C0}"/>
    <dgm:cxn modelId="{9372BE7B-5F45-49B3-B805-6FF890408C5A}" type="presOf" srcId="{9212BEE6-1231-4D2D-8AA2-C86FA7844475}" destId="{5A8C57A9-30A6-413B-8BC5-84F8125EB430}" srcOrd="0" destOrd="4" presId="urn:microsoft.com/office/officeart/2005/8/layout/hList1"/>
    <dgm:cxn modelId="{89393608-C3EC-4F01-95FE-0B5F0D638E22}" srcId="{10EE64EC-E0BD-46DB-A26E-376E3CECAB05}" destId="{1BC95F95-5D9D-42EF-B0E8-E51BFBDBCC47}" srcOrd="3" destOrd="0" parTransId="{EF36D682-5930-4625-8C51-C687116B40BA}" sibTransId="{89C0682A-D38B-4110-BA79-1229A187A487}"/>
    <dgm:cxn modelId="{7681F602-4770-460F-AC45-44CD92DFCA77}" srcId="{10EE64EC-E0BD-46DB-A26E-376E3CECAB05}" destId="{E2FCB1C6-A49A-4F33-B1F1-027CC4AB1256}" srcOrd="4" destOrd="0" parTransId="{87CDBD77-DF39-4724-8077-BD797ABDD846}" sibTransId="{9BF5635D-FF76-49D9-AC9B-84D7E75BA505}"/>
    <dgm:cxn modelId="{EC7A4DE6-76CA-4152-AFA5-DFBF73C34CE0}" srcId="{F2FE8D3E-F9A5-4982-8F78-35D8C916A47F}" destId="{BCEED643-BAD3-456F-AB45-4EEA1111C72C}" srcOrd="7" destOrd="0" parTransId="{7BEB903F-1F19-4701-B7A9-F3F7A32589DB}" sibTransId="{1AB05ACC-8DE4-4CEF-91F0-11BB408D8647}"/>
    <dgm:cxn modelId="{40C89305-D95B-458B-85D8-5F5C9340BA2A}" type="presOf" srcId="{D3BA3F02-5884-45A1-BC14-E9703CDDA9FA}" destId="{64A4DC11-27C9-4D66-B73F-00E69C139B79}" srcOrd="0" destOrd="5" presId="urn:microsoft.com/office/officeart/2005/8/layout/hList1"/>
    <dgm:cxn modelId="{D0E6B442-97E7-4F84-B596-1D16D622FB70}" type="presOf" srcId="{A1FACEA3-3DA4-43A0-A3BB-FF0F7034B6FF}" destId="{7988A06D-7303-40C3-9DEE-5A98BD1974AE}" srcOrd="0" destOrd="8" presId="urn:microsoft.com/office/officeart/2005/8/layout/hList1"/>
    <dgm:cxn modelId="{F6A9092F-2445-4B58-A539-4C5385E21531}" type="presOf" srcId="{48119C0A-5320-4895-8731-17314BABA8B8}" destId="{7988A06D-7303-40C3-9DEE-5A98BD1974AE}" srcOrd="0" destOrd="12" presId="urn:microsoft.com/office/officeart/2005/8/layout/hList1"/>
    <dgm:cxn modelId="{FBF89758-B3C9-482A-946D-BBF93E11276C}" srcId="{4CAEEC18-CFAA-4944-AEE6-93BCC5AFAC77}" destId="{87CDDA97-E434-47AE-9807-FFE4F081FF9C}" srcOrd="7" destOrd="0" parTransId="{FEED6C17-2F36-44D7-8B57-A7D3F783064C}" sibTransId="{925B4828-4853-4368-8962-43A829389AC7}"/>
    <dgm:cxn modelId="{D2BAE0FD-6519-4E75-ADAB-717C6E16AC23}" type="presOf" srcId="{1BC95F95-5D9D-42EF-B0E8-E51BFBDBCC47}" destId="{1D9E7821-C0BE-428F-B225-5EDFEB1AA979}" srcOrd="0" destOrd="3" presId="urn:microsoft.com/office/officeart/2005/8/layout/hList1"/>
    <dgm:cxn modelId="{2BD24FD9-FFF5-4974-8C90-8E8D74E1FA17}" srcId="{4CAEEC18-CFAA-4944-AEE6-93BCC5AFAC77}" destId="{37FC6C54-E726-4F96-9B21-0C716F0F8DCC}" srcOrd="9" destOrd="0" parTransId="{8FACC2EF-83C5-4483-937E-7ECCD82CECAC}" sibTransId="{A6BA7662-827F-44F5-A602-9FC2B328E63D}"/>
    <dgm:cxn modelId="{E5344907-B6B6-4EB2-91B5-D614C99E3A00}" type="presOf" srcId="{D2BDA3E2-AA49-41D3-8DC5-2BA0B4D44F45}" destId="{64A4DC11-27C9-4D66-B73F-00E69C139B79}" srcOrd="0" destOrd="10" presId="urn:microsoft.com/office/officeart/2005/8/layout/hList1"/>
    <dgm:cxn modelId="{A85F249F-A3A2-461E-B2B3-49828D2CA8C6}" type="presOf" srcId="{A7916E65-6DB7-4851-A480-12DB39D2E848}" destId="{64A4DC11-27C9-4D66-B73F-00E69C139B79}" srcOrd="0" destOrd="11" presId="urn:microsoft.com/office/officeart/2005/8/layout/hList1"/>
    <dgm:cxn modelId="{6DACF737-C441-442D-A5A1-E8B14CCBBA53}" type="presOf" srcId="{306F877A-5FA6-4A88-9CFC-B36038DB9A28}" destId="{64A4DC11-27C9-4D66-B73F-00E69C139B79}" srcOrd="0" destOrd="12" presId="urn:microsoft.com/office/officeart/2005/8/layout/hList1"/>
    <dgm:cxn modelId="{38574594-143F-4A84-B23A-A23688F8FEFB}" srcId="{ED7A98CE-6E8E-43C4-996C-9574110C36C0}" destId="{0B3E54A3-311B-45ED-B456-3095707B5B32}" srcOrd="14" destOrd="0" parTransId="{A3707884-93FE-4D40-9AA1-134880B85F8C}" sibTransId="{0D4F37CF-3F00-4A33-B48D-8CB26464422D}"/>
    <dgm:cxn modelId="{12C477A2-9E5F-40A7-9CD1-585BF23F16F7}" type="presParOf" srcId="{5835726F-3F14-4C91-B3D8-38905C0404B4}" destId="{BDBF033E-33B0-444C-8D53-C82DE0939BD9}" srcOrd="0" destOrd="0" presId="urn:microsoft.com/office/officeart/2005/8/layout/hList1"/>
    <dgm:cxn modelId="{22AE9275-D3C8-4187-A0D9-8EC46A0A2422}" type="presParOf" srcId="{BDBF033E-33B0-444C-8D53-C82DE0939BD9}" destId="{3590488F-E39B-4BCA-A983-02EC5512A624}" srcOrd="0" destOrd="0" presId="urn:microsoft.com/office/officeart/2005/8/layout/hList1"/>
    <dgm:cxn modelId="{8E579F0A-8CD1-47B2-87CA-96BC1E4231DD}" type="presParOf" srcId="{BDBF033E-33B0-444C-8D53-C82DE0939BD9}" destId="{5A8C57A9-30A6-413B-8BC5-84F8125EB430}" srcOrd="1" destOrd="0" presId="urn:microsoft.com/office/officeart/2005/8/layout/hList1"/>
    <dgm:cxn modelId="{E7DE7A8D-6896-44ED-B57D-BB27F3FD7575}" type="presParOf" srcId="{5835726F-3F14-4C91-B3D8-38905C0404B4}" destId="{165766D4-8E12-4302-8240-00E420FCC8A4}" srcOrd="1" destOrd="0" presId="urn:microsoft.com/office/officeart/2005/8/layout/hList1"/>
    <dgm:cxn modelId="{24B10B55-35FF-454A-9A13-4D50E135D1B8}" type="presParOf" srcId="{5835726F-3F14-4C91-B3D8-38905C0404B4}" destId="{DB934B44-EA72-4DDB-BC8F-FA1588972D25}" srcOrd="2" destOrd="0" presId="urn:microsoft.com/office/officeart/2005/8/layout/hList1"/>
    <dgm:cxn modelId="{15ECB4F8-6576-4D3F-96DF-5811DAE52F68}" type="presParOf" srcId="{DB934B44-EA72-4DDB-BC8F-FA1588972D25}" destId="{8F68B015-0808-4722-A2B1-4492A1B5B96B}" srcOrd="0" destOrd="0" presId="urn:microsoft.com/office/officeart/2005/8/layout/hList1"/>
    <dgm:cxn modelId="{BF0E60B9-705E-4B0D-A5AF-EB4D78BACD05}" type="presParOf" srcId="{DB934B44-EA72-4DDB-BC8F-FA1588972D25}" destId="{64A4DC11-27C9-4D66-B73F-00E69C139B79}" srcOrd="1" destOrd="0" presId="urn:microsoft.com/office/officeart/2005/8/layout/hList1"/>
    <dgm:cxn modelId="{3C3583C1-1070-42DA-B436-0C4A3467DB6E}" type="presParOf" srcId="{5835726F-3F14-4C91-B3D8-38905C0404B4}" destId="{FA78DA00-E438-4C1E-A664-B2EEBB8A92B7}" srcOrd="3" destOrd="0" presId="urn:microsoft.com/office/officeart/2005/8/layout/hList1"/>
    <dgm:cxn modelId="{2C1B0A4C-6C47-45C0-B908-B084186B059F}" type="presParOf" srcId="{5835726F-3F14-4C91-B3D8-38905C0404B4}" destId="{25350AD2-D97E-42AC-B267-108D541D7C49}" srcOrd="4" destOrd="0" presId="urn:microsoft.com/office/officeart/2005/8/layout/hList1"/>
    <dgm:cxn modelId="{E147E5EE-2866-4EC5-ADD8-770BBBA561D9}" type="presParOf" srcId="{25350AD2-D97E-42AC-B267-108D541D7C49}" destId="{217E2C7D-0454-4EBE-8D97-DD275E5ADA64}" srcOrd="0" destOrd="0" presId="urn:microsoft.com/office/officeart/2005/8/layout/hList1"/>
    <dgm:cxn modelId="{97949AA3-BB6D-4AFF-B9E3-2DE0BA6AEF18}" type="presParOf" srcId="{25350AD2-D97E-42AC-B267-108D541D7C49}" destId="{7988A06D-7303-40C3-9DEE-5A98BD1974AE}" srcOrd="1" destOrd="0" presId="urn:microsoft.com/office/officeart/2005/8/layout/hList1"/>
    <dgm:cxn modelId="{28688D40-AB2F-4D79-9F53-055FF82C403C}" type="presParOf" srcId="{5835726F-3F14-4C91-B3D8-38905C0404B4}" destId="{8A0280B1-CC2D-46EB-85CC-5096ECC58747}" srcOrd="5" destOrd="0" presId="urn:microsoft.com/office/officeart/2005/8/layout/hList1"/>
    <dgm:cxn modelId="{8D851C05-2425-41A7-A7C2-FCB65777EB47}" type="presParOf" srcId="{5835726F-3F14-4C91-B3D8-38905C0404B4}" destId="{03AF9135-5EE9-4865-B107-D3C462E9FF25}" srcOrd="6" destOrd="0" presId="urn:microsoft.com/office/officeart/2005/8/layout/hList1"/>
    <dgm:cxn modelId="{C8EE87D5-D66F-4602-8834-7759E5020339}" type="presParOf" srcId="{03AF9135-5EE9-4865-B107-D3C462E9FF25}" destId="{A9C84BFA-4A7F-4275-97C0-A5E8E35F2E12}" srcOrd="0" destOrd="0" presId="urn:microsoft.com/office/officeart/2005/8/layout/hList1"/>
    <dgm:cxn modelId="{31A11EEB-F68C-40BC-B49B-4F5FF6CED7FC}" type="presParOf" srcId="{03AF9135-5EE9-4865-B107-D3C462E9FF25}" destId="{1D9E7821-C0BE-428F-B225-5EDFEB1AA97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12C213-2EFA-45B7-AD46-09617B321ED1}">
      <dsp:nvSpPr>
        <dsp:cNvPr id="0" name=""/>
        <dsp:cNvSpPr/>
      </dsp:nvSpPr>
      <dsp:spPr>
        <a:xfrm>
          <a:off x="0" y="17528"/>
          <a:ext cx="5234609" cy="633600"/>
        </a:xfrm>
        <a:prstGeom prst="rect">
          <a:avLst/>
        </a:prstGeom>
        <a:solidFill>
          <a:srgbClr val="CC0000"/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/>
            <a:t>Transaction</a:t>
          </a:r>
        </a:p>
      </dsp:txBody>
      <dsp:txXfrm>
        <a:off x="0" y="17528"/>
        <a:ext cx="5234609" cy="633600"/>
      </dsp:txXfrm>
    </dsp:sp>
    <dsp:sp modelId="{7BB82CE5-1ACE-4388-9187-0F3DCD40E0CB}">
      <dsp:nvSpPr>
        <dsp:cNvPr id="0" name=""/>
        <dsp:cNvSpPr/>
      </dsp:nvSpPr>
      <dsp:spPr>
        <a:xfrm>
          <a:off x="0" y="735138"/>
          <a:ext cx="5234609" cy="4589639"/>
        </a:xfrm>
        <a:prstGeom prst="rect">
          <a:avLst/>
        </a:prstGeom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200" kern="1200" dirty="0" err="1"/>
            <a:t>Transaction_id</a:t>
          </a: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200" kern="1200" dirty="0" err="1"/>
            <a:t>Transaction_date</a:t>
          </a: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200" kern="1200" dirty="0" err="1"/>
            <a:t>Event_id</a:t>
          </a: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200" kern="1200" dirty="0" err="1" smtClean="0"/>
            <a:t>Customer_id</a:t>
          </a: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200" kern="1200" dirty="0" err="1"/>
            <a:t>Feedback_id</a:t>
          </a: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200" kern="1200" dirty="0" err="1"/>
            <a:t>Location_id</a:t>
          </a: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200" kern="1200" dirty="0" err="1" smtClean="0"/>
            <a:t>Payment_id</a:t>
          </a: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200" kern="1200" dirty="0" err="1" smtClean="0"/>
            <a:t>Transaction_status</a:t>
          </a:r>
          <a:endParaRPr lang="en-US" sz="2200" kern="1200" dirty="0"/>
        </a:p>
        <a:p>
          <a:pPr marL="228600" lvl="1" indent="-228600" algn="ctr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2200" kern="1200" dirty="0"/>
        </a:p>
        <a:p>
          <a:pPr marL="228600" lvl="1" indent="-228600" algn="ctr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2200" kern="1200" dirty="0"/>
        </a:p>
        <a:p>
          <a:pPr marL="228600" lvl="1" indent="-228600" algn="ctr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2200" kern="1200" dirty="0"/>
        </a:p>
        <a:p>
          <a:pPr marL="228600" lvl="1" indent="-228600" algn="ctr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2200" kern="1200" dirty="0"/>
        </a:p>
      </dsp:txBody>
      <dsp:txXfrm>
        <a:off x="0" y="735138"/>
        <a:ext cx="5234609" cy="458963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90488F-E39B-4BCA-A983-02EC5512A624}">
      <dsp:nvSpPr>
        <dsp:cNvPr id="0" name=""/>
        <dsp:cNvSpPr/>
      </dsp:nvSpPr>
      <dsp:spPr>
        <a:xfrm>
          <a:off x="13564" y="1661248"/>
          <a:ext cx="1354662" cy="507863"/>
        </a:xfrm>
        <a:prstGeom prst="rect">
          <a:avLst/>
        </a:prstGeom>
        <a:solidFill>
          <a:srgbClr val="CC0000"/>
        </a:solidFill>
        <a:ln w="6350" cap="flat" cmpd="sng" algn="ctr">
          <a:solidFill>
            <a:srgbClr val="CC0000"/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Event </a:t>
          </a:r>
          <a:endParaRPr lang="en-US" sz="1400" kern="1200" dirty="0"/>
        </a:p>
      </dsp:txBody>
      <dsp:txXfrm>
        <a:off x="13564" y="1661248"/>
        <a:ext cx="1354662" cy="507863"/>
      </dsp:txXfrm>
    </dsp:sp>
    <dsp:sp modelId="{5A8C57A9-30A6-413B-8BC5-84F8125EB430}">
      <dsp:nvSpPr>
        <dsp:cNvPr id="0" name=""/>
        <dsp:cNvSpPr/>
      </dsp:nvSpPr>
      <dsp:spPr>
        <a:xfrm>
          <a:off x="13564" y="2169112"/>
          <a:ext cx="1354662" cy="2895117"/>
        </a:xfrm>
        <a:prstGeom prst="rect">
          <a:avLst/>
        </a:prstGeom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err="1"/>
            <a:t>Event_id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err="1" smtClean="0"/>
            <a:t>Event_type</a:t>
          </a:r>
          <a:r>
            <a:rPr lang="en-US" sz="1400" kern="1200" dirty="0" smtClean="0"/>
            <a:t> </a:t>
          </a:r>
          <a:endParaRPr lang="en-US" sz="1400" kern="1200" dirty="0"/>
        </a:p>
      </dsp:txBody>
      <dsp:txXfrm>
        <a:off x="13564" y="2169112"/>
        <a:ext cx="1354662" cy="2895117"/>
      </dsp:txXfrm>
    </dsp:sp>
    <dsp:sp modelId="{ADE219C3-7554-46A7-9B78-4A48C3517E19}">
      <dsp:nvSpPr>
        <dsp:cNvPr id="0" name=""/>
        <dsp:cNvSpPr/>
      </dsp:nvSpPr>
      <dsp:spPr>
        <a:xfrm>
          <a:off x="1557879" y="1661248"/>
          <a:ext cx="1354662" cy="507863"/>
        </a:xfrm>
        <a:prstGeom prst="rect">
          <a:avLst/>
        </a:prstGeom>
        <a:solidFill>
          <a:srgbClr val="CC0000"/>
        </a:solidFill>
        <a:ln w="6350" cap="flat" cmpd="sng" algn="ctr">
          <a:solidFill>
            <a:srgbClr val="CC0000"/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Feedback</a:t>
          </a:r>
        </a:p>
      </dsp:txBody>
      <dsp:txXfrm>
        <a:off x="1557879" y="1661248"/>
        <a:ext cx="1354662" cy="507863"/>
      </dsp:txXfrm>
    </dsp:sp>
    <dsp:sp modelId="{DFF9E8C9-15A4-4D68-8F5C-A114AF933E6F}">
      <dsp:nvSpPr>
        <dsp:cNvPr id="0" name=""/>
        <dsp:cNvSpPr/>
      </dsp:nvSpPr>
      <dsp:spPr>
        <a:xfrm>
          <a:off x="1557879" y="2169112"/>
          <a:ext cx="1354662" cy="2895117"/>
        </a:xfrm>
        <a:prstGeom prst="rect">
          <a:avLst/>
        </a:prstGeom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lin ang="5400000" scaled="1"/>
          <a:tileRect/>
        </a:gra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err="1"/>
            <a:t>Feedback_id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err="1"/>
            <a:t>Customer_id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err="1" smtClean="0"/>
            <a:t>Event_id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err="1" smtClean="0"/>
            <a:t>Star_feedback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err="1"/>
            <a:t>Text_feedback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err="1"/>
            <a:t>Last_updated</a:t>
          </a:r>
          <a:r>
            <a:rPr lang="en-US" sz="1400" kern="1200" dirty="0"/>
            <a:t> </a:t>
          </a:r>
        </a:p>
      </dsp:txBody>
      <dsp:txXfrm>
        <a:off x="1557879" y="2169112"/>
        <a:ext cx="1354662" cy="2895117"/>
      </dsp:txXfrm>
    </dsp:sp>
    <dsp:sp modelId="{81946786-B8FC-41F6-B2EB-8539C4F633EA}">
      <dsp:nvSpPr>
        <dsp:cNvPr id="0" name=""/>
        <dsp:cNvSpPr/>
      </dsp:nvSpPr>
      <dsp:spPr>
        <a:xfrm>
          <a:off x="3102195" y="1661248"/>
          <a:ext cx="1354662" cy="507863"/>
        </a:xfrm>
        <a:prstGeom prst="rect">
          <a:avLst/>
        </a:prstGeom>
        <a:solidFill>
          <a:srgbClr val="CC0000"/>
        </a:solidFill>
        <a:ln w="6350" cap="flat" cmpd="sng" algn="ctr">
          <a:solidFill>
            <a:srgbClr val="CC0000"/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err="1"/>
            <a:t>Customer_info</a:t>
          </a:r>
          <a:endParaRPr lang="en-US" sz="1400" kern="1200" dirty="0"/>
        </a:p>
      </dsp:txBody>
      <dsp:txXfrm>
        <a:off x="3102195" y="1661248"/>
        <a:ext cx="1354662" cy="507863"/>
      </dsp:txXfrm>
    </dsp:sp>
    <dsp:sp modelId="{865E2C73-BFAB-4094-A34C-AC2EDE040E6F}">
      <dsp:nvSpPr>
        <dsp:cNvPr id="0" name=""/>
        <dsp:cNvSpPr/>
      </dsp:nvSpPr>
      <dsp:spPr>
        <a:xfrm>
          <a:off x="3102195" y="2169112"/>
          <a:ext cx="1354662" cy="2895117"/>
        </a:xfrm>
        <a:prstGeom prst="rect">
          <a:avLst/>
        </a:prstGeom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t="100000" r="100000"/>
          </a:path>
          <a:tileRect l="-100000" b="-100000"/>
        </a:gra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en-US" sz="1400" kern="1200" dirty="0" err="1"/>
            <a:t>Customer_id</a:t>
          </a:r>
          <a:r>
            <a:rPr lang="en-US" sz="1400" kern="1200" dirty="0"/>
            <a:t>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en-US" sz="1400" kern="1200" dirty="0"/>
            <a:t>Name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en-US" sz="1400" kern="1200" dirty="0"/>
            <a:t>Email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en-US" sz="1400" kern="1200" dirty="0" err="1"/>
            <a:t>Wallet_amount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en-US" sz="1400" kern="1200" dirty="0" err="1"/>
            <a:t>Card_details</a:t>
          </a:r>
          <a:r>
            <a:rPr lang="en-US" sz="1400" kern="1200" dirty="0"/>
            <a:t> 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en-US" sz="1400" kern="1200" dirty="0"/>
            <a:t>Mobile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en-US" sz="1400" kern="1200" dirty="0" err="1"/>
            <a:t>Birth_date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en-US" sz="1400" kern="1200" dirty="0"/>
            <a:t>Address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en-US" sz="1400" kern="1200" dirty="0"/>
            <a:t>Interests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en-US" sz="1400" kern="1200" dirty="0" err="1" smtClean="0"/>
            <a:t>User_type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en-US" sz="1400" kern="1200" dirty="0" err="1"/>
            <a:t>Last_updated</a:t>
          </a:r>
          <a:endParaRPr lang="en-US" sz="1400" kern="1200" dirty="0"/>
        </a:p>
      </dsp:txBody>
      <dsp:txXfrm>
        <a:off x="3102195" y="2169112"/>
        <a:ext cx="1354662" cy="2895117"/>
      </dsp:txXfrm>
    </dsp:sp>
    <dsp:sp modelId="{4A3C6E48-E44C-4A21-AEB9-407D4BDB1880}">
      <dsp:nvSpPr>
        <dsp:cNvPr id="0" name=""/>
        <dsp:cNvSpPr/>
      </dsp:nvSpPr>
      <dsp:spPr>
        <a:xfrm>
          <a:off x="4646510" y="1661248"/>
          <a:ext cx="1354662" cy="507863"/>
        </a:xfrm>
        <a:prstGeom prst="rect">
          <a:avLst/>
        </a:prstGeom>
        <a:solidFill>
          <a:srgbClr val="CC0000"/>
        </a:solidFill>
        <a:ln w="6350" cap="flat" cmpd="sng" algn="ctr">
          <a:solidFill>
            <a:srgbClr val="C00000"/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Location</a:t>
          </a:r>
        </a:p>
      </dsp:txBody>
      <dsp:txXfrm>
        <a:off x="4646510" y="1661248"/>
        <a:ext cx="1354662" cy="507863"/>
      </dsp:txXfrm>
    </dsp:sp>
    <dsp:sp modelId="{6B8A1F90-5729-4E2A-89CB-D4CE4E9364FD}">
      <dsp:nvSpPr>
        <dsp:cNvPr id="0" name=""/>
        <dsp:cNvSpPr/>
      </dsp:nvSpPr>
      <dsp:spPr>
        <a:xfrm>
          <a:off x="4646510" y="2169112"/>
          <a:ext cx="1354662" cy="2895117"/>
        </a:xfrm>
        <a:prstGeom prst="rect">
          <a:avLst/>
        </a:prstGeom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lin ang="8100000" scaled="1"/>
          <a:tileRect/>
        </a:gra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err="1"/>
            <a:t>Location_id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err="1" smtClean="0"/>
            <a:t>Hall_id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err="1" smtClean="0"/>
            <a:t>Address_id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Class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/>
            <a:t>Capacity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/>
            <a:t>Details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err="1"/>
            <a:t>Last_updated</a:t>
          </a:r>
          <a:endParaRPr lang="en-US" sz="1400" kern="1200" dirty="0"/>
        </a:p>
      </dsp:txBody>
      <dsp:txXfrm>
        <a:off x="4646510" y="2169112"/>
        <a:ext cx="1354662" cy="2895117"/>
      </dsp:txXfrm>
    </dsp:sp>
    <dsp:sp modelId="{2234FBDD-4CD5-48CE-9A69-F071E9B592EA}">
      <dsp:nvSpPr>
        <dsp:cNvPr id="0" name=""/>
        <dsp:cNvSpPr/>
      </dsp:nvSpPr>
      <dsp:spPr>
        <a:xfrm>
          <a:off x="6190826" y="1661248"/>
          <a:ext cx="1354662" cy="507863"/>
        </a:xfrm>
        <a:prstGeom prst="rect">
          <a:avLst/>
        </a:prstGeom>
        <a:solidFill>
          <a:srgbClr val="CC0000"/>
        </a:solidFill>
        <a:ln w="6350" cap="flat" cmpd="sng" algn="ctr">
          <a:solidFill>
            <a:srgbClr val="CC0000"/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err="1"/>
            <a:t>Location_event</a:t>
          </a:r>
          <a:endParaRPr lang="en-US" sz="1400" kern="1200" dirty="0"/>
        </a:p>
      </dsp:txBody>
      <dsp:txXfrm>
        <a:off x="6190826" y="1661248"/>
        <a:ext cx="1354662" cy="507863"/>
      </dsp:txXfrm>
    </dsp:sp>
    <dsp:sp modelId="{147DE35A-B088-4C65-951F-C5FFB8C421C8}">
      <dsp:nvSpPr>
        <dsp:cNvPr id="0" name=""/>
        <dsp:cNvSpPr/>
      </dsp:nvSpPr>
      <dsp:spPr>
        <a:xfrm>
          <a:off x="6190826" y="2169112"/>
          <a:ext cx="1354662" cy="2895117"/>
        </a:xfrm>
        <a:prstGeom prst="rect">
          <a:avLst/>
        </a:prstGeom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err="1" smtClean="0"/>
            <a:t>Location_event_id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err="1"/>
            <a:t>Location_id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err="1" smtClean="0"/>
            <a:t>Hall_id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err="1" smtClean="0"/>
            <a:t>Event_id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err="1"/>
            <a:t>Last_updated</a:t>
          </a:r>
          <a:r>
            <a:rPr lang="en-US" sz="1400" kern="1200" dirty="0"/>
            <a:t> </a:t>
          </a:r>
        </a:p>
      </dsp:txBody>
      <dsp:txXfrm>
        <a:off x="6190826" y="2169112"/>
        <a:ext cx="1354662" cy="2895117"/>
      </dsp:txXfrm>
    </dsp:sp>
    <dsp:sp modelId="{26885A45-0185-4333-A920-6F044D6987A4}">
      <dsp:nvSpPr>
        <dsp:cNvPr id="0" name=""/>
        <dsp:cNvSpPr/>
      </dsp:nvSpPr>
      <dsp:spPr>
        <a:xfrm>
          <a:off x="7735141" y="1661248"/>
          <a:ext cx="1354662" cy="507863"/>
        </a:xfrm>
        <a:prstGeom prst="rect">
          <a:avLst/>
        </a:prstGeom>
        <a:solidFill>
          <a:srgbClr val="CC0000"/>
        </a:solidFill>
        <a:ln w="6350" cap="flat" cmpd="sng" algn="ctr">
          <a:solidFill>
            <a:srgbClr val="CC0000"/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Payment</a:t>
          </a:r>
        </a:p>
      </dsp:txBody>
      <dsp:txXfrm>
        <a:off x="7735141" y="1661248"/>
        <a:ext cx="1354662" cy="507863"/>
      </dsp:txXfrm>
    </dsp:sp>
    <dsp:sp modelId="{A3540208-437B-4CB7-B9D1-6BC90E2D5844}">
      <dsp:nvSpPr>
        <dsp:cNvPr id="0" name=""/>
        <dsp:cNvSpPr/>
      </dsp:nvSpPr>
      <dsp:spPr>
        <a:xfrm>
          <a:off x="7735141" y="2169112"/>
          <a:ext cx="1354662" cy="2895117"/>
        </a:xfrm>
        <a:prstGeom prst="rect">
          <a:avLst/>
        </a:prstGeom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err="1"/>
            <a:t>Payment_id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err="1"/>
            <a:t>Customer_id</a:t>
          </a:r>
          <a:r>
            <a:rPr lang="en-US" sz="1400" kern="1200" dirty="0"/>
            <a:t>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err="1"/>
            <a:t>Offer_id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Amount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err="1" smtClean="0"/>
            <a:t>Num_of_seats</a:t>
          </a:r>
          <a:r>
            <a:rPr lang="en-US" sz="1400" kern="1200" dirty="0" smtClean="0"/>
            <a:t> 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err="1"/>
            <a:t>Payment_method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Bank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err="1" smtClean="0"/>
            <a:t>Last_updated</a:t>
          </a:r>
          <a:r>
            <a:rPr lang="en-US" sz="1400" kern="1200" dirty="0" smtClean="0"/>
            <a:t> 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1400" kern="1200" dirty="0"/>
        </a:p>
      </dsp:txBody>
      <dsp:txXfrm>
        <a:off x="7735141" y="2169112"/>
        <a:ext cx="1354662" cy="2895117"/>
      </dsp:txXfrm>
    </dsp:sp>
    <dsp:sp modelId="{A225169B-65E8-4749-82BE-E40C8B72268E}">
      <dsp:nvSpPr>
        <dsp:cNvPr id="0" name=""/>
        <dsp:cNvSpPr/>
      </dsp:nvSpPr>
      <dsp:spPr>
        <a:xfrm>
          <a:off x="9279457" y="1661248"/>
          <a:ext cx="1354662" cy="507863"/>
        </a:xfrm>
        <a:prstGeom prst="rect">
          <a:avLst/>
        </a:prstGeom>
        <a:solidFill>
          <a:srgbClr val="CC0000"/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Offer</a:t>
          </a:r>
        </a:p>
      </dsp:txBody>
      <dsp:txXfrm>
        <a:off x="9279457" y="1661248"/>
        <a:ext cx="1354662" cy="507863"/>
      </dsp:txXfrm>
    </dsp:sp>
    <dsp:sp modelId="{E732ECA6-2509-49DA-AAE9-592DDF4CCB11}">
      <dsp:nvSpPr>
        <dsp:cNvPr id="0" name=""/>
        <dsp:cNvSpPr/>
      </dsp:nvSpPr>
      <dsp:spPr>
        <a:xfrm>
          <a:off x="9279457" y="2169112"/>
          <a:ext cx="1354662" cy="2895117"/>
        </a:xfrm>
        <a:prstGeom prst="rect">
          <a:avLst/>
        </a:prstGeom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lin ang="5400000" scaled="1"/>
          <a:tileRect/>
        </a:gra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err="1"/>
            <a:t>Offer_id</a:t>
          </a:r>
          <a:r>
            <a:rPr lang="en-US" sz="1400" kern="1200" dirty="0"/>
            <a:t>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/>
            <a:t>Discount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err="1"/>
            <a:t>Valid_from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err="1"/>
            <a:t>Valid_to</a:t>
          </a:r>
          <a:r>
            <a:rPr lang="en-US" sz="1400" kern="1200" dirty="0"/>
            <a:t>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err="1"/>
            <a:t>Region_id</a:t>
          </a:r>
          <a:r>
            <a:rPr lang="en-US" sz="1400" kern="1200" dirty="0"/>
            <a:t> </a:t>
          </a:r>
        </a:p>
      </dsp:txBody>
      <dsp:txXfrm>
        <a:off x="9279457" y="2169112"/>
        <a:ext cx="1354662" cy="2895117"/>
      </dsp:txXfrm>
    </dsp:sp>
    <dsp:sp modelId="{974799C3-F750-469E-8924-90BE220E1382}">
      <dsp:nvSpPr>
        <dsp:cNvPr id="0" name=""/>
        <dsp:cNvSpPr/>
      </dsp:nvSpPr>
      <dsp:spPr>
        <a:xfrm>
          <a:off x="10823773" y="1661248"/>
          <a:ext cx="1354662" cy="507863"/>
        </a:xfrm>
        <a:prstGeom prst="rect">
          <a:avLst/>
        </a:prstGeom>
        <a:solidFill>
          <a:srgbClr val="CC0000"/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err="1" smtClean="0"/>
            <a:t>Confirmation_message</a:t>
          </a:r>
          <a:endParaRPr lang="en-US" sz="1400" kern="1200" dirty="0"/>
        </a:p>
      </dsp:txBody>
      <dsp:txXfrm>
        <a:off x="10823773" y="1661248"/>
        <a:ext cx="1354662" cy="507863"/>
      </dsp:txXfrm>
    </dsp:sp>
    <dsp:sp modelId="{14058D68-FB83-4172-AEFE-06E41170AE94}">
      <dsp:nvSpPr>
        <dsp:cNvPr id="0" name=""/>
        <dsp:cNvSpPr/>
      </dsp:nvSpPr>
      <dsp:spPr>
        <a:xfrm>
          <a:off x="10823773" y="2169112"/>
          <a:ext cx="1354662" cy="2895117"/>
        </a:xfrm>
        <a:prstGeom prst="rect">
          <a:avLst/>
        </a:prstGeom>
        <a:gradFill flip="none" rotWithShape="1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err="1" smtClean="0"/>
            <a:t>Transaction_id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Message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1400" kern="1200" dirty="0"/>
        </a:p>
      </dsp:txBody>
      <dsp:txXfrm>
        <a:off x="10823773" y="2169112"/>
        <a:ext cx="1354662" cy="289511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90488F-E39B-4BCA-A983-02EC5512A624}">
      <dsp:nvSpPr>
        <dsp:cNvPr id="0" name=""/>
        <dsp:cNvSpPr/>
      </dsp:nvSpPr>
      <dsp:spPr>
        <a:xfrm>
          <a:off x="4583" y="358135"/>
          <a:ext cx="2756296" cy="1102518"/>
        </a:xfrm>
        <a:prstGeom prst="rect">
          <a:avLst/>
        </a:prstGeom>
        <a:solidFill>
          <a:srgbClr val="CC0000"/>
        </a:solidFill>
        <a:ln w="6350" cap="flat" cmpd="sng" algn="ctr">
          <a:solidFill>
            <a:srgbClr val="CC0000"/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Address </a:t>
          </a:r>
          <a:endParaRPr lang="en-US" sz="2800" kern="1200" dirty="0"/>
        </a:p>
      </dsp:txBody>
      <dsp:txXfrm>
        <a:off x="4583" y="358135"/>
        <a:ext cx="2756296" cy="1102518"/>
      </dsp:txXfrm>
    </dsp:sp>
    <dsp:sp modelId="{5A8C57A9-30A6-413B-8BC5-84F8125EB430}">
      <dsp:nvSpPr>
        <dsp:cNvPr id="0" name=""/>
        <dsp:cNvSpPr/>
      </dsp:nvSpPr>
      <dsp:spPr>
        <a:xfrm>
          <a:off x="4583" y="1460654"/>
          <a:ext cx="2756296" cy="4906687"/>
        </a:xfrm>
        <a:prstGeom prst="rect">
          <a:avLst/>
        </a:prstGeom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err="1" smtClean="0"/>
            <a:t>address_id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Address1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Address2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Landmark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City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err="1" smtClean="0"/>
            <a:t>Pin_Code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State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err="1" smtClean="0"/>
            <a:t>Last_updated</a:t>
          </a:r>
          <a:r>
            <a:rPr lang="en-US" sz="1800" kern="1200" dirty="0" smtClean="0"/>
            <a:t> </a:t>
          </a:r>
          <a:endParaRPr lang="en-US" sz="1800" kern="1200" dirty="0"/>
        </a:p>
      </dsp:txBody>
      <dsp:txXfrm>
        <a:off x="4583" y="1460654"/>
        <a:ext cx="2756296" cy="4906687"/>
      </dsp:txXfrm>
    </dsp:sp>
    <dsp:sp modelId="{8F68B015-0808-4722-A2B1-4492A1B5B96B}">
      <dsp:nvSpPr>
        <dsp:cNvPr id="0" name=""/>
        <dsp:cNvSpPr/>
      </dsp:nvSpPr>
      <dsp:spPr>
        <a:xfrm>
          <a:off x="3146762" y="358135"/>
          <a:ext cx="2756296" cy="1102518"/>
        </a:xfrm>
        <a:prstGeom prst="rect">
          <a:avLst/>
        </a:prstGeom>
        <a:solidFill>
          <a:srgbClr val="C00000"/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Movie</a:t>
          </a:r>
          <a:endParaRPr lang="en-US" sz="2000" kern="1200" dirty="0"/>
        </a:p>
      </dsp:txBody>
      <dsp:txXfrm>
        <a:off x="3146762" y="358135"/>
        <a:ext cx="2756296" cy="1102518"/>
      </dsp:txXfrm>
    </dsp:sp>
    <dsp:sp modelId="{64A4DC11-27C9-4D66-B73F-00E69C139B79}">
      <dsp:nvSpPr>
        <dsp:cNvPr id="0" name=""/>
        <dsp:cNvSpPr/>
      </dsp:nvSpPr>
      <dsp:spPr>
        <a:xfrm>
          <a:off x="3146762" y="1460654"/>
          <a:ext cx="2756296" cy="4906687"/>
        </a:xfrm>
        <a:prstGeom prst="rect">
          <a:avLst/>
        </a:prstGeom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err="1" smtClean="0"/>
            <a:t>Event_id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err="1" smtClean="0"/>
            <a:t>Movie_name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Genre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err="1" smtClean="0"/>
            <a:t>First_actor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err="1" smtClean="0"/>
            <a:t>Second_actor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err="1" smtClean="0"/>
            <a:t>First_actress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err="1" smtClean="0"/>
            <a:t>Second_actress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Director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err="1" smtClean="0"/>
            <a:t>Music_director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Producer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err="1" smtClean="0"/>
            <a:t>Release_date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err="1" smtClean="0"/>
            <a:t>Run_time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Synopsys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err="1" smtClean="0"/>
            <a:t>Trailer_url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err="1" smtClean="0"/>
            <a:t>Social_links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err="1" smtClean="0"/>
            <a:t>Last_updated</a:t>
          </a:r>
          <a:endParaRPr lang="en-US" sz="1800" kern="1200" dirty="0"/>
        </a:p>
      </dsp:txBody>
      <dsp:txXfrm>
        <a:off x="3146762" y="1460654"/>
        <a:ext cx="2756296" cy="4906687"/>
      </dsp:txXfrm>
    </dsp:sp>
    <dsp:sp modelId="{217E2C7D-0454-4EBE-8D97-DD275E5ADA64}">
      <dsp:nvSpPr>
        <dsp:cNvPr id="0" name=""/>
        <dsp:cNvSpPr/>
      </dsp:nvSpPr>
      <dsp:spPr>
        <a:xfrm>
          <a:off x="6288940" y="358135"/>
          <a:ext cx="2756296" cy="1102518"/>
        </a:xfrm>
        <a:prstGeom prst="rect">
          <a:avLst/>
        </a:prstGeom>
        <a:solidFill>
          <a:srgbClr val="C00000"/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Plays</a:t>
          </a:r>
          <a:endParaRPr lang="en-US" sz="2000" kern="1200" dirty="0"/>
        </a:p>
      </dsp:txBody>
      <dsp:txXfrm>
        <a:off x="6288940" y="358135"/>
        <a:ext cx="2756296" cy="1102518"/>
      </dsp:txXfrm>
    </dsp:sp>
    <dsp:sp modelId="{7988A06D-7303-40C3-9DEE-5A98BD1974AE}">
      <dsp:nvSpPr>
        <dsp:cNvPr id="0" name=""/>
        <dsp:cNvSpPr/>
      </dsp:nvSpPr>
      <dsp:spPr>
        <a:xfrm>
          <a:off x="6288940" y="1460654"/>
          <a:ext cx="2756296" cy="4906687"/>
        </a:xfrm>
        <a:prstGeom prst="rect">
          <a:avLst/>
        </a:prstGeom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err="1" smtClean="0"/>
            <a:t>Event_id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err="1" smtClean="0"/>
            <a:t>Play_name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err="1" smtClean="0"/>
            <a:t>First_actor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err="1" smtClean="0"/>
            <a:t>Second_actor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err="1" smtClean="0"/>
            <a:t>First_actress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err="1" smtClean="0"/>
            <a:t>Second_actress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Director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err="1" smtClean="0"/>
            <a:t>Music_director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Producer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err="1" smtClean="0"/>
            <a:t>Opening_date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err="1" smtClean="0"/>
            <a:t>Closing_date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Synopsis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err="1" smtClean="0"/>
            <a:t>Last_updated</a:t>
          </a:r>
          <a:endParaRPr lang="en-US" sz="1800" kern="1200" dirty="0"/>
        </a:p>
      </dsp:txBody>
      <dsp:txXfrm>
        <a:off x="6288940" y="1460654"/>
        <a:ext cx="2756296" cy="4906687"/>
      </dsp:txXfrm>
    </dsp:sp>
    <dsp:sp modelId="{A9C84BFA-4A7F-4275-97C0-A5E8E35F2E12}">
      <dsp:nvSpPr>
        <dsp:cNvPr id="0" name=""/>
        <dsp:cNvSpPr/>
      </dsp:nvSpPr>
      <dsp:spPr>
        <a:xfrm>
          <a:off x="9431119" y="358135"/>
          <a:ext cx="2756296" cy="1102518"/>
        </a:xfrm>
        <a:prstGeom prst="rect">
          <a:avLst/>
        </a:prstGeom>
        <a:solidFill>
          <a:srgbClr val="C00000"/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Sports</a:t>
          </a:r>
          <a:endParaRPr lang="en-US" sz="2000" kern="1200" dirty="0"/>
        </a:p>
      </dsp:txBody>
      <dsp:txXfrm>
        <a:off x="9431119" y="358135"/>
        <a:ext cx="2756296" cy="1102518"/>
      </dsp:txXfrm>
    </dsp:sp>
    <dsp:sp modelId="{1D9E7821-C0BE-428F-B225-5EDFEB1AA979}">
      <dsp:nvSpPr>
        <dsp:cNvPr id="0" name=""/>
        <dsp:cNvSpPr/>
      </dsp:nvSpPr>
      <dsp:spPr>
        <a:xfrm>
          <a:off x="9435694" y="1409870"/>
          <a:ext cx="2756296" cy="4906687"/>
        </a:xfrm>
        <a:prstGeom prst="rect">
          <a:avLst/>
        </a:prstGeom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err="1" smtClean="0"/>
            <a:t>Event_id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Genre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err="1" smtClean="0"/>
            <a:t>Opening_date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err="1" smtClean="0"/>
            <a:t>Closing_date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Synopsis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err="1" smtClean="0"/>
            <a:t>Last_updated</a:t>
          </a:r>
          <a:endParaRPr lang="en-US" sz="1800" kern="1200" dirty="0"/>
        </a:p>
      </dsp:txBody>
      <dsp:txXfrm>
        <a:off x="9435694" y="1409870"/>
        <a:ext cx="2756296" cy="49066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DA3FF-ECBD-4010-AD76-D843DCEA941C}" type="datetimeFigureOut">
              <a:rPr lang="en-US" smtClean="0"/>
              <a:t>17-Aug-16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050D4-EAEE-406C-9932-908613D1B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066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DA3FF-ECBD-4010-AD76-D843DCEA941C}" type="datetimeFigureOut">
              <a:rPr lang="en-US" smtClean="0"/>
              <a:t>17-Aug-16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050D4-EAEE-406C-9932-908613D1B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372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DA3FF-ECBD-4010-AD76-D843DCEA941C}" type="datetimeFigureOut">
              <a:rPr lang="en-US" smtClean="0"/>
              <a:t>17-Aug-16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050D4-EAEE-406C-9932-908613D1B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054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DA3FF-ECBD-4010-AD76-D843DCEA941C}" type="datetimeFigureOut">
              <a:rPr lang="en-US" smtClean="0"/>
              <a:t>17-Aug-16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050D4-EAEE-406C-9932-908613D1B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374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DA3FF-ECBD-4010-AD76-D843DCEA941C}" type="datetimeFigureOut">
              <a:rPr lang="en-US" smtClean="0"/>
              <a:t>17-Aug-16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050D4-EAEE-406C-9932-908613D1B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115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DA3FF-ECBD-4010-AD76-D843DCEA941C}" type="datetimeFigureOut">
              <a:rPr lang="en-US" smtClean="0"/>
              <a:t>17-Aug-16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050D4-EAEE-406C-9932-908613D1B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097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DA3FF-ECBD-4010-AD76-D843DCEA941C}" type="datetimeFigureOut">
              <a:rPr lang="en-US" smtClean="0"/>
              <a:t>17-Aug-16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050D4-EAEE-406C-9932-908613D1B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158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DA3FF-ECBD-4010-AD76-D843DCEA941C}" type="datetimeFigureOut">
              <a:rPr lang="en-US" smtClean="0"/>
              <a:t>17-Aug-16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050D4-EAEE-406C-9932-908613D1B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093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DA3FF-ECBD-4010-AD76-D843DCEA941C}" type="datetimeFigureOut">
              <a:rPr lang="en-US" smtClean="0"/>
              <a:t>17-Aug-16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050D4-EAEE-406C-9932-908613D1B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984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DA3FF-ECBD-4010-AD76-D843DCEA941C}" type="datetimeFigureOut">
              <a:rPr lang="en-US" smtClean="0"/>
              <a:t>17-Aug-16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050D4-EAEE-406C-9932-908613D1B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67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DA3FF-ECBD-4010-AD76-D843DCEA941C}" type="datetimeFigureOut">
              <a:rPr lang="en-US" smtClean="0"/>
              <a:t>17-Aug-16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050D4-EAEE-406C-9932-908613D1B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307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CDA3FF-ECBD-4010-AD76-D843DCEA941C}" type="datetimeFigureOut">
              <a:rPr lang="en-US" smtClean="0"/>
              <a:t>17-Aug-16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7050D4-EAEE-406C-9932-908613D1B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089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1000"/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677" y="4880447"/>
            <a:ext cx="8018585" cy="164630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Data Warehouse Design </a:t>
            </a:r>
          </a:p>
        </p:txBody>
      </p:sp>
    </p:spTree>
    <p:extLst>
      <p:ext uri="{BB962C8B-B14F-4D97-AF65-F5344CB8AC3E}">
        <p14:creationId xmlns:p14="http://schemas.microsoft.com/office/powerpoint/2010/main" val="3117064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4097715285"/>
              </p:ext>
            </p:extLst>
          </p:nvPr>
        </p:nvGraphicFramePr>
        <p:xfrm>
          <a:off x="-291547" y="145774"/>
          <a:ext cx="12390782" cy="67122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4293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1492404700"/>
              </p:ext>
            </p:extLst>
          </p:nvPr>
        </p:nvGraphicFramePr>
        <p:xfrm>
          <a:off x="4108173" y="993912"/>
          <a:ext cx="5234609" cy="54526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3233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2222911207"/>
              </p:ext>
            </p:extLst>
          </p:nvPr>
        </p:nvGraphicFramePr>
        <p:xfrm>
          <a:off x="0" y="132522"/>
          <a:ext cx="12192000" cy="67254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4146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3297877222"/>
              </p:ext>
            </p:extLst>
          </p:nvPr>
        </p:nvGraphicFramePr>
        <p:xfrm>
          <a:off x="0" y="132522"/>
          <a:ext cx="12192000" cy="67254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84459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5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revenue generated for a particular movie/play/sporting event?</a:t>
            </a:r>
          </a:p>
          <a:p>
            <a:r>
              <a:rPr lang="en-US" dirty="0"/>
              <a:t>Which </a:t>
            </a:r>
            <a:r>
              <a:rPr lang="en-US" dirty="0"/>
              <a:t>c</a:t>
            </a:r>
            <a:r>
              <a:rPr lang="en-US" dirty="0" smtClean="0"/>
              <a:t>ity generated the most revenue in this month</a:t>
            </a:r>
            <a:r>
              <a:rPr lang="en-US" dirty="0" smtClean="0"/>
              <a:t>?</a:t>
            </a:r>
            <a:endParaRPr lang="en-US" dirty="0"/>
          </a:p>
          <a:p>
            <a:r>
              <a:rPr lang="en-US" dirty="0"/>
              <a:t>Which bank has had the maximum transactions?</a:t>
            </a:r>
          </a:p>
          <a:p>
            <a:r>
              <a:rPr lang="en-US" dirty="0"/>
              <a:t>Which offer was the most opted for? </a:t>
            </a:r>
          </a:p>
          <a:p>
            <a:r>
              <a:rPr lang="en-US" dirty="0"/>
              <a:t>Top rated movie of the week?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565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7340</TotalTime>
  <Words>173</Words>
  <Application>Microsoft Office PowerPoint</Application>
  <PresentationFormat>Widescreen</PresentationFormat>
  <Paragraphs>129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Arial Black</vt:lpstr>
      <vt:lpstr>Calibri</vt:lpstr>
      <vt:lpstr>Calibri Light</vt:lpstr>
      <vt:lpstr>Office Theme</vt:lpstr>
      <vt:lpstr>Data Warehouse Design </vt:lpstr>
      <vt:lpstr>PowerPoint Presentation</vt:lpstr>
      <vt:lpstr>PowerPoint Presentation</vt:lpstr>
      <vt:lpstr>PowerPoint Presentation</vt:lpstr>
      <vt:lpstr>PowerPoint Presentation</vt:lpstr>
      <vt:lpstr>Top 5 questions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Warehouse Design  b</dc:title>
  <dc:creator>Aastha Nargas</dc:creator>
  <cp:lastModifiedBy>Naveen Sai Krishna</cp:lastModifiedBy>
  <cp:revision>68</cp:revision>
  <dcterms:created xsi:type="dcterms:W3CDTF">2016-08-11T05:21:06Z</dcterms:created>
  <dcterms:modified xsi:type="dcterms:W3CDTF">2016-08-17T04:20:20Z</dcterms:modified>
</cp:coreProperties>
</file>