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2"/>
  </p:sldMasterIdLst>
  <p:notesMasterIdLst>
    <p:notesMasterId r:id="rId24"/>
  </p:notesMasterIdLst>
  <p:sldIdLst>
    <p:sldId id="272" r:id="rId3"/>
    <p:sldId id="274" r:id="rId4"/>
    <p:sldId id="275" r:id="rId5"/>
    <p:sldId id="276" r:id="rId6"/>
    <p:sldId id="277" r:id="rId7"/>
    <p:sldId id="282" r:id="rId8"/>
    <p:sldId id="288" r:id="rId9"/>
    <p:sldId id="291" r:id="rId10"/>
    <p:sldId id="294" r:id="rId11"/>
    <p:sldId id="295" r:id="rId12"/>
    <p:sldId id="290" r:id="rId13"/>
    <p:sldId id="296" r:id="rId14"/>
    <p:sldId id="297" r:id="rId15"/>
    <p:sldId id="298" r:id="rId16"/>
    <p:sldId id="281" r:id="rId17"/>
    <p:sldId id="292" r:id="rId18"/>
    <p:sldId id="289" r:id="rId19"/>
    <p:sldId id="286" r:id="rId20"/>
    <p:sldId id="287" r:id="rId21"/>
    <p:sldId id="293" r:id="rId22"/>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213DAE-92FA-407D-8D5B-A3FDF47DB085}" v="327" dt="2019-01-25T04:01:06.6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7" autoAdjust="0"/>
    <p:restoredTop sz="94660"/>
  </p:normalViewPr>
  <p:slideViewPr>
    <p:cSldViewPr snapToGrid="0">
      <p:cViewPr varScale="1">
        <p:scale>
          <a:sx n="72" d="100"/>
          <a:sy n="72" d="100"/>
        </p:scale>
        <p:origin x="654" y="72"/>
      </p:cViewPr>
      <p:guideLst/>
    </p:cSldViewPr>
  </p:slideViewPr>
  <p:notesTextViewPr>
    <p:cViewPr>
      <p:scale>
        <a:sx n="1" d="1"/>
        <a:sy n="1" d="1"/>
      </p:scale>
      <p:origin x="0" y="0"/>
    </p:cViewPr>
  </p:notesTextViewPr>
  <p:notesViewPr>
    <p:cSldViewPr snapToGrid="0">
      <p:cViewPr varScale="1">
        <p:scale>
          <a:sx n="44" d="100"/>
          <a:sy n="44" d="100"/>
        </p:scale>
        <p:origin x="1908"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Ravi" userId="fe9c997f-5d9a-4a3a-9777-c2465786a55b" providerId="ADAL" clId="{B3213DAE-92FA-407D-8D5B-A3FDF47DB085}"/>
    <pc:docChg chg="undo custSel modSld">
      <pc:chgData name="Kumar Ravi" userId="fe9c997f-5d9a-4a3a-9777-c2465786a55b" providerId="ADAL" clId="{B3213DAE-92FA-407D-8D5B-A3FDF47DB085}" dt="2019-01-25T04:02:26.246" v="633" actId="113"/>
      <pc:docMkLst>
        <pc:docMk/>
      </pc:docMkLst>
      <pc:sldChg chg="modSp">
        <pc:chgData name="Kumar Ravi" userId="fe9c997f-5d9a-4a3a-9777-c2465786a55b" providerId="ADAL" clId="{B3213DAE-92FA-407D-8D5B-A3FDF47DB085}" dt="2019-01-25T04:02:26.246" v="633" actId="113"/>
        <pc:sldMkLst>
          <pc:docMk/>
          <pc:sldMk cId="1858333907" sldId="276"/>
        </pc:sldMkLst>
        <pc:spChg chg="mod">
          <ac:chgData name="Kumar Ravi" userId="fe9c997f-5d9a-4a3a-9777-c2465786a55b" providerId="ADAL" clId="{B3213DAE-92FA-407D-8D5B-A3FDF47DB085}" dt="2019-01-25T04:02:26.246" v="633" actId="113"/>
          <ac:spMkLst>
            <pc:docMk/>
            <pc:sldMk cId="1858333907" sldId="276"/>
            <ac:spMk id="3" creationId="{429D26EC-C368-8648-90D6-F098A30D3F09}"/>
          </ac:spMkLst>
        </pc:spChg>
      </pc:sldChg>
      <pc:sldChg chg="modSp">
        <pc:chgData name="Kumar Ravi" userId="fe9c997f-5d9a-4a3a-9777-c2465786a55b" providerId="ADAL" clId="{B3213DAE-92FA-407D-8D5B-A3FDF47DB085}" dt="2019-01-25T01:46:14.406" v="323" actId="20577"/>
        <pc:sldMkLst>
          <pc:docMk/>
          <pc:sldMk cId="1918738726" sldId="282"/>
        </pc:sldMkLst>
        <pc:spChg chg="mod">
          <ac:chgData name="Kumar Ravi" userId="fe9c997f-5d9a-4a3a-9777-c2465786a55b" providerId="ADAL" clId="{B3213DAE-92FA-407D-8D5B-A3FDF47DB085}" dt="2019-01-25T01:46:14.406" v="323" actId="20577"/>
          <ac:spMkLst>
            <pc:docMk/>
            <pc:sldMk cId="1918738726" sldId="282"/>
            <ac:spMk id="18" creationId="{E390E464-65EF-4C7E-A6DA-997DFDE61A62}"/>
          </ac:spMkLst>
        </pc:spChg>
        <pc:spChg chg="mod">
          <ac:chgData name="Kumar Ravi" userId="fe9c997f-5d9a-4a3a-9777-c2465786a55b" providerId="ADAL" clId="{B3213DAE-92FA-407D-8D5B-A3FDF47DB085}" dt="2019-01-21T01:53:33.160" v="249" actId="115"/>
          <ac:spMkLst>
            <pc:docMk/>
            <pc:sldMk cId="1918738726" sldId="282"/>
            <ac:spMk id="48" creationId="{90917E23-3053-4E81-87F8-91C5FC02A224}"/>
          </ac:spMkLst>
        </pc:spChg>
        <pc:graphicFrameChg chg="mod modGraphic">
          <ac:chgData name="Kumar Ravi" userId="fe9c997f-5d9a-4a3a-9777-c2465786a55b" providerId="ADAL" clId="{B3213DAE-92FA-407D-8D5B-A3FDF47DB085}" dt="2019-01-25T01:24:57.186" v="299" actId="20577"/>
          <ac:graphicFrameMkLst>
            <pc:docMk/>
            <pc:sldMk cId="1918738726" sldId="282"/>
            <ac:graphicFrameMk id="3" creationId="{EBD6E889-C03D-4AE2-98D2-FA607794B208}"/>
          </ac:graphicFrameMkLst>
        </pc:graphicFrameChg>
      </pc:sldChg>
      <pc:sldChg chg="addSp delSp modSp">
        <pc:chgData name="Kumar Ravi" userId="fe9c997f-5d9a-4a3a-9777-c2465786a55b" providerId="ADAL" clId="{B3213DAE-92FA-407D-8D5B-A3FDF47DB085}" dt="2019-01-25T02:36:42.630" v="355" actId="113"/>
        <pc:sldMkLst>
          <pc:docMk/>
          <pc:sldMk cId="4260361028" sldId="286"/>
        </pc:sldMkLst>
        <pc:spChg chg="mod">
          <ac:chgData name="Kumar Ravi" userId="fe9c997f-5d9a-4a3a-9777-c2465786a55b" providerId="ADAL" clId="{B3213DAE-92FA-407D-8D5B-A3FDF47DB085}" dt="2019-01-25T02:36:42.630" v="355" actId="113"/>
          <ac:spMkLst>
            <pc:docMk/>
            <pc:sldMk cId="4260361028" sldId="286"/>
            <ac:spMk id="3" creationId="{429D26EC-C368-8648-90D6-F098A30D3F09}"/>
          </ac:spMkLst>
        </pc:spChg>
        <pc:spChg chg="del mod">
          <ac:chgData name="Kumar Ravi" userId="fe9c997f-5d9a-4a3a-9777-c2465786a55b" providerId="ADAL" clId="{B3213DAE-92FA-407D-8D5B-A3FDF47DB085}" dt="2019-01-20T00:58:59.189" v="151" actId="478"/>
          <ac:spMkLst>
            <pc:docMk/>
            <pc:sldMk cId="4260361028" sldId="286"/>
            <ac:spMk id="14" creationId="{295AF203-ACE2-4E40-A9F0-6A9F5790ABBC}"/>
          </ac:spMkLst>
        </pc:spChg>
        <pc:spChg chg="del mod">
          <ac:chgData name="Kumar Ravi" userId="fe9c997f-5d9a-4a3a-9777-c2465786a55b" providerId="ADAL" clId="{B3213DAE-92FA-407D-8D5B-A3FDF47DB085}" dt="2019-01-20T00:58:47.296" v="146" actId="478"/>
          <ac:spMkLst>
            <pc:docMk/>
            <pc:sldMk cId="4260361028" sldId="286"/>
            <ac:spMk id="17" creationId="{54C46BEF-3495-4B63-8735-544E62943B62}"/>
          </ac:spMkLst>
        </pc:spChg>
        <pc:graphicFrameChg chg="del mod">
          <ac:chgData name="Kumar Ravi" userId="fe9c997f-5d9a-4a3a-9777-c2465786a55b" providerId="ADAL" clId="{B3213DAE-92FA-407D-8D5B-A3FDF47DB085}" dt="2019-01-20T00:58:45.158" v="145" actId="478"/>
          <ac:graphicFrameMkLst>
            <pc:docMk/>
            <pc:sldMk cId="4260361028" sldId="286"/>
            <ac:graphicFrameMk id="13" creationId="{DB3F4DAA-72A0-44A8-A100-7B19D29F621C}"/>
          </ac:graphicFrameMkLst>
        </pc:graphicFrameChg>
        <pc:picChg chg="add mod">
          <ac:chgData name="Kumar Ravi" userId="fe9c997f-5d9a-4a3a-9777-c2465786a55b" providerId="ADAL" clId="{B3213DAE-92FA-407D-8D5B-A3FDF47DB085}" dt="2019-01-20T00:59:01.480" v="152" actId="1076"/>
          <ac:picMkLst>
            <pc:docMk/>
            <pc:sldMk cId="4260361028" sldId="286"/>
            <ac:picMk id="8" creationId="{5DC77ACD-5EE0-4A2F-8FF6-E7CBC4D65376}"/>
          </ac:picMkLst>
        </pc:picChg>
      </pc:sldChg>
      <pc:sldChg chg="addSp delSp modSp delAnim modAnim">
        <pc:chgData name="Kumar Ravi" userId="fe9c997f-5d9a-4a3a-9777-c2465786a55b" providerId="ADAL" clId="{B3213DAE-92FA-407D-8D5B-A3FDF47DB085}" dt="2019-01-25T04:01:17.692" v="631" actId="20577"/>
        <pc:sldMkLst>
          <pc:docMk/>
          <pc:sldMk cId="1425337891" sldId="287"/>
        </pc:sldMkLst>
        <pc:spChg chg="mod">
          <ac:chgData name="Kumar Ravi" userId="fe9c997f-5d9a-4a3a-9777-c2465786a55b" providerId="ADAL" clId="{B3213DAE-92FA-407D-8D5B-A3FDF47DB085}" dt="2019-01-25T02:53:49.991" v="424" actId="1076"/>
          <ac:spMkLst>
            <pc:docMk/>
            <pc:sldMk cId="1425337891" sldId="287"/>
            <ac:spMk id="3" creationId="{429D26EC-C368-8648-90D6-F098A30D3F09}"/>
          </ac:spMkLst>
        </pc:spChg>
        <pc:spChg chg="add del mod ord">
          <ac:chgData name="Kumar Ravi" userId="fe9c997f-5d9a-4a3a-9777-c2465786a55b" providerId="ADAL" clId="{B3213DAE-92FA-407D-8D5B-A3FDF47DB085}" dt="2019-01-25T02:58:11.328" v="464" actId="478"/>
          <ac:spMkLst>
            <pc:docMk/>
            <pc:sldMk cId="1425337891" sldId="287"/>
            <ac:spMk id="5" creationId="{1F7CDCD0-D9F0-4AA1-860F-CABE5C64D8F7}"/>
          </ac:spMkLst>
        </pc:spChg>
        <pc:spChg chg="add mod">
          <ac:chgData name="Kumar Ravi" userId="fe9c997f-5d9a-4a3a-9777-c2465786a55b" providerId="ADAL" clId="{B3213DAE-92FA-407D-8D5B-A3FDF47DB085}" dt="2019-01-25T03:03:14.785" v="544" actId="404"/>
          <ac:spMkLst>
            <pc:docMk/>
            <pc:sldMk cId="1425337891" sldId="287"/>
            <ac:spMk id="19" creationId="{7B511F88-9A40-4796-96EA-384F2547806F}"/>
          </ac:spMkLst>
        </pc:spChg>
        <pc:spChg chg="add mod">
          <ac:chgData name="Kumar Ravi" userId="fe9c997f-5d9a-4a3a-9777-c2465786a55b" providerId="ADAL" clId="{B3213DAE-92FA-407D-8D5B-A3FDF47DB085}" dt="2019-01-25T04:00:26.651" v="614" actId="1076"/>
          <ac:spMkLst>
            <pc:docMk/>
            <pc:sldMk cId="1425337891" sldId="287"/>
            <ac:spMk id="20" creationId="{23A32E75-6615-4697-ABDC-AA52ADF8EE40}"/>
          </ac:spMkLst>
        </pc:spChg>
        <pc:spChg chg="add mod">
          <ac:chgData name="Kumar Ravi" userId="fe9c997f-5d9a-4a3a-9777-c2465786a55b" providerId="ADAL" clId="{B3213DAE-92FA-407D-8D5B-A3FDF47DB085}" dt="2019-01-25T04:00:52.709" v="621" actId="14100"/>
          <ac:spMkLst>
            <pc:docMk/>
            <pc:sldMk cId="1425337891" sldId="287"/>
            <ac:spMk id="22" creationId="{D7DCECB0-0326-4525-A87F-01754960BC41}"/>
          </ac:spMkLst>
        </pc:spChg>
        <pc:spChg chg="mod">
          <ac:chgData name="Kumar Ravi" userId="fe9c997f-5d9a-4a3a-9777-c2465786a55b" providerId="ADAL" clId="{B3213DAE-92FA-407D-8D5B-A3FDF47DB085}" dt="2019-01-25T04:00:09.681" v="611" actId="1037"/>
          <ac:spMkLst>
            <pc:docMk/>
            <pc:sldMk cId="1425337891" sldId="287"/>
            <ac:spMk id="32" creationId="{39FF3E6D-59F5-402C-AF5C-85DC08C939E5}"/>
          </ac:spMkLst>
        </pc:spChg>
        <pc:spChg chg="add mod">
          <ac:chgData name="Kumar Ravi" userId="fe9c997f-5d9a-4a3a-9777-c2465786a55b" providerId="ADAL" clId="{B3213DAE-92FA-407D-8D5B-A3FDF47DB085}" dt="2019-01-25T04:00:15.571" v="612" actId="14100"/>
          <ac:spMkLst>
            <pc:docMk/>
            <pc:sldMk cId="1425337891" sldId="287"/>
            <ac:spMk id="33" creationId="{0923550E-B3CC-4FB7-8536-863D2104109A}"/>
          </ac:spMkLst>
        </pc:spChg>
        <pc:spChg chg="add mod">
          <ac:chgData name="Kumar Ravi" userId="fe9c997f-5d9a-4a3a-9777-c2465786a55b" providerId="ADAL" clId="{B3213DAE-92FA-407D-8D5B-A3FDF47DB085}" dt="2019-01-25T02:50:37.568" v="406" actId="1076"/>
          <ac:spMkLst>
            <pc:docMk/>
            <pc:sldMk cId="1425337891" sldId="287"/>
            <ac:spMk id="36" creationId="{7798F236-DD1B-4474-B5C4-9460AB5E62ED}"/>
          </ac:spMkLst>
        </pc:spChg>
        <pc:spChg chg="mod">
          <ac:chgData name="Kumar Ravi" userId="fe9c997f-5d9a-4a3a-9777-c2465786a55b" providerId="ADAL" clId="{B3213DAE-92FA-407D-8D5B-A3FDF47DB085}" dt="2019-01-25T02:55:34.515" v="438" actId="20577"/>
          <ac:spMkLst>
            <pc:docMk/>
            <pc:sldMk cId="1425337891" sldId="287"/>
            <ac:spMk id="37" creationId="{2C1E1801-7F68-4C7F-B1B3-641FDCDB625F}"/>
          </ac:spMkLst>
        </pc:spChg>
        <pc:spChg chg="add mod">
          <ac:chgData name="Kumar Ravi" userId="fe9c997f-5d9a-4a3a-9777-c2465786a55b" providerId="ADAL" clId="{B3213DAE-92FA-407D-8D5B-A3FDF47DB085}" dt="2019-01-25T03:03:17.345" v="545" actId="404"/>
          <ac:spMkLst>
            <pc:docMk/>
            <pc:sldMk cId="1425337891" sldId="287"/>
            <ac:spMk id="45" creationId="{53C2796A-2F67-4DB1-B0D9-87EEF7A51D7D}"/>
          </ac:spMkLst>
        </pc:spChg>
        <pc:spChg chg="add mod">
          <ac:chgData name="Kumar Ravi" userId="fe9c997f-5d9a-4a3a-9777-c2465786a55b" providerId="ADAL" clId="{B3213DAE-92FA-407D-8D5B-A3FDF47DB085}" dt="2019-01-25T03:03:20.900" v="546" actId="404"/>
          <ac:spMkLst>
            <pc:docMk/>
            <pc:sldMk cId="1425337891" sldId="287"/>
            <ac:spMk id="47" creationId="{DC8A80F4-5016-4220-8F3F-E0CDD56C878A}"/>
          </ac:spMkLst>
        </pc:spChg>
        <pc:spChg chg="del mod">
          <ac:chgData name="Kumar Ravi" userId="fe9c997f-5d9a-4a3a-9777-c2465786a55b" providerId="ADAL" clId="{B3213DAE-92FA-407D-8D5B-A3FDF47DB085}" dt="2019-01-25T02:37:18.773" v="358" actId="478"/>
          <ac:spMkLst>
            <pc:docMk/>
            <pc:sldMk cId="1425337891" sldId="287"/>
            <ac:spMk id="48" creationId="{614943D3-CC78-4A2D-8DC2-6AE9A53E6804}"/>
          </ac:spMkLst>
        </pc:spChg>
        <pc:spChg chg="add mod">
          <ac:chgData name="Kumar Ravi" userId="fe9c997f-5d9a-4a3a-9777-c2465786a55b" providerId="ADAL" clId="{B3213DAE-92FA-407D-8D5B-A3FDF47DB085}" dt="2019-01-25T04:01:01.111" v="625" actId="20577"/>
          <ac:spMkLst>
            <pc:docMk/>
            <pc:sldMk cId="1425337891" sldId="287"/>
            <ac:spMk id="50" creationId="{8DBB0731-A56D-484C-B8F5-BB4B2BFDBDBD}"/>
          </ac:spMkLst>
        </pc:spChg>
        <pc:spChg chg="add mod">
          <ac:chgData name="Kumar Ravi" userId="fe9c997f-5d9a-4a3a-9777-c2465786a55b" providerId="ADAL" clId="{B3213DAE-92FA-407D-8D5B-A3FDF47DB085}" dt="2019-01-25T04:01:17.692" v="631" actId="20577"/>
          <ac:spMkLst>
            <pc:docMk/>
            <pc:sldMk cId="1425337891" sldId="287"/>
            <ac:spMk id="51" creationId="{5741837E-3F58-46D0-A1B8-9A24B5407E05}"/>
          </ac:spMkLst>
        </pc:spChg>
        <pc:graphicFrameChg chg="del mod">
          <ac:chgData name="Kumar Ravi" userId="fe9c997f-5d9a-4a3a-9777-c2465786a55b" providerId="ADAL" clId="{B3213DAE-92FA-407D-8D5B-A3FDF47DB085}" dt="2019-01-25T03:02:43.994" v="541" actId="478"/>
          <ac:graphicFrameMkLst>
            <pc:docMk/>
            <pc:sldMk cId="1425337891" sldId="287"/>
            <ac:graphicFrameMk id="49" creationId="{090D3C89-5700-45AD-8929-F05D980801DA}"/>
          </ac:graphicFrameMkLst>
        </pc:graphicFrameChg>
        <pc:cxnChg chg="add mod">
          <ac:chgData name="Kumar Ravi" userId="fe9c997f-5d9a-4a3a-9777-c2465786a55b" providerId="ADAL" clId="{B3213DAE-92FA-407D-8D5B-A3FDF47DB085}" dt="2019-01-25T02:51:03.053" v="415" actId="14100"/>
          <ac:cxnSpMkLst>
            <pc:docMk/>
            <pc:sldMk cId="1425337891" sldId="287"/>
            <ac:cxnSpMk id="43" creationId="{56F6898D-EEA6-4342-8FF3-E410A8760452}"/>
          </ac:cxnSpMkLst>
        </pc:cxnChg>
        <pc:cxnChg chg="mod">
          <ac:chgData name="Kumar Ravi" userId="fe9c997f-5d9a-4a3a-9777-c2465786a55b" providerId="ADAL" clId="{B3213DAE-92FA-407D-8D5B-A3FDF47DB085}" dt="2019-01-25T02:50:51.710" v="411" actId="14100"/>
          <ac:cxnSpMkLst>
            <pc:docMk/>
            <pc:sldMk cId="1425337891" sldId="287"/>
            <ac:cxnSpMk id="44" creationId="{B067AB53-BE47-42C0-9A8F-A7868CAC6C6F}"/>
          </ac:cxnSpMkLst>
        </pc:cxnChg>
      </pc:sldChg>
      <pc:sldChg chg="addSp modSp">
        <pc:chgData name="Kumar Ravi" userId="fe9c997f-5d9a-4a3a-9777-c2465786a55b" providerId="ADAL" clId="{B3213DAE-92FA-407D-8D5B-A3FDF47DB085}" dt="2019-01-21T07:40:49.093" v="294" actId="1076"/>
        <pc:sldMkLst>
          <pc:docMk/>
          <pc:sldMk cId="3714571439" sldId="289"/>
        </pc:sldMkLst>
        <pc:spChg chg="mod">
          <ac:chgData name="Kumar Ravi" userId="fe9c997f-5d9a-4a3a-9777-c2465786a55b" providerId="ADAL" clId="{B3213DAE-92FA-407D-8D5B-A3FDF47DB085}" dt="2019-01-21T07:40:49.093" v="294" actId="1076"/>
          <ac:spMkLst>
            <pc:docMk/>
            <pc:sldMk cId="3714571439" sldId="289"/>
            <ac:spMk id="3" creationId="{55D6ED08-8D8A-4ADB-9047-C2F977B19CAB}"/>
          </ac:spMkLst>
        </pc:spChg>
        <pc:spChg chg="add mod">
          <ac:chgData name="Kumar Ravi" userId="fe9c997f-5d9a-4a3a-9777-c2465786a55b" providerId="ADAL" clId="{B3213DAE-92FA-407D-8D5B-A3FDF47DB085}" dt="2019-01-20T17:27:48.475" v="240" actId="1036"/>
          <ac:spMkLst>
            <pc:docMk/>
            <pc:sldMk cId="3714571439" sldId="289"/>
            <ac:spMk id="6" creationId="{E25C5A96-A6CB-4B79-AEEC-C4D51EF3AEF7}"/>
          </ac:spMkLst>
        </pc:spChg>
        <pc:spChg chg="add mod">
          <ac:chgData name="Kumar Ravi" userId="fe9c997f-5d9a-4a3a-9777-c2465786a55b" providerId="ADAL" clId="{B3213DAE-92FA-407D-8D5B-A3FDF47DB085}" dt="2019-01-20T17:27:56.362" v="241" actId="1076"/>
          <ac:spMkLst>
            <pc:docMk/>
            <pc:sldMk cId="3714571439" sldId="289"/>
            <ac:spMk id="7" creationId="{5890B0F7-E17D-4379-8C26-191F2805B98D}"/>
          </ac:spMkLst>
        </pc:spChg>
      </pc:sldChg>
      <pc:sldChg chg="modSp">
        <pc:chgData name="Kumar Ravi" userId="fe9c997f-5d9a-4a3a-9777-c2465786a55b" providerId="ADAL" clId="{B3213DAE-92FA-407D-8D5B-A3FDF47DB085}" dt="2019-01-25T01:52:15.668" v="330" actId="113"/>
        <pc:sldMkLst>
          <pc:docMk/>
          <pc:sldMk cId="1234469567" sldId="291"/>
        </pc:sldMkLst>
        <pc:spChg chg="mod">
          <ac:chgData name="Kumar Ravi" userId="fe9c997f-5d9a-4a3a-9777-c2465786a55b" providerId="ADAL" clId="{B3213DAE-92FA-407D-8D5B-A3FDF47DB085}" dt="2019-01-25T01:52:15.668" v="330" actId="113"/>
          <ac:spMkLst>
            <pc:docMk/>
            <pc:sldMk cId="1234469567" sldId="291"/>
            <ac:spMk id="5" creationId="{4BCBB5D3-C316-4308-BA19-36F9EE6BBF47}"/>
          </ac:spMkLst>
        </pc:spChg>
      </pc:sldChg>
      <pc:sldChg chg="modSp">
        <pc:chgData name="Kumar Ravi" userId="fe9c997f-5d9a-4a3a-9777-c2465786a55b" providerId="ADAL" clId="{B3213DAE-92FA-407D-8D5B-A3FDF47DB085}" dt="2019-01-20T17:15:16.883" v="190" actId="20577"/>
        <pc:sldMkLst>
          <pc:docMk/>
          <pc:sldMk cId="3762051453" sldId="292"/>
        </pc:sldMkLst>
        <pc:spChg chg="mod">
          <ac:chgData name="Kumar Ravi" userId="fe9c997f-5d9a-4a3a-9777-c2465786a55b" providerId="ADAL" clId="{B3213DAE-92FA-407D-8D5B-A3FDF47DB085}" dt="2019-01-20T17:15:16.883" v="190" actId="20577"/>
          <ac:spMkLst>
            <pc:docMk/>
            <pc:sldMk cId="3762051453" sldId="292"/>
            <ac:spMk id="16" creationId="{6E7EDF61-EB8C-4D4C-BB12-8E5F763E41D3}"/>
          </ac:spMkLst>
        </pc:spChg>
      </pc:sldChg>
      <pc:sldChg chg="addSp delSp modSp">
        <pc:chgData name="Kumar Ravi" userId="fe9c997f-5d9a-4a3a-9777-c2465786a55b" providerId="ADAL" clId="{B3213DAE-92FA-407D-8D5B-A3FDF47DB085}" dt="2019-01-21T02:23:55.319" v="293" actId="20577"/>
        <pc:sldMkLst>
          <pc:docMk/>
          <pc:sldMk cId="1903607505" sldId="294"/>
        </pc:sldMkLst>
        <pc:spChg chg="add del">
          <ac:chgData name="Kumar Ravi" userId="fe9c997f-5d9a-4a3a-9777-c2465786a55b" providerId="ADAL" clId="{B3213DAE-92FA-407D-8D5B-A3FDF47DB085}" dt="2019-01-21T02:12:20.555" v="278"/>
          <ac:spMkLst>
            <pc:docMk/>
            <pc:sldMk cId="1903607505" sldId="294"/>
            <ac:spMk id="10" creationId="{3CB7F598-5EA6-47FC-99F3-65E82671D99E}"/>
          </ac:spMkLst>
        </pc:spChg>
        <pc:spChg chg="add del">
          <ac:chgData name="Kumar Ravi" userId="fe9c997f-5d9a-4a3a-9777-c2465786a55b" providerId="ADAL" clId="{B3213DAE-92FA-407D-8D5B-A3FDF47DB085}" dt="2019-01-21T02:12:20.555" v="278"/>
          <ac:spMkLst>
            <pc:docMk/>
            <pc:sldMk cId="1903607505" sldId="294"/>
            <ac:spMk id="11" creationId="{F008570B-2C49-472C-8DC3-C15B5221553F}"/>
          </ac:spMkLst>
        </pc:spChg>
        <pc:spChg chg="add del">
          <ac:chgData name="Kumar Ravi" userId="fe9c997f-5d9a-4a3a-9777-c2465786a55b" providerId="ADAL" clId="{B3213DAE-92FA-407D-8D5B-A3FDF47DB085}" dt="2019-01-21T02:12:20.555" v="278"/>
          <ac:spMkLst>
            <pc:docMk/>
            <pc:sldMk cId="1903607505" sldId="294"/>
            <ac:spMk id="12" creationId="{630BEE3C-6263-40C1-BB4F-1C1B2963A9F9}"/>
          </ac:spMkLst>
        </pc:spChg>
        <pc:spChg chg="add del">
          <ac:chgData name="Kumar Ravi" userId="fe9c997f-5d9a-4a3a-9777-c2465786a55b" providerId="ADAL" clId="{B3213DAE-92FA-407D-8D5B-A3FDF47DB085}" dt="2019-01-21T02:12:20.555" v="278"/>
          <ac:spMkLst>
            <pc:docMk/>
            <pc:sldMk cId="1903607505" sldId="294"/>
            <ac:spMk id="13" creationId="{85C65637-20C3-4C07-99D3-5404692C5C36}"/>
          </ac:spMkLst>
        </pc:spChg>
        <pc:spChg chg="add del">
          <ac:chgData name="Kumar Ravi" userId="fe9c997f-5d9a-4a3a-9777-c2465786a55b" providerId="ADAL" clId="{B3213DAE-92FA-407D-8D5B-A3FDF47DB085}" dt="2019-01-21T02:12:20.555" v="278"/>
          <ac:spMkLst>
            <pc:docMk/>
            <pc:sldMk cId="1903607505" sldId="294"/>
            <ac:spMk id="15" creationId="{B7F07983-A7BB-41E3-B42F-B58AC6188AC5}"/>
          </ac:spMkLst>
        </pc:spChg>
        <pc:spChg chg="add del">
          <ac:chgData name="Kumar Ravi" userId="fe9c997f-5d9a-4a3a-9777-c2465786a55b" providerId="ADAL" clId="{B3213DAE-92FA-407D-8D5B-A3FDF47DB085}" dt="2019-01-21T02:12:20.555" v="278"/>
          <ac:spMkLst>
            <pc:docMk/>
            <pc:sldMk cId="1903607505" sldId="294"/>
            <ac:spMk id="20" creationId="{FCDED30B-2901-48A8-9FE7-6AA8E544EDE8}"/>
          </ac:spMkLst>
        </pc:spChg>
        <pc:spChg chg="add del">
          <ac:chgData name="Kumar Ravi" userId="fe9c997f-5d9a-4a3a-9777-c2465786a55b" providerId="ADAL" clId="{B3213DAE-92FA-407D-8D5B-A3FDF47DB085}" dt="2019-01-21T02:12:20.555" v="278"/>
          <ac:spMkLst>
            <pc:docMk/>
            <pc:sldMk cId="1903607505" sldId="294"/>
            <ac:spMk id="21" creationId="{C84D1D74-83B5-4A10-A6CA-7EEB72CC8D4D}"/>
          </ac:spMkLst>
        </pc:spChg>
        <pc:spChg chg="add del">
          <ac:chgData name="Kumar Ravi" userId="fe9c997f-5d9a-4a3a-9777-c2465786a55b" providerId="ADAL" clId="{B3213DAE-92FA-407D-8D5B-A3FDF47DB085}" dt="2019-01-21T02:12:20.555" v="278"/>
          <ac:spMkLst>
            <pc:docMk/>
            <pc:sldMk cId="1903607505" sldId="294"/>
            <ac:spMk id="22" creationId="{2C7953F8-B256-414C-9AC3-9A8165C8E518}"/>
          </ac:spMkLst>
        </pc:spChg>
        <pc:spChg chg="add del">
          <ac:chgData name="Kumar Ravi" userId="fe9c997f-5d9a-4a3a-9777-c2465786a55b" providerId="ADAL" clId="{B3213DAE-92FA-407D-8D5B-A3FDF47DB085}" dt="2019-01-21T02:12:20.555" v="278"/>
          <ac:spMkLst>
            <pc:docMk/>
            <pc:sldMk cId="1903607505" sldId="294"/>
            <ac:spMk id="23" creationId="{25127C53-CC01-4CB4-976A-9A8A525E111A}"/>
          </ac:spMkLst>
        </pc:spChg>
        <pc:spChg chg="add del">
          <ac:chgData name="Kumar Ravi" userId="fe9c997f-5d9a-4a3a-9777-c2465786a55b" providerId="ADAL" clId="{B3213DAE-92FA-407D-8D5B-A3FDF47DB085}" dt="2019-01-21T02:12:20.555" v="278"/>
          <ac:spMkLst>
            <pc:docMk/>
            <pc:sldMk cId="1903607505" sldId="294"/>
            <ac:spMk id="24" creationId="{796F1A38-21A3-4A6C-9665-E7AD34F7C2EB}"/>
          </ac:spMkLst>
        </pc:spChg>
        <pc:spChg chg="add del">
          <ac:chgData name="Kumar Ravi" userId="fe9c997f-5d9a-4a3a-9777-c2465786a55b" providerId="ADAL" clId="{B3213DAE-92FA-407D-8D5B-A3FDF47DB085}" dt="2019-01-21T02:12:20.555" v="278"/>
          <ac:spMkLst>
            <pc:docMk/>
            <pc:sldMk cId="1903607505" sldId="294"/>
            <ac:spMk id="25" creationId="{7BA88580-0C78-473F-8D29-F2DC49652195}"/>
          </ac:spMkLst>
        </pc:spChg>
        <pc:spChg chg="add del">
          <ac:chgData name="Kumar Ravi" userId="fe9c997f-5d9a-4a3a-9777-c2465786a55b" providerId="ADAL" clId="{B3213DAE-92FA-407D-8D5B-A3FDF47DB085}" dt="2019-01-21T02:12:20.555" v="278"/>
          <ac:spMkLst>
            <pc:docMk/>
            <pc:sldMk cId="1903607505" sldId="294"/>
            <ac:spMk id="32" creationId="{C3EC7481-5DDA-47C1-8722-9ED0D90C72B5}"/>
          </ac:spMkLst>
        </pc:spChg>
        <pc:spChg chg="add mod">
          <ac:chgData name="Kumar Ravi" userId="fe9c997f-5d9a-4a3a-9777-c2465786a55b" providerId="ADAL" clId="{B3213DAE-92FA-407D-8D5B-A3FDF47DB085}" dt="2019-01-21T02:12:27.295" v="280" actId="1076"/>
          <ac:spMkLst>
            <pc:docMk/>
            <pc:sldMk cId="1903607505" sldId="294"/>
            <ac:spMk id="36" creationId="{86F13175-6BB2-4FC6-9B60-F5911E3923D1}"/>
          </ac:spMkLst>
        </pc:spChg>
        <pc:spChg chg="add mod">
          <ac:chgData name="Kumar Ravi" userId="fe9c997f-5d9a-4a3a-9777-c2465786a55b" providerId="ADAL" clId="{B3213DAE-92FA-407D-8D5B-A3FDF47DB085}" dt="2019-01-21T02:13:02.080" v="284" actId="1076"/>
          <ac:spMkLst>
            <pc:docMk/>
            <pc:sldMk cId="1903607505" sldId="294"/>
            <ac:spMk id="37" creationId="{8A898118-F3D9-4685-B7F0-24C4A363386F}"/>
          </ac:spMkLst>
        </pc:spChg>
        <pc:spChg chg="add mod">
          <ac:chgData name="Kumar Ravi" userId="fe9c997f-5d9a-4a3a-9777-c2465786a55b" providerId="ADAL" clId="{B3213DAE-92FA-407D-8D5B-A3FDF47DB085}" dt="2019-01-21T02:12:27.295" v="280" actId="1076"/>
          <ac:spMkLst>
            <pc:docMk/>
            <pc:sldMk cId="1903607505" sldId="294"/>
            <ac:spMk id="38" creationId="{D088881D-2801-4C72-906C-F7FA0D8227CA}"/>
          </ac:spMkLst>
        </pc:spChg>
        <pc:spChg chg="add mod">
          <ac:chgData name="Kumar Ravi" userId="fe9c997f-5d9a-4a3a-9777-c2465786a55b" providerId="ADAL" clId="{B3213DAE-92FA-407D-8D5B-A3FDF47DB085}" dt="2019-01-21T02:13:25.703" v="287" actId="14100"/>
          <ac:spMkLst>
            <pc:docMk/>
            <pc:sldMk cId="1903607505" sldId="294"/>
            <ac:spMk id="39" creationId="{F6C2D267-F283-44AA-BD67-2FD6EC6A26C3}"/>
          </ac:spMkLst>
        </pc:spChg>
        <pc:spChg chg="add mod">
          <ac:chgData name="Kumar Ravi" userId="fe9c997f-5d9a-4a3a-9777-c2465786a55b" providerId="ADAL" clId="{B3213DAE-92FA-407D-8D5B-A3FDF47DB085}" dt="2019-01-21T02:23:55.319" v="293" actId="20577"/>
          <ac:spMkLst>
            <pc:docMk/>
            <pc:sldMk cId="1903607505" sldId="294"/>
            <ac:spMk id="40" creationId="{BF211D2B-BA15-4AA5-9294-9FCFEFB2E092}"/>
          </ac:spMkLst>
        </pc:spChg>
        <pc:spChg chg="add del mod">
          <ac:chgData name="Kumar Ravi" userId="fe9c997f-5d9a-4a3a-9777-c2465786a55b" providerId="ADAL" clId="{B3213DAE-92FA-407D-8D5B-A3FDF47DB085}" dt="2019-01-21T02:12:39.181" v="282" actId="478"/>
          <ac:spMkLst>
            <pc:docMk/>
            <pc:sldMk cId="1903607505" sldId="294"/>
            <ac:spMk id="41" creationId="{35675934-DE3E-4A89-8F8E-8B5C678634E6}"/>
          </ac:spMkLst>
        </pc:spChg>
        <pc:spChg chg="add mod">
          <ac:chgData name="Kumar Ravi" userId="fe9c997f-5d9a-4a3a-9777-c2465786a55b" providerId="ADAL" clId="{B3213DAE-92FA-407D-8D5B-A3FDF47DB085}" dt="2019-01-21T02:13:09.297" v="285" actId="1076"/>
          <ac:spMkLst>
            <pc:docMk/>
            <pc:sldMk cId="1903607505" sldId="294"/>
            <ac:spMk id="42" creationId="{E769D66D-BD64-42F4-A0F6-DBD64A0DA4A8}"/>
          </ac:spMkLst>
        </pc:spChg>
        <pc:spChg chg="add mod">
          <ac:chgData name="Kumar Ravi" userId="fe9c997f-5d9a-4a3a-9777-c2465786a55b" providerId="ADAL" clId="{B3213DAE-92FA-407D-8D5B-A3FDF47DB085}" dt="2019-01-21T02:12:27.295" v="280" actId="1076"/>
          <ac:spMkLst>
            <pc:docMk/>
            <pc:sldMk cId="1903607505" sldId="294"/>
            <ac:spMk id="43" creationId="{BAD7F93E-CB61-4FD3-AC25-AB2E7B238C63}"/>
          </ac:spMkLst>
        </pc:spChg>
        <pc:spChg chg="add mod">
          <ac:chgData name="Kumar Ravi" userId="fe9c997f-5d9a-4a3a-9777-c2465786a55b" providerId="ADAL" clId="{B3213DAE-92FA-407D-8D5B-A3FDF47DB085}" dt="2019-01-21T02:12:27.295" v="280" actId="1076"/>
          <ac:spMkLst>
            <pc:docMk/>
            <pc:sldMk cId="1903607505" sldId="294"/>
            <ac:spMk id="44" creationId="{FDA6EA3C-9492-4F40-B877-D32F3A0124C1}"/>
          </ac:spMkLst>
        </pc:spChg>
        <pc:spChg chg="add mod">
          <ac:chgData name="Kumar Ravi" userId="fe9c997f-5d9a-4a3a-9777-c2465786a55b" providerId="ADAL" clId="{B3213DAE-92FA-407D-8D5B-A3FDF47DB085}" dt="2019-01-21T02:12:27.295" v="280" actId="1076"/>
          <ac:spMkLst>
            <pc:docMk/>
            <pc:sldMk cId="1903607505" sldId="294"/>
            <ac:spMk id="45" creationId="{A9151D89-D8EE-49AE-8EDE-3BDB4AE810D9}"/>
          </ac:spMkLst>
        </pc:spChg>
        <pc:spChg chg="add mod">
          <ac:chgData name="Kumar Ravi" userId="fe9c997f-5d9a-4a3a-9777-c2465786a55b" providerId="ADAL" clId="{B3213DAE-92FA-407D-8D5B-A3FDF47DB085}" dt="2019-01-21T02:12:27.295" v="280" actId="1076"/>
          <ac:spMkLst>
            <pc:docMk/>
            <pc:sldMk cId="1903607505" sldId="294"/>
            <ac:spMk id="46" creationId="{3104DE58-0E71-4320-B0E0-440A5075F567}"/>
          </ac:spMkLst>
        </pc:spChg>
        <pc:spChg chg="add mod">
          <ac:chgData name="Kumar Ravi" userId="fe9c997f-5d9a-4a3a-9777-c2465786a55b" providerId="ADAL" clId="{B3213DAE-92FA-407D-8D5B-A3FDF47DB085}" dt="2019-01-21T02:12:54.269" v="283" actId="14100"/>
          <ac:spMkLst>
            <pc:docMk/>
            <pc:sldMk cId="1903607505" sldId="294"/>
            <ac:spMk id="53" creationId="{546B5392-D59C-4FC0-845E-842679AF9FEB}"/>
          </ac:spMkLst>
        </pc:spChg>
        <pc:grpChg chg="add del">
          <ac:chgData name="Kumar Ravi" userId="fe9c997f-5d9a-4a3a-9777-c2465786a55b" providerId="ADAL" clId="{B3213DAE-92FA-407D-8D5B-A3FDF47DB085}" dt="2019-01-21T02:12:20.555" v="278"/>
          <ac:grpSpMkLst>
            <pc:docMk/>
            <pc:sldMk cId="1903607505" sldId="294"/>
            <ac:grpSpMk id="26" creationId="{6F3FBFC6-282E-4161-B9D5-CAE9AB1ABF50}"/>
          </ac:grpSpMkLst>
        </pc:grpChg>
        <pc:grpChg chg="add del">
          <ac:chgData name="Kumar Ravi" userId="fe9c997f-5d9a-4a3a-9777-c2465786a55b" providerId="ADAL" clId="{B3213DAE-92FA-407D-8D5B-A3FDF47DB085}" dt="2019-01-21T02:12:20.555" v="278"/>
          <ac:grpSpMkLst>
            <pc:docMk/>
            <pc:sldMk cId="1903607505" sldId="294"/>
            <ac:grpSpMk id="29" creationId="{FA801248-E8F2-4AB3-B062-4E65240C95D8}"/>
          </ac:grpSpMkLst>
        </pc:grpChg>
        <pc:grpChg chg="add del">
          <ac:chgData name="Kumar Ravi" userId="fe9c997f-5d9a-4a3a-9777-c2465786a55b" providerId="ADAL" clId="{B3213DAE-92FA-407D-8D5B-A3FDF47DB085}" dt="2019-01-21T02:12:20.555" v="278"/>
          <ac:grpSpMkLst>
            <pc:docMk/>
            <pc:sldMk cId="1903607505" sldId="294"/>
            <ac:grpSpMk id="33" creationId="{4794A1B5-608D-499D-AD7A-78D73258ED38}"/>
          </ac:grpSpMkLst>
        </pc:grpChg>
        <pc:grpChg chg="add mod">
          <ac:chgData name="Kumar Ravi" userId="fe9c997f-5d9a-4a3a-9777-c2465786a55b" providerId="ADAL" clId="{B3213DAE-92FA-407D-8D5B-A3FDF47DB085}" dt="2019-01-21T02:12:27.295" v="280" actId="1076"/>
          <ac:grpSpMkLst>
            <pc:docMk/>
            <pc:sldMk cId="1903607505" sldId="294"/>
            <ac:grpSpMk id="47" creationId="{4A4C561F-4245-483B-800E-B0B9CEEB2AF5}"/>
          </ac:grpSpMkLst>
        </pc:grpChg>
        <pc:grpChg chg="add mod">
          <ac:chgData name="Kumar Ravi" userId="fe9c997f-5d9a-4a3a-9777-c2465786a55b" providerId="ADAL" clId="{B3213DAE-92FA-407D-8D5B-A3FDF47DB085}" dt="2019-01-21T02:12:27.295" v="280" actId="1076"/>
          <ac:grpSpMkLst>
            <pc:docMk/>
            <pc:sldMk cId="1903607505" sldId="294"/>
            <ac:grpSpMk id="50" creationId="{3C82013D-ECAB-4617-BACD-0FD06A1F3AC7}"/>
          </ac:grpSpMkLst>
        </pc:grpChg>
        <pc:grpChg chg="add del mod">
          <ac:chgData name="Kumar Ravi" userId="fe9c997f-5d9a-4a3a-9777-c2465786a55b" providerId="ADAL" clId="{B3213DAE-92FA-407D-8D5B-A3FDF47DB085}" dt="2019-01-21T02:12:31.744" v="281" actId="478"/>
          <ac:grpSpMkLst>
            <pc:docMk/>
            <pc:sldMk cId="1903607505" sldId="294"/>
            <ac:grpSpMk id="54" creationId="{31D29048-4B1B-4C2D-A8F3-B2C3487A1E3D}"/>
          </ac:grpSpMkLst>
        </pc:grpChg>
      </pc:sldChg>
      <pc:sldChg chg="modSp">
        <pc:chgData name="Kumar Ravi" userId="fe9c997f-5d9a-4a3a-9777-c2465786a55b" providerId="ADAL" clId="{B3213DAE-92FA-407D-8D5B-A3FDF47DB085}" dt="2019-01-21T02:12:00.389" v="276" actId="1076"/>
        <pc:sldMkLst>
          <pc:docMk/>
          <pc:sldMk cId="1582431138" sldId="295"/>
        </pc:sldMkLst>
        <pc:spChg chg="mod">
          <ac:chgData name="Kumar Ravi" userId="fe9c997f-5d9a-4a3a-9777-c2465786a55b" providerId="ADAL" clId="{B3213DAE-92FA-407D-8D5B-A3FDF47DB085}" dt="2019-01-21T02:12:00.389" v="276" actId="1076"/>
          <ac:spMkLst>
            <pc:docMk/>
            <pc:sldMk cId="1582431138" sldId="295"/>
            <ac:spMk id="3" creationId="{A757BC43-EC87-40D4-AEEA-CF2DD8D156F7}"/>
          </ac:spMkLst>
        </pc:spChg>
      </pc:sldChg>
    </pc:docChg>
  </pc:docChgLst>
  <pc:docChgLst>
    <pc:chgData name="Kumar Ravi" userId="fe9c997f-5d9a-4a3a-9777-c2465786a55b" providerId="ADAL" clId="{EB8CD2C3-2020-4BBA-B888-ACC78E1F1E60}"/>
    <pc:docChg chg="undo custSel addSld delSld modSld">
      <pc:chgData name="Kumar Ravi" userId="fe9c997f-5d9a-4a3a-9777-c2465786a55b" providerId="ADAL" clId="{EB8CD2C3-2020-4BBA-B888-ACC78E1F1E60}" dt="2019-01-18T17:31:36.355" v="316" actId="14838"/>
      <pc:docMkLst>
        <pc:docMk/>
      </pc:docMkLst>
      <pc:sldChg chg="modSp">
        <pc:chgData name="Kumar Ravi" userId="fe9c997f-5d9a-4a3a-9777-c2465786a55b" providerId="ADAL" clId="{EB8CD2C3-2020-4BBA-B888-ACC78E1F1E60}" dt="2019-01-18T16:44:56.443" v="14" actId="1036"/>
        <pc:sldMkLst>
          <pc:docMk/>
          <pc:sldMk cId="368249941" sldId="290"/>
        </pc:sldMkLst>
        <pc:spChg chg="mod">
          <ac:chgData name="Kumar Ravi" userId="fe9c997f-5d9a-4a3a-9777-c2465786a55b" providerId="ADAL" clId="{EB8CD2C3-2020-4BBA-B888-ACC78E1F1E60}" dt="2019-01-18T16:44:56.443" v="14" actId="1036"/>
          <ac:spMkLst>
            <pc:docMk/>
            <pc:sldMk cId="368249941" sldId="290"/>
            <ac:spMk id="16" creationId="{5EDBD69D-0207-4008-958A-565098D5D346}"/>
          </ac:spMkLst>
        </pc:spChg>
      </pc:sldChg>
      <pc:sldChg chg="addSp delSp modSp modAnim">
        <pc:chgData name="Kumar Ravi" userId="fe9c997f-5d9a-4a3a-9777-c2465786a55b" providerId="ADAL" clId="{EB8CD2C3-2020-4BBA-B888-ACC78E1F1E60}" dt="2019-01-18T17:15:33.296" v="277" actId="14100"/>
        <pc:sldMkLst>
          <pc:docMk/>
          <pc:sldMk cId="1903607505" sldId="294"/>
        </pc:sldMkLst>
        <pc:spChg chg="mod">
          <ac:chgData name="Kumar Ravi" userId="fe9c997f-5d9a-4a3a-9777-c2465786a55b" providerId="ADAL" clId="{EB8CD2C3-2020-4BBA-B888-ACC78E1F1E60}" dt="2019-01-18T17:15:33.296" v="277" actId="14100"/>
          <ac:spMkLst>
            <pc:docMk/>
            <pc:sldMk cId="1903607505" sldId="294"/>
            <ac:spMk id="16" creationId="{5EDBD69D-0207-4008-958A-565098D5D346}"/>
          </ac:spMkLst>
        </pc:spChg>
        <pc:spChg chg="add del mod topLvl">
          <ac:chgData name="Kumar Ravi" userId="fe9c997f-5d9a-4a3a-9777-c2465786a55b" providerId="ADAL" clId="{EB8CD2C3-2020-4BBA-B888-ACC78E1F1E60}" dt="2019-01-18T17:07:28.545" v="223"/>
          <ac:spMkLst>
            <pc:docMk/>
            <pc:sldMk cId="1903607505" sldId="294"/>
            <ac:spMk id="21" creationId="{C536B3D4-1493-4468-89C6-2FC61B362DD3}"/>
          </ac:spMkLst>
        </pc:spChg>
        <pc:spChg chg="add del mod topLvl">
          <ac:chgData name="Kumar Ravi" userId="fe9c997f-5d9a-4a3a-9777-c2465786a55b" providerId="ADAL" clId="{EB8CD2C3-2020-4BBA-B888-ACC78E1F1E60}" dt="2019-01-18T17:07:28.545" v="223"/>
          <ac:spMkLst>
            <pc:docMk/>
            <pc:sldMk cId="1903607505" sldId="294"/>
            <ac:spMk id="23" creationId="{E86B4DB8-2748-4F80-9B7E-EBB68FA77222}"/>
          </ac:spMkLst>
        </pc:spChg>
        <pc:spChg chg="add del mod topLvl">
          <ac:chgData name="Kumar Ravi" userId="fe9c997f-5d9a-4a3a-9777-c2465786a55b" providerId="ADAL" clId="{EB8CD2C3-2020-4BBA-B888-ACC78E1F1E60}" dt="2019-01-18T17:07:28.545" v="223"/>
          <ac:spMkLst>
            <pc:docMk/>
            <pc:sldMk cId="1903607505" sldId="294"/>
            <ac:spMk id="25" creationId="{115DEB43-1D52-485F-8EBB-917BDEC875F0}"/>
          </ac:spMkLst>
        </pc:spChg>
        <pc:spChg chg="add del mod topLvl">
          <ac:chgData name="Kumar Ravi" userId="fe9c997f-5d9a-4a3a-9777-c2465786a55b" providerId="ADAL" clId="{EB8CD2C3-2020-4BBA-B888-ACC78E1F1E60}" dt="2019-01-18T17:07:28.545" v="223"/>
          <ac:spMkLst>
            <pc:docMk/>
            <pc:sldMk cId="1903607505" sldId="294"/>
            <ac:spMk id="26" creationId="{72C4F0B3-199D-4E00-9388-80D8B6BECFCB}"/>
          </ac:spMkLst>
        </pc:spChg>
        <pc:spChg chg="add del mod topLvl">
          <ac:chgData name="Kumar Ravi" userId="fe9c997f-5d9a-4a3a-9777-c2465786a55b" providerId="ADAL" clId="{EB8CD2C3-2020-4BBA-B888-ACC78E1F1E60}" dt="2019-01-18T17:07:28.545" v="223"/>
          <ac:spMkLst>
            <pc:docMk/>
            <pc:sldMk cId="1903607505" sldId="294"/>
            <ac:spMk id="27" creationId="{E9AF94F6-5FC4-4A7E-A1E7-FE95D0096770}"/>
          </ac:spMkLst>
        </pc:spChg>
        <pc:spChg chg="add del mod topLvl">
          <ac:chgData name="Kumar Ravi" userId="fe9c997f-5d9a-4a3a-9777-c2465786a55b" providerId="ADAL" clId="{EB8CD2C3-2020-4BBA-B888-ACC78E1F1E60}" dt="2019-01-18T17:07:28.545" v="223"/>
          <ac:spMkLst>
            <pc:docMk/>
            <pc:sldMk cId="1903607505" sldId="294"/>
            <ac:spMk id="28" creationId="{0F2BFFA1-8926-4546-8798-196DF509C331}"/>
          </ac:spMkLst>
        </pc:spChg>
        <pc:spChg chg="add del mod topLvl">
          <ac:chgData name="Kumar Ravi" userId="fe9c997f-5d9a-4a3a-9777-c2465786a55b" providerId="ADAL" clId="{EB8CD2C3-2020-4BBA-B888-ACC78E1F1E60}" dt="2019-01-18T17:07:28.545" v="223"/>
          <ac:spMkLst>
            <pc:docMk/>
            <pc:sldMk cId="1903607505" sldId="294"/>
            <ac:spMk id="29" creationId="{D8DFF4B7-46CF-4B8E-9DC3-CB2293766380}"/>
          </ac:spMkLst>
        </pc:spChg>
        <pc:spChg chg="add del mod topLvl">
          <ac:chgData name="Kumar Ravi" userId="fe9c997f-5d9a-4a3a-9777-c2465786a55b" providerId="ADAL" clId="{EB8CD2C3-2020-4BBA-B888-ACC78E1F1E60}" dt="2019-01-18T17:07:28.545" v="223"/>
          <ac:spMkLst>
            <pc:docMk/>
            <pc:sldMk cId="1903607505" sldId="294"/>
            <ac:spMk id="30" creationId="{0393359B-7708-4AED-898A-B9FDEC585263}"/>
          </ac:spMkLst>
        </pc:spChg>
        <pc:spChg chg="add del mod topLvl">
          <ac:chgData name="Kumar Ravi" userId="fe9c997f-5d9a-4a3a-9777-c2465786a55b" providerId="ADAL" clId="{EB8CD2C3-2020-4BBA-B888-ACC78E1F1E60}" dt="2019-01-18T17:07:28.545" v="223"/>
          <ac:spMkLst>
            <pc:docMk/>
            <pc:sldMk cId="1903607505" sldId="294"/>
            <ac:spMk id="31" creationId="{4A498BCF-89AD-4CC9-8E8D-787EC4F72085}"/>
          </ac:spMkLst>
        </pc:spChg>
        <pc:spChg chg="add del mod topLvl">
          <ac:chgData name="Kumar Ravi" userId="fe9c997f-5d9a-4a3a-9777-c2465786a55b" providerId="ADAL" clId="{EB8CD2C3-2020-4BBA-B888-ACC78E1F1E60}" dt="2019-01-18T17:07:28.545" v="223"/>
          <ac:spMkLst>
            <pc:docMk/>
            <pc:sldMk cId="1903607505" sldId="294"/>
            <ac:spMk id="32" creationId="{7E48E502-CD6C-4BCA-A3EE-1A60B7D0050F}"/>
          </ac:spMkLst>
        </pc:spChg>
        <pc:spChg chg="add del mod topLvl">
          <ac:chgData name="Kumar Ravi" userId="fe9c997f-5d9a-4a3a-9777-c2465786a55b" providerId="ADAL" clId="{EB8CD2C3-2020-4BBA-B888-ACC78E1F1E60}" dt="2019-01-18T17:07:28.545" v="223"/>
          <ac:spMkLst>
            <pc:docMk/>
            <pc:sldMk cId="1903607505" sldId="294"/>
            <ac:spMk id="33" creationId="{3EE967D1-144F-4270-B7CC-90CCDC4E798C}"/>
          </ac:spMkLst>
        </pc:spChg>
        <pc:spChg chg="add del mod topLvl">
          <ac:chgData name="Kumar Ravi" userId="fe9c997f-5d9a-4a3a-9777-c2465786a55b" providerId="ADAL" clId="{EB8CD2C3-2020-4BBA-B888-ACC78E1F1E60}" dt="2019-01-18T17:07:28.545" v="223"/>
          <ac:spMkLst>
            <pc:docMk/>
            <pc:sldMk cId="1903607505" sldId="294"/>
            <ac:spMk id="34" creationId="{3F195419-7FB6-4CC3-BD86-7F08A9936894}"/>
          </ac:spMkLst>
        </pc:spChg>
        <pc:spChg chg="add del mod topLvl">
          <ac:chgData name="Kumar Ravi" userId="fe9c997f-5d9a-4a3a-9777-c2465786a55b" providerId="ADAL" clId="{EB8CD2C3-2020-4BBA-B888-ACC78E1F1E60}" dt="2019-01-18T17:07:28.545" v="223"/>
          <ac:spMkLst>
            <pc:docMk/>
            <pc:sldMk cId="1903607505" sldId="294"/>
            <ac:spMk id="52" creationId="{A32084C6-26F9-4F81-917D-2287ADCD4845}"/>
          </ac:spMkLst>
        </pc:spChg>
        <pc:spChg chg="add del mod topLvl">
          <ac:chgData name="Kumar Ravi" userId="fe9c997f-5d9a-4a3a-9777-c2465786a55b" providerId="ADAL" clId="{EB8CD2C3-2020-4BBA-B888-ACC78E1F1E60}" dt="2019-01-18T17:07:28.545" v="223"/>
          <ac:spMkLst>
            <pc:docMk/>
            <pc:sldMk cId="1903607505" sldId="294"/>
            <ac:spMk id="53" creationId="{5095126D-3DAF-407D-91B5-45C1A5AE47CD}"/>
          </ac:spMkLst>
        </pc:spChg>
        <pc:spChg chg="add del mod topLvl">
          <ac:chgData name="Kumar Ravi" userId="fe9c997f-5d9a-4a3a-9777-c2465786a55b" providerId="ADAL" clId="{EB8CD2C3-2020-4BBA-B888-ACC78E1F1E60}" dt="2019-01-18T17:07:28.545" v="223"/>
          <ac:spMkLst>
            <pc:docMk/>
            <pc:sldMk cId="1903607505" sldId="294"/>
            <ac:spMk id="54" creationId="{14BBE681-B2C4-460C-A025-A9BCA30E66D2}"/>
          </ac:spMkLst>
        </pc:spChg>
        <pc:grpChg chg="add del mod">
          <ac:chgData name="Kumar Ravi" userId="fe9c997f-5d9a-4a3a-9777-c2465786a55b" providerId="ADAL" clId="{EB8CD2C3-2020-4BBA-B888-ACC78E1F1E60}" dt="2019-01-18T17:05:55.293" v="209" actId="165"/>
          <ac:grpSpMkLst>
            <pc:docMk/>
            <pc:sldMk cId="1903607505" sldId="294"/>
            <ac:grpSpMk id="5" creationId="{FAD85A2E-562F-4E8D-BD5B-1A61610EE48B}"/>
          </ac:grpSpMkLst>
        </pc:grpChg>
        <pc:grpChg chg="add del mod topLvl">
          <ac:chgData name="Kumar Ravi" userId="fe9c997f-5d9a-4a3a-9777-c2465786a55b" providerId="ADAL" clId="{EB8CD2C3-2020-4BBA-B888-ACC78E1F1E60}" dt="2019-01-18T17:07:28.545" v="223"/>
          <ac:grpSpMkLst>
            <pc:docMk/>
            <pc:sldMk cId="1903607505" sldId="294"/>
            <ac:grpSpMk id="39" creationId="{747D7FFB-556E-4606-91CC-AA0F65C4750E}"/>
          </ac:grpSpMkLst>
        </pc:grpChg>
        <pc:grpChg chg="add del mod topLvl">
          <ac:chgData name="Kumar Ravi" userId="fe9c997f-5d9a-4a3a-9777-c2465786a55b" providerId="ADAL" clId="{EB8CD2C3-2020-4BBA-B888-ACC78E1F1E60}" dt="2019-01-18T17:07:28.545" v="223"/>
          <ac:grpSpMkLst>
            <pc:docMk/>
            <pc:sldMk cId="1903607505" sldId="294"/>
            <ac:grpSpMk id="46" creationId="{22B3C739-4CDC-4260-A168-A59AEAF92A7E}"/>
          </ac:grpSpMkLst>
        </pc:grpChg>
        <pc:grpChg chg="add del mod topLvl">
          <ac:chgData name="Kumar Ravi" userId="fe9c997f-5d9a-4a3a-9777-c2465786a55b" providerId="ADAL" clId="{EB8CD2C3-2020-4BBA-B888-ACC78E1F1E60}" dt="2019-01-18T17:07:28.545" v="223"/>
          <ac:grpSpMkLst>
            <pc:docMk/>
            <pc:sldMk cId="1903607505" sldId="294"/>
            <ac:grpSpMk id="49" creationId="{B20CF552-6890-4C9D-8865-38CBB210F929}"/>
          </ac:grpSpMkLst>
        </pc:grpChg>
        <pc:grpChg chg="add del mod topLvl">
          <ac:chgData name="Kumar Ravi" userId="fe9c997f-5d9a-4a3a-9777-c2465786a55b" providerId="ADAL" clId="{EB8CD2C3-2020-4BBA-B888-ACC78E1F1E60}" dt="2019-01-18T17:07:28.545" v="223"/>
          <ac:grpSpMkLst>
            <pc:docMk/>
            <pc:sldMk cId="1903607505" sldId="294"/>
            <ac:grpSpMk id="55" creationId="{3751BB3B-519D-441C-8B80-EF404C02D2E7}"/>
          </ac:grpSpMkLst>
        </pc:grpChg>
      </pc:sldChg>
      <pc:sldChg chg="addSp delSp modSp">
        <pc:chgData name="Kumar Ravi" userId="fe9c997f-5d9a-4a3a-9777-c2465786a55b" providerId="ADAL" clId="{EB8CD2C3-2020-4BBA-B888-ACC78E1F1E60}" dt="2019-01-18T17:31:36.355" v="316" actId="14838"/>
        <pc:sldMkLst>
          <pc:docMk/>
          <pc:sldMk cId="1582431138" sldId="295"/>
        </pc:sldMkLst>
        <pc:spChg chg="mod">
          <ac:chgData name="Kumar Ravi" userId="fe9c997f-5d9a-4a3a-9777-c2465786a55b" providerId="ADAL" clId="{EB8CD2C3-2020-4BBA-B888-ACC78E1F1E60}" dt="2019-01-18T17:07:52.429" v="228" actId="14100"/>
          <ac:spMkLst>
            <pc:docMk/>
            <pc:sldMk cId="1582431138" sldId="295"/>
            <ac:spMk id="5" creationId="{51D53237-12B3-4994-88D4-5FF52D82F659}"/>
          </ac:spMkLst>
        </pc:spChg>
        <pc:spChg chg="mod">
          <ac:chgData name="Kumar Ravi" userId="fe9c997f-5d9a-4a3a-9777-c2465786a55b" providerId="ADAL" clId="{EB8CD2C3-2020-4BBA-B888-ACC78E1F1E60}" dt="2019-01-18T17:06:28.668" v="212" actId="1076"/>
          <ac:spMkLst>
            <pc:docMk/>
            <pc:sldMk cId="1582431138" sldId="295"/>
            <ac:spMk id="10" creationId="{2AD6FDB7-FB67-4EF2-A5A6-D162B81CEEE7}"/>
          </ac:spMkLst>
        </pc:spChg>
        <pc:spChg chg="mod">
          <ac:chgData name="Kumar Ravi" userId="fe9c997f-5d9a-4a3a-9777-c2465786a55b" providerId="ADAL" clId="{EB8CD2C3-2020-4BBA-B888-ACC78E1F1E60}" dt="2019-01-18T17:06:34.148" v="213" actId="1076"/>
          <ac:spMkLst>
            <pc:docMk/>
            <pc:sldMk cId="1582431138" sldId="295"/>
            <ac:spMk id="11" creationId="{3C342637-52E7-46D1-9882-98113CC6C117}"/>
          </ac:spMkLst>
        </pc:spChg>
        <pc:spChg chg="mod">
          <ac:chgData name="Kumar Ravi" userId="fe9c997f-5d9a-4a3a-9777-c2465786a55b" providerId="ADAL" clId="{EB8CD2C3-2020-4BBA-B888-ACC78E1F1E60}" dt="2019-01-18T17:06:44.343" v="215" actId="1076"/>
          <ac:spMkLst>
            <pc:docMk/>
            <pc:sldMk cId="1582431138" sldId="295"/>
            <ac:spMk id="13" creationId="{F5803144-58B3-4749-97E6-E8073F2D218E}"/>
          </ac:spMkLst>
        </pc:spChg>
        <pc:spChg chg="mod">
          <ac:chgData name="Kumar Ravi" userId="fe9c997f-5d9a-4a3a-9777-c2465786a55b" providerId="ADAL" clId="{EB8CD2C3-2020-4BBA-B888-ACC78E1F1E60}" dt="2019-01-18T17:06:44.343" v="215" actId="1076"/>
          <ac:spMkLst>
            <pc:docMk/>
            <pc:sldMk cId="1582431138" sldId="295"/>
            <ac:spMk id="15" creationId="{ABBB4198-44CF-48E6-B6B5-F9D21BB86536}"/>
          </ac:spMkLst>
        </pc:spChg>
        <pc:spChg chg="mod">
          <ac:chgData name="Kumar Ravi" userId="fe9c997f-5d9a-4a3a-9777-c2465786a55b" providerId="ADAL" clId="{EB8CD2C3-2020-4BBA-B888-ACC78E1F1E60}" dt="2019-01-18T17:06:50.722" v="216" actId="1076"/>
          <ac:spMkLst>
            <pc:docMk/>
            <pc:sldMk cId="1582431138" sldId="295"/>
            <ac:spMk id="20" creationId="{F454ED3D-49B7-4315-B547-6D8ABC90865B}"/>
          </ac:spMkLst>
        </pc:spChg>
        <pc:spChg chg="mod">
          <ac:chgData name="Kumar Ravi" userId="fe9c997f-5d9a-4a3a-9777-c2465786a55b" providerId="ADAL" clId="{EB8CD2C3-2020-4BBA-B888-ACC78E1F1E60}" dt="2019-01-18T17:08:01.885" v="231" actId="14100"/>
          <ac:spMkLst>
            <pc:docMk/>
            <pc:sldMk cId="1582431138" sldId="295"/>
            <ac:spMk id="21" creationId="{E76E4A0A-5815-4075-ACE7-5AA77FEB2DDA}"/>
          </ac:spMkLst>
        </pc:spChg>
        <pc:spChg chg="mod">
          <ac:chgData name="Kumar Ravi" userId="fe9c997f-5d9a-4a3a-9777-c2465786a55b" providerId="ADAL" clId="{EB8CD2C3-2020-4BBA-B888-ACC78E1F1E60}" dt="2019-01-18T17:06:58.183" v="217" actId="1076"/>
          <ac:spMkLst>
            <pc:docMk/>
            <pc:sldMk cId="1582431138" sldId="295"/>
            <ac:spMk id="22" creationId="{97A7867A-DCAB-4A51-A340-25AC44480B9C}"/>
          </ac:spMkLst>
        </pc:spChg>
        <pc:spChg chg="add del mod topLvl">
          <ac:chgData name="Kumar Ravi" userId="fe9c997f-5d9a-4a3a-9777-c2465786a55b" providerId="ADAL" clId="{EB8CD2C3-2020-4BBA-B888-ACC78E1F1E60}" dt="2019-01-18T17:26:44.975" v="295" actId="478"/>
          <ac:spMkLst>
            <pc:docMk/>
            <pc:sldMk cId="1582431138" sldId="295"/>
            <ac:spMk id="23" creationId="{AC75CC58-98CF-4791-9BBF-57EB6F0AB403}"/>
          </ac:spMkLst>
        </pc:spChg>
        <pc:spChg chg="add mod topLvl">
          <ac:chgData name="Kumar Ravi" userId="fe9c997f-5d9a-4a3a-9777-c2465786a55b" providerId="ADAL" clId="{EB8CD2C3-2020-4BBA-B888-ACC78E1F1E60}" dt="2019-01-18T17:26:59.984" v="298"/>
          <ac:spMkLst>
            <pc:docMk/>
            <pc:sldMk cId="1582431138" sldId="295"/>
            <ac:spMk id="24" creationId="{A2D3EE96-F133-49F5-A868-D71AADD98B26}"/>
          </ac:spMkLst>
        </pc:spChg>
        <pc:spChg chg="add mod topLvl">
          <ac:chgData name="Kumar Ravi" userId="fe9c997f-5d9a-4a3a-9777-c2465786a55b" providerId="ADAL" clId="{EB8CD2C3-2020-4BBA-B888-ACC78E1F1E60}" dt="2019-01-18T17:28:01.179" v="306" actId="947"/>
          <ac:spMkLst>
            <pc:docMk/>
            <pc:sldMk cId="1582431138" sldId="295"/>
            <ac:spMk id="25" creationId="{CD5AFB74-1F31-490B-94AB-15BD897B8E37}"/>
          </ac:spMkLst>
        </pc:spChg>
        <pc:spChg chg="add mod topLvl">
          <ac:chgData name="Kumar Ravi" userId="fe9c997f-5d9a-4a3a-9777-c2465786a55b" providerId="ADAL" clId="{EB8CD2C3-2020-4BBA-B888-ACC78E1F1E60}" dt="2019-01-18T17:26:59.984" v="298"/>
          <ac:spMkLst>
            <pc:docMk/>
            <pc:sldMk cId="1582431138" sldId="295"/>
            <ac:spMk id="26" creationId="{697555DA-891D-474B-A4E4-8DA9803BE626}"/>
          </ac:spMkLst>
        </pc:spChg>
        <pc:spChg chg="add mod topLvl">
          <ac:chgData name="Kumar Ravi" userId="fe9c997f-5d9a-4a3a-9777-c2465786a55b" providerId="ADAL" clId="{EB8CD2C3-2020-4BBA-B888-ACC78E1F1E60}" dt="2019-01-18T17:26:59.984" v="298"/>
          <ac:spMkLst>
            <pc:docMk/>
            <pc:sldMk cId="1582431138" sldId="295"/>
            <ac:spMk id="27" creationId="{D795E461-92A0-45F6-B1A2-A72F50F94337}"/>
          </ac:spMkLst>
        </pc:spChg>
        <pc:spChg chg="add mod topLvl">
          <ac:chgData name="Kumar Ravi" userId="fe9c997f-5d9a-4a3a-9777-c2465786a55b" providerId="ADAL" clId="{EB8CD2C3-2020-4BBA-B888-ACC78E1F1E60}" dt="2019-01-18T17:26:59.984" v="298"/>
          <ac:spMkLst>
            <pc:docMk/>
            <pc:sldMk cId="1582431138" sldId="295"/>
            <ac:spMk id="28" creationId="{FAA1E467-6CC5-43FD-B57D-53C8EDC31E65}"/>
          </ac:spMkLst>
        </pc:spChg>
        <pc:spChg chg="add mod topLvl">
          <ac:chgData name="Kumar Ravi" userId="fe9c997f-5d9a-4a3a-9777-c2465786a55b" providerId="ADAL" clId="{EB8CD2C3-2020-4BBA-B888-ACC78E1F1E60}" dt="2019-01-18T17:26:59.984" v="298"/>
          <ac:spMkLst>
            <pc:docMk/>
            <pc:sldMk cId="1582431138" sldId="295"/>
            <ac:spMk id="29" creationId="{27B665CB-5E23-4117-BDFA-494E060B305D}"/>
          </ac:spMkLst>
        </pc:spChg>
        <pc:spChg chg="add mod topLvl">
          <ac:chgData name="Kumar Ravi" userId="fe9c997f-5d9a-4a3a-9777-c2465786a55b" providerId="ADAL" clId="{EB8CD2C3-2020-4BBA-B888-ACC78E1F1E60}" dt="2019-01-18T17:28:01.179" v="306" actId="947"/>
          <ac:spMkLst>
            <pc:docMk/>
            <pc:sldMk cId="1582431138" sldId="295"/>
            <ac:spMk id="30" creationId="{7396DDDE-4705-4FFC-A272-BE128B653BE9}"/>
          </ac:spMkLst>
        </pc:spChg>
        <pc:spChg chg="add mod topLvl">
          <ac:chgData name="Kumar Ravi" userId="fe9c997f-5d9a-4a3a-9777-c2465786a55b" providerId="ADAL" clId="{EB8CD2C3-2020-4BBA-B888-ACC78E1F1E60}" dt="2019-01-18T17:26:59.984" v="298"/>
          <ac:spMkLst>
            <pc:docMk/>
            <pc:sldMk cId="1582431138" sldId="295"/>
            <ac:spMk id="31" creationId="{465C7256-CFEC-4D42-9D0B-402B32E61FC3}"/>
          </ac:spMkLst>
        </pc:spChg>
        <pc:spChg chg="add mod topLvl">
          <ac:chgData name="Kumar Ravi" userId="fe9c997f-5d9a-4a3a-9777-c2465786a55b" providerId="ADAL" clId="{EB8CD2C3-2020-4BBA-B888-ACC78E1F1E60}" dt="2019-01-18T17:28:01.179" v="306" actId="947"/>
          <ac:spMkLst>
            <pc:docMk/>
            <pc:sldMk cId="1582431138" sldId="295"/>
            <ac:spMk id="32" creationId="{D6D118FA-5B12-4DC9-867D-54C64ED7AD6D}"/>
          </ac:spMkLst>
        </pc:spChg>
        <pc:spChg chg="add mod topLvl">
          <ac:chgData name="Kumar Ravi" userId="fe9c997f-5d9a-4a3a-9777-c2465786a55b" providerId="ADAL" clId="{EB8CD2C3-2020-4BBA-B888-ACC78E1F1E60}" dt="2019-01-18T17:26:59.984" v="298"/>
          <ac:spMkLst>
            <pc:docMk/>
            <pc:sldMk cId="1582431138" sldId="295"/>
            <ac:spMk id="33" creationId="{A13D9DB9-E335-45EB-8731-071CB201AA35}"/>
          </ac:spMkLst>
        </pc:spChg>
        <pc:spChg chg="add mod topLvl">
          <ac:chgData name="Kumar Ravi" userId="fe9c997f-5d9a-4a3a-9777-c2465786a55b" providerId="ADAL" clId="{EB8CD2C3-2020-4BBA-B888-ACC78E1F1E60}" dt="2019-01-18T17:26:59.984" v="298"/>
          <ac:spMkLst>
            <pc:docMk/>
            <pc:sldMk cId="1582431138" sldId="295"/>
            <ac:spMk id="34" creationId="{B04DF6C2-1938-42EE-8F02-E8FEC5B7861E}"/>
          </ac:spMkLst>
        </pc:spChg>
        <pc:spChg chg="del mod">
          <ac:chgData name="Kumar Ravi" userId="fe9c997f-5d9a-4a3a-9777-c2465786a55b" providerId="ADAL" clId="{EB8CD2C3-2020-4BBA-B888-ACC78E1F1E60}" dt="2019-01-18T17:09:08.674" v="241" actId="478"/>
          <ac:spMkLst>
            <pc:docMk/>
            <pc:sldMk cId="1582431138" sldId="295"/>
            <ac:spMk id="36" creationId="{FAC7B6F5-36BF-4351-8161-942204640FA4}"/>
          </ac:spMkLst>
        </pc:spChg>
        <pc:spChg chg="del mod">
          <ac:chgData name="Kumar Ravi" userId="fe9c997f-5d9a-4a3a-9777-c2465786a55b" providerId="ADAL" clId="{EB8CD2C3-2020-4BBA-B888-ACC78E1F1E60}" dt="2019-01-18T17:09:17.936" v="243" actId="478"/>
          <ac:spMkLst>
            <pc:docMk/>
            <pc:sldMk cId="1582431138" sldId="295"/>
            <ac:spMk id="37" creationId="{3BB29356-2875-4E24-80E1-916024C9D81F}"/>
          </ac:spMkLst>
        </pc:spChg>
        <pc:spChg chg="del mod">
          <ac:chgData name="Kumar Ravi" userId="fe9c997f-5d9a-4a3a-9777-c2465786a55b" providerId="ADAL" clId="{EB8CD2C3-2020-4BBA-B888-ACC78E1F1E60}" dt="2019-01-18T17:09:26.927" v="244" actId="478"/>
          <ac:spMkLst>
            <pc:docMk/>
            <pc:sldMk cId="1582431138" sldId="295"/>
            <ac:spMk id="38" creationId="{9350DD70-7D9B-42BE-8461-C882EF3C73F6}"/>
          </ac:spMkLst>
        </pc:spChg>
        <pc:spChg chg="del mod topLvl">
          <ac:chgData name="Kumar Ravi" userId="fe9c997f-5d9a-4a3a-9777-c2465786a55b" providerId="ADAL" clId="{EB8CD2C3-2020-4BBA-B888-ACC78E1F1E60}" dt="2019-01-18T17:09:31.533" v="245" actId="478"/>
          <ac:spMkLst>
            <pc:docMk/>
            <pc:sldMk cId="1582431138" sldId="295"/>
            <ac:spMk id="39" creationId="{5961C01F-61AE-4B6D-8330-5E97DD7DC728}"/>
          </ac:spMkLst>
        </pc:spChg>
        <pc:spChg chg="del mod">
          <ac:chgData name="Kumar Ravi" userId="fe9c997f-5d9a-4a3a-9777-c2465786a55b" providerId="ADAL" clId="{EB8CD2C3-2020-4BBA-B888-ACC78E1F1E60}" dt="2019-01-18T17:09:14.042" v="242" actId="478"/>
          <ac:spMkLst>
            <pc:docMk/>
            <pc:sldMk cId="1582431138" sldId="295"/>
            <ac:spMk id="40" creationId="{EF10BB01-69BD-42CC-B9DF-17637CBFDEF0}"/>
          </ac:spMkLst>
        </pc:spChg>
        <pc:spChg chg="del mod topLvl">
          <ac:chgData name="Kumar Ravi" userId="fe9c997f-5d9a-4a3a-9777-c2465786a55b" providerId="ADAL" clId="{EB8CD2C3-2020-4BBA-B888-ACC78E1F1E60}" dt="2019-01-18T17:09:39.915" v="246" actId="478"/>
          <ac:spMkLst>
            <pc:docMk/>
            <pc:sldMk cId="1582431138" sldId="295"/>
            <ac:spMk id="41" creationId="{29FC2735-3C35-4DCD-83D7-705EB631B556}"/>
          </ac:spMkLst>
        </pc:spChg>
        <pc:spChg chg="mod">
          <ac:chgData name="Kumar Ravi" userId="fe9c997f-5d9a-4a3a-9777-c2465786a55b" providerId="ADAL" clId="{EB8CD2C3-2020-4BBA-B888-ACC78E1F1E60}" dt="2019-01-18T17:08:30.095" v="235" actId="255"/>
          <ac:spMkLst>
            <pc:docMk/>
            <pc:sldMk cId="1582431138" sldId="295"/>
            <ac:spMk id="43" creationId="{DFF04D73-2870-4949-B6F7-DE684AF6E913}"/>
          </ac:spMkLst>
        </pc:spChg>
        <pc:spChg chg="mod">
          <ac:chgData name="Kumar Ravi" userId="fe9c997f-5d9a-4a3a-9777-c2465786a55b" providerId="ADAL" clId="{EB8CD2C3-2020-4BBA-B888-ACC78E1F1E60}" dt="2019-01-18T17:08:30.095" v="235" actId="255"/>
          <ac:spMkLst>
            <pc:docMk/>
            <pc:sldMk cId="1582431138" sldId="295"/>
            <ac:spMk id="44" creationId="{9E71DC11-9536-4C56-8982-C2BB020EDD35}"/>
          </ac:spMkLst>
        </pc:spChg>
        <pc:spChg chg="mod">
          <ac:chgData name="Kumar Ravi" userId="fe9c997f-5d9a-4a3a-9777-c2465786a55b" providerId="ADAL" clId="{EB8CD2C3-2020-4BBA-B888-ACC78E1F1E60}" dt="2019-01-18T17:08:30.095" v="235" actId="255"/>
          <ac:spMkLst>
            <pc:docMk/>
            <pc:sldMk cId="1582431138" sldId="295"/>
            <ac:spMk id="46" creationId="{2FC4CBFE-7937-4EED-B1B5-EA2018356BAB}"/>
          </ac:spMkLst>
        </pc:spChg>
        <pc:spChg chg="mod">
          <ac:chgData name="Kumar Ravi" userId="fe9c997f-5d9a-4a3a-9777-c2465786a55b" providerId="ADAL" clId="{EB8CD2C3-2020-4BBA-B888-ACC78E1F1E60}" dt="2019-01-18T17:08:30.095" v="235" actId="255"/>
          <ac:spMkLst>
            <pc:docMk/>
            <pc:sldMk cId="1582431138" sldId="295"/>
            <ac:spMk id="47" creationId="{321A059D-D733-4E13-BF40-475856C114EA}"/>
          </ac:spMkLst>
        </pc:spChg>
        <pc:spChg chg="add mod topLvl">
          <ac:chgData name="Kumar Ravi" userId="fe9c997f-5d9a-4a3a-9777-c2465786a55b" providerId="ADAL" clId="{EB8CD2C3-2020-4BBA-B888-ACC78E1F1E60}" dt="2019-01-18T17:26:59.984" v="298"/>
          <ac:spMkLst>
            <pc:docMk/>
            <pc:sldMk cId="1582431138" sldId="295"/>
            <ac:spMk id="48" creationId="{E3CA3A31-414B-49D7-B06F-E2663DBA88AA}"/>
          </ac:spMkLst>
        </pc:spChg>
        <pc:spChg chg="add del mod topLvl">
          <ac:chgData name="Kumar Ravi" userId="fe9c997f-5d9a-4a3a-9777-c2465786a55b" providerId="ADAL" clId="{EB8CD2C3-2020-4BBA-B888-ACC78E1F1E60}" dt="2019-01-18T17:07:54.273" v="229" actId="478"/>
          <ac:spMkLst>
            <pc:docMk/>
            <pc:sldMk cId="1582431138" sldId="295"/>
            <ac:spMk id="49" creationId="{407B5B49-2E36-4AF9-AC90-FBE309BE3336}"/>
          </ac:spMkLst>
        </pc:spChg>
        <pc:spChg chg="add del mod topLvl">
          <ac:chgData name="Kumar Ravi" userId="fe9c997f-5d9a-4a3a-9777-c2465786a55b" providerId="ADAL" clId="{EB8CD2C3-2020-4BBA-B888-ACC78E1F1E60}" dt="2019-01-18T17:07:56.648" v="230" actId="478"/>
          <ac:spMkLst>
            <pc:docMk/>
            <pc:sldMk cId="1582431138" sldId="295"/>
            <ac:spMk id="50" creationId="{1CF580F4-944C-44D2-B7C8-D75F07938BD7}"/>
          </ac:spMkLst>
        </pc:spChg>
        <pc:spChg chg="mod">
          <ac:chgData name="Kumar Ravi" userId="fe9c997f-5d9a-4a3a-9777-c2465786a55b" providerId="ADAL" clId="{EB8CD2C3-2020-4BBA-B888-ACC78E1F1E60}" dt="2019-01-18T17:31:36.355" v="316" actId="14838"/>
          <ac:spMkLst>
            <pc:docMk/>
            <pc:sldMk cId="1582431138" sldId="295"/>
            <ac:spMk id="52" creationId="{21DF416A-84B6-4221-B3DA-651EBCCF20BA}"/>
          </ac:spMkLst>
        </pc:spChg>
        <pc:grpChg chg="add del mod">
          <ac:chgData name="Kumar Ravi" userId="fe9c997f-5d9a-4a3a-9777-c2465786a55b" providerId="ADAL" clId="{EB8CD2C3-2020-4BBA-B888-ACC78E1F1E60}" dt="2019-01-18T17:07:45.636" v="227" actId="165"/>
          <ac:grpSpMkLst>
            <pc:docMk/>
            <pc:sldMk cId="1582431138" sldId="295"/>
            <ac:grpSpMk id="6" creationId="{8F3F42C7-CCDC-44B6-A307-171404BAEFFA}"/>
          </ac:grpSpMkLst>
        </pc:grpChg>
        <pc:grpChg chg="add del mod">
          <ac:chgData name="Kumar Ravi" userId="fe9c997f-5d9a-4a3a-9777-c2465786a55b" providerId="ADAL" clId="{EB8CD2C3-2020-4BBA-B888-ACC78E1F1E60}" dt="2019-01-18T17:08:37.612" v="236" actId="165"/>
          <ac:grpSpMkLst>
            <pc:docMk/>
            <pc:sldMk cId="1582431138" sldId="295"/>
            <ac:grpSpMk id="7" creationId="{2E4AB0C4-F8E3-44EF-9950-263F61DFD9D8}"/>
          </ac:grpSpMkLst>
        </pc:grpChg>
        <pc:grpChg chg="add del mod topLvl">
          <ac:chgData name="Kumar Ravi" userId="fe9c997f-5d9a-4a3a-9777-c2465786a55b" providerId="ADAL" clId="{EB8CD2C3-2020-4BBA-B888-ACC78E1F1E60}" dt="2019-01-18T17:09:31.533" v="245" actId="478"/>
          <ac:grpSpMkLst>
            <pc:docMk/>
            <pc:sldMk cId="1582431138" sldId="295"/>
            <ac:grpSpMk id="35" creationId="{2F5AC21F-DEB0-4752-BA90-62F7C4C9A272}"/>
          </ac:grpSpMkLst>
        </pc:grpChg>
        <pc:grpChg chg="add mod topLvl">
          <ac:chgData name="Kumar Ravi" userId="fe9c997f-5d9a-4a3a-9777-c2465786a55b" providerId="ADAL" clId="{EB8CD2C3-2020-4BBA-B888-ACC78E1F1E60}" dt="2019-01-18T17:26:59.984" v="298"/>
          <ac:grpSpMkLst>
            <pc:docMk/>
            <pc:sldMk cId="1582431138" sldId="295"/>
            <ac:grpSpMk id="42" creationId="{1FACB5EE-DA55-4345-BF74-3812F901F545}"/>
          </ac:grpSpMkLst>
        </pc:grpChg>
        <pc:grpChg chg="add mod topLvl">
          <ac:chgData name="Kumar Ravi" userId="fe9c997f-5d9a-4a3a-9777-c2465786a55b" providerId="ADAL" clId="{EB8CD2C3-2020-4BBA-B888-ACC78E1F1E60}" dt="2019-01-18T17:26:59.984" v="298"/>
          <ac:grpSpMkLst>
            <pc:docMk/>
            <pc:sldMk cId="1582431138" sldId="295"/>
            <ac:grpSpMk id="45" creationId="{2AAC3881-9478-4898-A8C7-0234523A865F}"/>
          </ac:grpSpMkLst>
        </pc:grpChg>
        <pc:grpChg chg="add mod topLvl">
          <ac:chgData name="Kumar Ravi" userId="fe9c997f-5d9a-4a3a-9777-c2465786a55b" providerId="ADAL" clId="{EB8CD2C3-2020-4BBA-B888-ACC78E1F1E60}" dt="2019-01-18T17:28:18.986" v="307" actId="207"/>
          <ac:grpSpMkLst>
            <pc:docMk/>
            <pc:sldMk cId="1582431138" sldId="295"/>
            <ac:grpSpMk id="51" creationId="{F331D03B-1778-4B94-B114-0E9E188434A6}"/>
          </ac:grpSpMkLst>
        </pc:grpChg>
        <pc:graphicFrameChg chg="mod">
          <ac:chgData name="Kumar Ravi" userId="fe9c997f-5d9a-4a3a-9777-c2465786a55b" providerId="ADAL" clId="{EB8CD2C3-2020-4BBA-B888-ACC78E1F1E60}" dt="2019-01-18T17:28:41.875" v="312" actId="207"/>
          <ac:graphicFrameMkLst>
            <pc:docMk/>
            <pc:sldMk cId="1582431138" sldId="295"/>
            <ac:graphicFrameMk id="53" creationId="{372452DC-19F3-42E4-9EB5-E1EFCECEA726}"/>
          </ac:graphicFrameMkLst>
        </pc:graphicFrameChg>
      </pc:sldChg>
      <pc:sldChg chg="addSp delSp modSp add delAnim modAnim">
        <pc:chgData name="Kumar Ravi" userId="fe9c997f-5d9a-4a3a-9777-c2465786a55b" providerId="ADAL" clId="{EB8CD2C3-2020-4BBA-B888-ACC78E1F1E60}" dt="2019-01-18T17:01:07.824" v="175" actId="20577"/>
        <pc:sldMkLst>
          <pc:docMk/>
          <pc:sldMk cId="506588102" sldId="296"/>
        </pc:sldMkLst>
        <pc:spChg chg="mod">
          <ac:chgData name="Kumar Ravi" userId="fe9c997f-5d9a-4a3a-9777-c2465786a55b" providerId="ADAL" clId="{EB8CD2C3-2020-4BBA-B888-ACC78E1F1E60}" dt="2019-01-18T17:01:07.824" v="175" actId="20577"/>
          <ac:spMkLst>
            <pc:docMk/>
            <pc:sldMk cId="506588102" sldId="296"/>
            <ac:spMk id="2" creationId="{732E04A7-1167-468E-9E1F-EF14B2925CF4}"/>
          </ac:spMkLst>
        </pc:spChg>
        <pc:spChg chg="mod">
          <ac:chgData name="Kumar Ravi" userId="fe9c997f-5d9a-4a3a-9777-c2465786a55b" providerId="ADAL" clId="{EB8CD2C3-2020-4BBA-B888-ACC78E1F1E60}" dt="2019-01-18T16:52:31.206" v="100" actId="207"/>
          <ac:spMkLst>
            <pc:docMk/>
            <pc:sldMk cId="506588102" sldId="296"/>
            <ac:spMk id="11" creationId="{91B17A87-05CD-44F8-B2CC-1D338F21B993}"/>
          </ac:spMkLst>
        </pc:spChg>
        <pc:spChg chg="del mod">
          <ac:chgData name="Kumar Ravi" userId="fe9c997f-5d9a-4a3a-9777-c2465786a55b" providerId="ADAL" clId="{EB8CD2C3-2020-4BBA-B888-ACC78E1F1E60}" dt="2019-01-18T16:52:18.482" v="97" actId="478"/>
          <ac:spMkLst>
            <pc:docMk/>
            <pc:sldMk cId="506588102" sldId="296"/>
            <ac:spMk id="14" creationId="{C28C75CD-49A2-43F6-8C65-6C3988048B10}"/>
          </ac:spMkLst>
        </pc:spChg>
        <pc:spChg chg="mod">
          <ac:chgData name="Kumar Ravi" userId="fe9c997f-5d9a-4a3a-9777-c2465786a55b" providerId="ADAL" clId="{EB8CD2C3-2020-4BBA-B888-ACC78E1F1E60}" dt="2019-01-18T16:53:06.830" v="109" actId="6549"/>
          <ac:spMkLst>
            <pc:docMk/>
            <pc:sldMk cId="506588102" sldId="296"/>
            <ac:spMk id="16" creationId="{5EDBD69D-0207-4008-958A-565098D5D346}"/>
          </ac:spMkLst>
        </pc:spChg>
        <pc:spChg chg="mod">
          <ac:chgData name="Kumar Ravi" userId="fe9c997f-5d9a-4a3a-9777-c2465786a55b" providerId="ADAL" clId="{EB8CD2C3-2020-4BBA-B888-ACC78E1F1E60}" dt="2019-01-18T16:57:14.953" v="149"/>
          <ac:spMkLst>
            <pc:docMk/>
            <pc:sldMk cId="506588102" sldId="296"/>
            <ac:spMk id="17" creationId="{2BB3CCED-2500-46FB-91F3-8D809DA0D25C}"/>
          </ac:spMkLst>
        </pc:spChg>
        <pc:spChg chg="del">
          <ac:chgData name="Kumar Ravi" userId="fe9c997f-5d9a-4a3a-9777-c2465786a55b" providerId="ADAL" clId="{EB8CD2C3-2020-4BBA-B888-ACC78E1F1E60}" dt="2019-01-18T16:50:41.860" v="65" actId="478"/>
          <ac:spMkLst>
            <pc:docMk/>
            <pc:sldMk cId="506588102" sldId="296"/>
            <ac:spMk id="19" creationId="{C9305203-8E05-40F4-B943-84F857836DF4}"/>
          </ac:spMkLst>
        </pc:spChg>
        <pc:grpChg chg="add mod">
          <ac:chgData name="Kumar Ravi" userId="fe9c997f-5d9a-4a3a-9777-c2465786a55b" providerId="ADAL" clId="{EB8CD2C3-2020-4BBA-B888-ACC78E1F1E60}" dt="2019-01-18T16:52:35.140" v="101" actId="1076"/>
          <ac:grpSpMkLst>
            <pc:docMk/>
            <pc:sldMk cId="506588102" sldId="296"/>
            <ac:grpSpMk id="10" creationId="{0D9A5770-18DC-4CBC-9891-EE5A14A4405D}"/>
          </ac:grpSpMkLst>
        </pc:grpChg>
        <pc:graphicFrameChg chg="add mod">
          <ac:chgData name="Kumar Ravi" userId="fe9c997f-5d9a-4a3a-9777-c2465786a55b" providerId="ADAL" clId="{EB8CD2C3-2020-4BBA-B888-ACC78E1F1E60}" dt="2019-01-18T16:53:26.680" v="112" actId="207"/>
          <ac:graphicFrameMkLst>
            <pc:docMk/>
            <pc:sldMk cId="506588102" sldId="296"/>
            <ac:graphicFrameMk id="13" creationId="{61CAA4CD-94E9-4B94-8226-A014312E9909}"/>
          </ac:graphicFrameMkLst>
        </pc:graphicFrameChg>
        <pc:graphicFrameChg chg="del mod">
          <ac:chgData name="Kumar Ravi" userId="fe9c997f-5d9a-4a3a-9777-c2465786a55b" providerId="ADAL" clId="{EB8CD2C3-2020-4BBA-B888-ACC78E1F1E60}" dt="2019-01-18T16:51:07.405" v="74" actId="478"/>
          <ac:graphicFrameMkLst>
            <pc:docMk/>
            <pc:sldMk cId="506588102" sldId="296"/>
            <ac:graphicFrameMk id="18" creationId="{CDE76472-E9D1-4B4B-B5A3-F84F5EAE09E8}"/>
          </ac:graphicFrameMkLst>
        </pc:graphicFrameChg>
      </pc:sldChg>
      <pc:sldChg chg="addSp delSp modSp add delAnim modAnim">
        <pc:chgData name="Kumar Ravi" userId="fe9c997f-5d9a-4a3a-9777-c2465786a55b" providerId="ADAL" clId="{EB8CD2C3-2020-4BBA-B888-ACC78E1F1E60}" dt="2019-01-18T17:25:49.776" v="294"/>
        <pc:sldMkLst>
          <pc:docMk/>
          <pc:sldMk cId="2827108751" sldId="297"/>
        </pc:sldMkLst>
        <pc:spChg chg="mod">
          <ac:chgData name="Kumar Ravi" userId="fe9c997f-5d9a-4a3a-9777-c2465786a55b" providerId="ADAL" clId="{EB8CD2C3-2020-4BBA-B888-ACC78E1F1E60}" dt="2019-01-18T17:01:11.290" v="181" actId="20577"/>
          <ac:spMkLst>
            <pc:docMk/>
            <pc:sldMk cId="2827108751" sldId="297"/>
            <ac:spMk id="2" creationId="{732E04A7-1167-468E-9E1F-EF14B2925CF4}"/>
          </ac:spMkLst>
        </pc:spChg>
        <pc:spChg chg="del">
          <ac:chgData name="Kumar Ravi" userId="fe9c997f-5d9a-4a3a-9777-c2465786a55b" providerId="ADAL" clId="{EB8CD2C3-2020-4BBA-B888-ACC78E1F1E60}" dt="2019-01-18T16:50:06.804" v="59" actId="478"/>
          <ac:spMkLst>
            <pc:docMk/>
            <pc:sldMk cId="2827108751" sldId="297"/>
            <ac:spMk id="5" creationId="{51D53237-12B3-4994-88D4-5FF52D82F659}"/>
          </ac:spMkLst>
        </pc:spChg>
        <pc:spChg chg="add mod">
          <ac:chgData name="Kumar Ravi" userId="fe9c997f-5d9a-4a3a-9777-c2465786a55b" providerId="ADAL" clId="{EB8CD2C3-2020-4BBA-B888-ACC78E1F1E60}" dt="2019-01-18T17:02:49.272" v="187" actId="1076"/>
          <ac:spMkLst>
            <pc:docMk/>
            <pc:sldMk cId="2827108751" sldId="297"/>
            <ac:spMk id="6" creationId="{C0FCA78E-B74E-4160-99B0-09B7C6FD75DD}"/>
          </ac:spMkLst>
        </pc:spChg>
        <pc:spChg chg="del">
          <ac:chgData name="Kumar Ravi" userId="fe9c997f-5d9a-4a3a-9777-c2465786a55b" providerId="ADAL" clId="{EB8CD2C3-2020-4BBA-B888-ACC78E1F1E60}" dt="2019-01-18T16:50:06.804" v="59" actId="478"/>
          <ac:spMkLst>
            <pc:docMk/>
            <pc:sldMk cId="2827108751" sldId="297"/>
            <ac:spMk id="10" creationId="{2AD6FDB7-FB67-4EF2-A5A6-D162B81CEEE7}"/>
          </ac:spMkLst>
        </pc:spChg>
        <pc:spChg chg="del">
          <ac:chgData name="Kumar Ravi" userId="fe9c997f-5d9a-4a3a-9777-c2465786a55b" providerId="ADAL" clId="{EB8CD2C3-2020-4BBA-B888-ACC78E1F1E60}" dt="2019-01-18T16:50:06.804" v="59" actId="478"/>
          <ac:spMkLst>
            <pc:docMk/>
            <pc:sldMk cId="2827108751" sldId="297"/>
            <ac:spMk id="11" creationId="{3C342637-52E7-46D1-9882-98113CC6C117}"/>
          </ac:spMkLst>
        </pc:spChg>
        <pc:spChg chg="del">
          <ac:chgData name="Kumar Ravi" userId="fe9c997f-5d9a-4a3a-9777-c2465786a55b" providerId="ADAL" clId="{EB8CD2C3-2020-4BBA-B888-ACC78E1F1E60}" dt="2019-01-18T16:50:06.804" v="59" actId="478"/>
          <ac:spMkLst>
            <pc:docMk/>
            <pc:sldMk cId="2827108751" sldId="297"/>
            <ac:spMk id="13" creationId="{F5803144-58B3-4749-97E6-E8073F2D218E}"/>
          </ac:spMkLst>
        </pc:spChg>
        <pc:spChg chg="del">
          <ac:chgData name="Kumar Ravi" userId="fe9c997f-5d9a-4a3a-9777-c2465786a55b" providerId="ADAL" clId="{EB8CD2C3-2020-4BBA-B888-ACC78E1F1E60}" dt="2019-01-18T16:50:06.804" v="59" actId="478"/>
          <ac:spMkLst>
            <pc:docMk/>
            <pc:sldMk cId="2827108751" sldId="297"/>
            <ac:spMk id="15" creationId="{ABBB4198-44CF-48E6-B6B5-F9D21BB86536}"/>
          </ac:spMkLst>
        </pc:spChg>
        <pc:spChg chg="del">
          <ac:chgData name="Kumar Ravi" userId="fe9c997f-5d9a-4a3a-9777-c2465786a55b" providerId="ADAL" clId="{EB8CD2C3-2020-4BBA-B888-ACC78E1F1E60}" dt="2019-01-18T16:50:02.423" v="58" actId="478"/>
          <ac:spMkLst>
            <pc:docMk/>
            <pc:sldMk cId="2827108751" sldId="297"/>
            <ac:spMk id="16" creationId="{5EDBD69D-0207-4008-958A-565098D5D346}"/>
          </ac:spMkLst>
        </pc:spChg>
        <pc:spChg chg="add mod">
          <ac:chgData name="Kumar Ravi" userId="fe9c997f-5d9a-4a3a-9777-c2465786a55b" providerId="ADAL" clId="{EB8CD2C3-2020-4BBA-B888-ACC78E1F1E60}" dt="2019-01-18T17:03:38.084" v="193" actId="1076"/>
          <ac:spMkLst>
            <pc:docMk/>
            <pc:sldMk cId="2827108751" sldId="297"/>
            <ac:spMk id="17" creationId="{17AFD551-F229-43A8-8C09-EF2FB90BDCF5}"/>
          </ac:spMkLst>
        </pc:spChg>
        <pc:spChg chg="add mod">
          <ac:chgData name="Kumar Ravi" userId="fe9c997f-5d9a-4a3a-9777-c2465786a55b" providerId="ADAL" clId="{EB8CD2C3-2020-4BBA-B888-ACC78E1F1E60}" dt="2019-01-18T17:03:42.655" v="194" actId="1076"/>
          <ac:spMkLst>
            <pc:docMk/>
            <pc:sldMk cId="2827108751" sldId="297"/>
            <ac:spMk id="18" creationId="{AFEFCA04-D848-480B-B8F9-17BAD5E804C6}"/>
          </ac:spMkLst>
        </pc:spChg>
        <pc:spChg chg="add mod">
          <ac:chgData name="Kumar Ravi" userId="fe9c997f-5d9a-4a3a-9777-c2465786a55b" providerId="ADAL" clId="{EB8CD2C3-2020-4BBA-B888-ACC78E1F1E60}" dt="2019-01-18T17:03:47.128" v="195" actId="1076"/>
          <ac:spMkLst>
            <pc:docMk/>
            <pc:sldMk cId="2827108751" sldId="297"/>
            <ac:spMk id="19" creationId="{77AE0740-D0E2-45AB-9FCE-C551F753485A}"/>
          </ac:spMkLst>
        </pc:spChg>
        <pc:spChg chg="del">
          <ac:chgData name="Kumar Ravi" userId="fe9c997f-5d9a-4a3a-9777-c2465786a55b" providerId="ADAL" clId="{EB8CD2C3-2020-4BBA-B888-ACC78E1F1E60}" dt="2019-01-18T16:50:06.804" v="59" actId="478"/>
          <ac:spMkLst>
            <pc:docMk/>
            <pc:sldMk cId="2827108751" sldId="297"/>
            <ac:spMk id="20" creationId="{F454ED3D-49B7-4315-B547-6D8ABC90865B}"/>
          </ac:spMkLst>
        </pc:spChg>
        <pc:spChg chg="del">
          <ac:chgData name="Kumar Ravi" userId="fe9c997f-5d9a-4a3a-9777-c2465786a55b" providerId="ADAL" clId="{EB8CD2C3-2020-4BBA-B888-ACC78E1F1E60}" dt="2019-01-18T16:50:11.133" v="60" actId="478"/>
          <ac:spMkLst>
            <pc:docMk/>
            <pc:sldMk cId="2827108751" sldId="297"/>
            <ac:spMk id="21" creationId="{E76E4A0A-5815-4075-ACE7-5AA77FEB2DDA}"/>
          </ac:spMkLst>
        </pc:spChg>
        <pc:spChg chg="del">
          <ac:chgData name="Kumar Ravi" userId="fe9c997f-5d9a-4a3a-9777-c2465786a55b" providerId="ADAL" clId="{EB8CD2C3-2020-4BBA-B888-ACC78E1F1E60}" dt="2019-01-18T16:50:06.804" v="59" actId="478"/>
          <ac:spMkLst>
            <pc:docMk/>
            <pc:sldMk cId="2827108751" sldId="297"/>
            <ac:spMk id="22" creationId="{97A7867A-DCAB-4A51-A340-25AC44480B9C}"/>
          </ac:spMkLst>
        </pc:spChg>
        <pc:spChg chg="add mod">
          <ac:chgData name="Kumar Ravi" userId="fe9c997f-5d9a-4a3a-9777-c2465786a55b" providerId="ADAL" clId="{EB8CD2C3-2020-4BBA-B888-ACC78E1F1E60}" dt="2019-01-18T17:24:43.928" v="284" actId="14100"/>
          <ac:spMkLst>
            <pc:docMk/>
            <pc:sldMk cId="2827108751" sldId="297"/>
            <ac:spMk id="23" creationId="{AF9697BD-6EE7-4135-BA3E-AECCB109CF8C}"/>
          </ac:spMkLst>
        </pc:spChg>
        <pc:spChg chg="add del">
          <ac:chgData name="Kumar Ravi" userId="fe9c997f-5d9a-4a3a-9777-c2465786a55b" providerId="ADAL" clId="{EB8CD2C3-2020-4BBA-B888-ACC78E1F1E60}" dt="2019-01-18T16:58:33.796" v="151" actId="478"/>
          <ac:spMkLst>
            <pc:docMk/>
            <pc:sldMk cId="2827108751" sldId="297"/>
            <ac:spMk id="24" creationId="{BC0732E8-A598-40DE-A161-234DBC861E80}"/>
          </ac:spMkLst>
        </pc:spChg>
        <pc:spChg chg="add del">
          <ac:chgData name="Kumar Ravi" userId="fe9c997f-5d9a-4a3a-9777-c2465786a55b" providerId="ADAL" clId="{EB8CD2C3-2020-4BBA-B888-ACC78E1F1E60}" dt="2019-01-18T16:59:09.999" v="154" actId="478"/>
          <ac:spMkLst>
            <pc:docMk/>
            <pc:sldMk cId="2827108751" sldId="297"/>
            <ac:spMk id="25" creationId="{42CEE831-FA79-46F1-B574-28E2AD726BD4}"/>
          </ac:spMkLst>
        </pc:spChg>
        <pc:spChg chg="add del">
          <ac:chgData name="Kumar Ravi" userId="fe9c997f-5d9a-4a3a-9777-c2465786a55b" providerId="ADAL" clId="{EB8CD2C3-2020-4BBA-B888-ACC78E1F1E60}" dt="2019-01-18T16:59:14.711" v="155" actId="478"/>
          <ac:spMkLst>
            <pc:docMk/>
            <pc:sldMk cId="2827108751" sldId="297"/>
            <ac:spMk id="26" creationId="{0EFE6041-61FA-489F-8366-90D1962E01D2}"/>
          </ac:spMkLst>
        </pc:spChg>
        <pc:spChg chg="add del">
          <ac:chgData name="Kumar Ravi" userId="fe9c997f-5d9a-4a3a-9777-c2465786a55b" providerId="ADAL" clId="{EB8CD2C3-2020-4BBA-B888-ACC78E1F1E60}" dt="2019-01-18T16:59:14.711" v="155" actId="478"/>
          <ac:spMkLst>
            <pc:docMk/>
            <pc:sldMk cId="2827108751" sldId="297"/>
            <ac:spMk id="27" creationId="{6B52C933-8D8C-4BF8-90A2-1A5AA28DD49D}"/>
          </ac:spMkLst>
        </pc:spChg>
        <pc:spChg chg="add del">
          <ac:chgData name="Kumar Ravi" userId="fe9c997f-5d9a-4a3a-9777-c2465786a55b" providerId="ADAL" clId="{EB8CD2C3-2020-4BBA-B888-ACC78E1F1E60}" dt="2019-01-18T16:59:14.711" v="155" actId="478"/>
          <ac:spMkLst>
            <pc:docMk/>
            <pc:sldMk cId="2827108751" sldId="297"/>
            <ac:spMk id="28" creationId="{8DF27487-BDE3-4C03-A8E7-F4D0C0CD82AE}"/>
          </ac:spMkLst>
        </pc:spChg>
        <pc:spChg chg="add del">
          <ac:chgData name="Kumar Ravi" userId="fe9c997f-5d9a-4a3a-9777-c2465786a55b" providerId="ADAL" clId="{EB8CD2C3-2020-4BBA-B888-ACC78E1F1E60}" dt="2019-01-18T16:59:14.711" v="155" actId="478"/>
          <ac:spMkLst>
            <pc:docMk/>
            <pc:sldMk cId="2827108751" sldId="297"/>
            <ac:spMk id="29" creationId="{742DC054-3B8A-489F-B09A-D519C246B029}"/>
          </ac:spMkLst>
        </pc:spChg>
        <pc:spChg chg="add del">
          <ac:chgData name="Kumar Ravi" userId="fe9c997f-5d9a-4a3a-9777-c2465786a55b" providerId="ADAL" clId="{EB8CD2C3-2020-4BBA-B888-ACC78E1F1E60}" dt="2019-01-18T16:59:14.711" v="155" actId="478"/>
          <ac:spMkLst>
            <pc:docMk/>
            <pc:sldMk cId="2827108751" sldId="297"/>
            <ac:spMk id="30" creationId="{5BEEE9A0-159E-4C09-AFDD-AF78CDF549DF}"/>
          </ac:spMkLst>
        </pc:spChg>
        <pc:spChg chg="add del">
          <ac:chgData name="Kumar Ravi" userId="fe9c997f-5d9a-4a3a-9777-c2465786a55b" providerId="ADAL" clId="{EB8CD2C3-2020-4BBA-B888-ACC78E1F1E60}" dt="2019-01-18T16:59:14.711" v="155" actId="478"/>
          <ac:spMkLst>
            <pc:docMk/>
            <pc:sldMk cId="2827108751" sldId="297"/>
            <ac:spMk id="31" creationId="{437FE340-B0F5-429A-ABEE-46363E3F4D1E}"/>
          </ac:spMkLst>
        </pc:spChg>
        <pc:spChg chg="add del">
          <ac:chgData name="Kumar Ravi" userId="fe9c997f-5d9a-4a3a-9777-c2465786a55b" providerId="ADAL" clId="{EB8CD2C3-2020-4BBA-B888-ACC78E1F1E60}" dt="2019-01-18T16:59:14.711" v="155" actId="478"/>
          <ac:spMkLst>
            <pc:docMk/>
            <pc:sldMk cId="2827108751" sldId="297"/>
            <ac:spMk id="32" creationId="{CFFD8412-6443-4969-BF45-D989A1FD327E}"/>
          </ac:spMkLst>
        </pc:spChg>
        <pc:spChg chg="add del">
          <ac:chgData name="Kumar Ravi" userId="fe9c997f-5d9a-4a3a-9777-c2465786a55b" providerId="ADAL" clId="{EB8CD2C3-2020-4BBA-B888-ACC78E1F1E60}" dt="2019-01-18T16:59:14.711" v="155" actId="478"/>
          <ac:spMkLst>
            <pc:docMk/>
            <pc:sldMk cId="2827108751" sldId="297"/>
            <ac:spMk id="33" creationId="{F6240A92-1384-4633-89AB-8000B97A986F}"/>
          </ac:spMkLst>
        </pc:spChg>
        <pc:spChg chg="add del">
          <ac:chgData name="Kumar Ravi" userId="fe9c997f-5d9a-4a3a-9777-c2465786a55b" providerId="ADAL" clId="{EB8CD2C3-2020-4BBA-B888-ACC78E1F1E60}" dt="2019-01-18T16:59:14.711" v="155" actId="478"/>
          <ac:spMkLst>
            <pc:docMk/>
            <pc:sldMk cId="2827108751" sldId="297"/>
            <ac:spMk id="34" creationId="{B616E57B-72CD-42BA-A2E2-636EC2E3FF6F}"/>
          </ac:spMkLst>
        </pc:spChg>
        <pc:spChg chg="add del">
          <ac:chgData name="Kumar Ravi" userId="fe9c997f-5d9a-4a3a-9777-c2465786a55b" providerId="ADAL" clId="{EB8CD2C3-2020-4BBA-B888-ACC78E1F1E60}" dt="2019-01-18T16:59:14.711" v="155" actId="478"/>
          <ac:spMkLst>
            <pc:docMk/>
            <pc:sldMk cId="2827108751" sldId="297"/>
            <ac:spMk id="35" creationId="{700679EC-27C5-4F85-B11B-A9D6A9BCC6B7}"/>
          </ac:spMkLst>
        </pc:spChg>
        <pc:spChg chg="add del">
          <ac:chgData name="Kumar Ravi" userId="fe9c997f-5d9a-4a3a-9777-c2465786a55b" providerId="ADAL" clId="{EB8CD2C3-2020-4BBA-B888-ACC78E1F1E60}" dt="2019-01-18T16:59:14.711" v="155" actId="478"/>
          <ac:spMkLst>
            <pc:docMk/>
            <pc:sldMk cId="2827108751" sldId="297"/>
            <ac:spMk id="43" creationId="{5AA53A1B-3179-429E-BB27-6E3478B5283E}"/>
          </ac:spMkLst>
        </pc:spChg>
        <pc:spChg chg="add del">
          <ac:chgData name="Kumar Ravi" userId="fe9c997f-5d9a-4a3a-9777-c2465786a55b" providerId="ADAL" clId="{EB8CD2C3-2020-4BBA-B888-ACC78E1F1E60}" dt="2019-01-18T16:59:14.711" v="155" actId="478"/>
          <ac:spMkLst>
            <pc:docMk/>
            <pc:sldMk cId="2827108751" sldId="297"/>
            <ac:spMk id="44" creationId="{C690E139-B641-44A4-AE45-84E95A3D1334}"/>
          </ac:spMkLst>
        </pc:spChg>
        <pc:spChg chg="add del">
          <ac:chgData name="Kumar Ravi" userId="fe9c997f-5d9a-4a3a-9777-c2465786a55b" providerId="ADAL" clId="{EB8CD2C3-2020-4BBA-B888-ACC78E1F1E60}" dt="2019-01-18T16:59:14.711" v="155" actId="478"/>
          <ac:spMkLst>
            <pc:docMk/>
            <pc:sldMk cId="2827108751" sldId="297"/>
            <ac:spMk id="45" creationId="{C1B4B591-5EC5-4C5E-9A6D-4000A4FE1BA3}"/>
          </ac:spMkLst>
        </pc:spChg>
        <pc:spChg chg="add del">
          <ac:chgData name="Kumar Ravi" userId="fe9c997f-5d9a-4a3a-9777-c2465786a55b" providerId="ADAL" clId="{EB8CD2C3-2020-4BBA-B888-ACC78E1F1E60}" dt="2019-01-18T16:59:14.711" v="155" actId="478"/>
          <ac:spMkLst>
            <pc:docMk/>
            <pc:sldMk cId="2827108751" sldId="297"/>
            <ac:spMk id="46" creationId="{0EAB2D06-5F71-444B-8582-9D6F1F4E0E63}"/>
          </ac:spMkLst>
        </pc:spChg>
        <pc:spChg chg="add del">
          <ac:chgData name="Kumar Ravi" userId="fe9c997f-5d9a-4a3a-9777-c2465786a55b" providerId="ADAL" clId="{EB8CD2C3-2020-4BBA-B888-ACC78E1F1E60}" dt="2019-01-18T16:59:14.711" v="155" actId="478"/>
          <ac:spMkLst>
            <pc:docMk/>
            <pc:sldMk cId="2827108751" sldId="297"/>
            <ac:spMk id="53" creationId="{ABCCBC75-D74B-47EC-93CA-FD60ABB22C1D}"/>
          </ac:spMkLst>
        </pc:spChg>
        <pc:spChg chg="add del">
          <ac:chgData name="Kumar Ravi" userId="fe9c997f-5d9a-4a3a-9777-c2465786a55b" providerId="ADAL" clId="{EB8CD2C3-2020-4BBA-B888-ACC78E1F1E60}" dt="2019-01-18T16:59:14.711" v="155" actId="478"/>
          <ac:spMkLst>
            <pc:docMk/>
            <pc:sldMk cId="2827108751" sldId="297"/>
            <ac:spMk id="54" creationId="{52FB2D5C-CC6C-408C-BBFE-ED4A5B20E408}"/>
          </ac:spMkLst>
        </pc:spChg>
        <pc:spChg chg="add del">
          <ac:chgData name="Kumar Ravi" userId="fe9c997f-5d9a-4a3a-9777-c2465786a55b" providerId="ADAL" clId="{EB8CD2C3-2020-4BBA-B888-ACC78E1F1E60}" dt="2019-01-18T16:59:14.711" v="155" actId="478"/>
          <ac:spMkLst>
            <pc:docMk/>
            <pc:sldMk cId="2827108751" sldId="297"/>
            <ac:spMk id="55" creationId="{157DBBD9-4A53-4208-B03D-77B61B1EDC1C}"/>
          </ac:spMkLst>
        </pc:spChg>
        <pc:spChg chg="add del">
          <ac:chgData name="Kumar Ravi" userId="fe9c997f-5d9a-4a3a-9777-c2465786a55b" providerId="ADAL" clId="{EB8CD2C3-2020-4BBA-B888-ACC78E1F1E60}" dt="2019-01-18T16:59:14.711" v="155" actId="478"/>
          <ac:spMkLst>
            <pc:docMk/>
            <pc:sldMk cId="2827108751" sldId="297"/>
            <ac:spMk id="56" creationId="{60AEEC8E-9D60-4C68-B13E-3C14A404286C}"/>
          </ac:spMkLst>
        </pc:spChg>
        <pc:spChg chg="add del">
          <ac:chgData name="Kumar Ravi" userId="fe9c997f-5d9a-4a3a-9777-c2465786a55b" providerId="ADAL" clId="{EB8CD2C3-2020-4BBA-B888-ACC78E1F1E60}" dt="2019-01-18T16:59:14.711" v="155" actId="478"/>
          <ac:spMkLst>
            <pc:docMk/>
            <pc:sldMk cId="2827108751" sldId="297"/>
            <ac:spMk id="57" creationId="{0211E9B0-CE9D-43E4-ABBF-3D1CE9EBE791}"/>
          </ac:spMkLst>
        </pc:spChg>
        <pc:spChg chg="add del">
          <ac:chgData name="Kumar Ravi" userId="fe9c997f-5d9a-4a3a-9777-c2465786a55b" providerId="ADAL" clId="{EB8CD2C3-2020-4BBA-B888-ACC78E1F1E60}" dt="2019-01-18T16:59:14.711" v="155" actId="478"/>
          <ac:spMkLst>
            <pc:docMk/>
            <pc:sldMk cId="2827108751" sldId="297"/>
            <ac:spMk id="58" creationId="{1DFDF9D5-E876-48AE-8A73-144387D2D548}"/>
          </ac:spMkLst>
        </pc:spChg>
        <pc:spChg chg="add del">
          <ac:chgData name="Kumar Ravi" userId="fe9c997f-5d9a-4a3a-9777-c2465786a55b" providerId="ADAL" clId="{EB8CD2C3-2020-4BBA-B888-ACC78E1F1E60}" dt="2019-01-18T16:59:14.711" v="155" actId="478"/>
          <ac:spMkLst>
            <pc:docMk/>
            <pc:sldMk cId="2827108751" sldId="297"/>
            <ac:spMk id="59" creationId="{E31D0496-5D4B-4258-8101-A8EF5B47718C}"/>
          </ac:spMkLst>
        </pc:spChg>
        <pc:spChg chg="add del">
          <ac:chgData name="Kumar Ravi" userId="fe9c997f-5d9a-4a3a-9777-c2465786a55b" providerId="ADAL" clId="{EB8CD2C3-2020-4BBA-B888-ACC78E1F1E60}" dt="2019-01-18T16:59:14.711" v="155" actId="478"/>
          <ac:spMkLst>
            <pc:docMk/>
            <pc:sldMk cId="2827108751" sldId="297"/>
            <ac:spMk id="60" creationId="{3D3AF3B5-957B-4D01-A800-8CAC8E365DBA}"/>
          </ac:spMkLst>
        </pc:spChg>
        <pc:spChg chg="add del">
          <ac:chgData name="Kumar Ravi" userId="fe9c997f-5d9a-4a3a-9777-c2465786a55b" providerId="ADAL" clId="{EB8CD2C3-2020-4BBA-B888-ACC78E1F1E60}" dt="2019-01-18T16:59:14.711" v="155" actId="478"/>
          <ac:spMkLst>
            <pc:docMk/>
            <pc:sldMk cId="2827108751" sldId="297"/>
            <ac:spMk id="61" creationId="{5813C95B-70EC-4289-9DEF-3D755E47E8CA}"/>
          </ac:spMkLst>
        </pc:spChg>
        <pc:spChg chg="add del mod topLvl">
          <ac:chgData name="Kumar Ravi" userId="fe9c997f-5d9a-4a3a-9777-c2465786a55b" providerId="ADAL" clId="{EB8CD2C3-2020-4BBA-B888-ACC78E1F1E60}" dt="2019-01-18T17:24:07.287" v="280" actId="478"/>
          <ac:spMkLst>
            <pc:docMk/>
            <pc:sldMk cId="2827108751" sldId="297"/>
            <ac:spMk id="62" creationId="{998EC94C-C8EC-4DB8-B6AD-AEC8D9B72969}"/>
          </ac:spMkLst>
        </pc:spChg>
        <pc:spChg chg="add mod topLvl">
          <ac:chgData name="Kumar Ravi" userId="fe9c997f-5d9a-4a3a-9777-c2465786a55b" providerId="ADAL" clId="{EB8CD2C3-2020-4BBA-B888-ACC78E1F1E60}" dt="2019-01-18T17:25:49.776" v="294"/>
          <ac:spMkLst>
            <pc:docMk/>
            <pc:sldMk cId="2827108751" sldId="297"/>
            <ac:spMk id="63" creationId="{654ABD6E-FC33-4191-8A72-D44FA19B81B1}"/>
          </ac:spMkLst>
        </pc:spChg>
        <pc:spChg chg="add mod topLvl">
          <ac:chgData name="Kumar Ravi" userId="fe9c997f-5d9a-4a3a-9777-c2465786a55b" providerId="ADAL" clId="{EB8CD2C3-2020-4BBA-B888-ACC78E1F1E60}" dt="2019-01-18T17:25:49.776" v="294"/>
          <ac:spMkLst>
            <pc:docMk/>
            <pc:sldMk cId="2827108751" sldId="297"/>
            <ac:spMk id="64" creationId="{67DCDBA0-148E-4265-AB57-7F2439025D5B}"/>
          </ac:spMkLst>
        </pc:spChg>
        <pc:spChg chg="add mod topLvl">
          <ac:chgData name="Kumar Ravi" userId="fe9c997f-5d9a-4a3a-9777-c2465786a55b" providerId="ADAL" clId="{EB8CD2C3-2020-4BBA-B888-ACC78E1F1E60}" dt="2019-01-18T17:25:49.776" v="294"/>
          <ac:spMkLst>
            <pc:docMk/>
            <pc:sldMk cId="2827108751" sldId="297"/>
            <ac:spMk id="65" creationId="{66859DA2-C531-4A12-8C92-D274B9659786}"/>
          </ac:spMkLst>
        </pc:spChg>
        <pc:spChg chg="add mod topLvl">
          <ac:chgData name="Kumar Ravi" userId="fe9c997f-5d9a-4a3a-9777-c2465786a55b" providerId="ADAL" clId="{EB8CD2C3-2020-4BBA-B888-ACC78E1F1E60}" dt="2019-01-18T17:25:49.776" v="294"/>
          <ac:spMkLst>
            <pc:docMk/>
            <pc:sldMk cId="2827108751" sldId="297"/>
            <ac:spMk id="66" creationId="{2F748648-6391-42B0-B537-8C53CB4C55E4}"/>
          </ac:spMkLst>
        </pc:spChg>
        <pc:spChg chg="add mod topLvl">
          <ac:chgData name="Kumar Ravi" userId="fe9c997f-5d9a-4a3a-9777-c2465786a55b" providerId="ADAL" clId="{EB8CD2C3-2020-4BBA-B888-ACC78E1F1E60}" dt="2019-01-18T17:25:49.776" v="294"/>
          <ac:spMkLst>
            <pc:docMk/>
            <pc:sldMk cId="2827108751" sldId="297"/>
            <ac:spMk id="67" creationId="{46E110BF-C9F0-41F4-8FAA-20C2E4B59186}"/>
          </ac:spMkLst>
        </pc:spChg>
        <pc:spChg chg="add mod topLvl">
          <ac:chgData name="Kumar Ravi" userId="fe9c997f-5d9a-4a3a-9777-c2465786a55b" providerId="ADAL" clId="{EB8CD2C3-2020-4BBA-B888-ACC78E1F1E60}" dt="2019-01-18T17:25:49.776" v="294"/>
          <ac:spMkLst>
            <pc:docMk/>
            <pc:sldMk cId="2827108751" sldId="297"/>
            <ac:spMk id="68" creationId="{A82D90AD-BC8F-436A-84C4-6CE54ECDC20A}"/>
          </ac:spMkLst>
        </pc:spChg>
        <pc:spChg chg="add mod topLvl">
          <ac:chgData name="Kumar Ravi" userId="fe9c997f-5d9a-4a3a-9777-c2465786a55b" providerId="ADAL" clId="{EB8CD2C3-2020-4BBA-B888-ACC78E1F1E60}" dt="2019-01-18T17:25:49.776" v="294"/>
          <ac:spMkLst>
            <pc:docMk/>
            <pc:sldMk cId="2827108751" sldId="297"/>
            <ac:spMk id="69" creationId="{31213EB8-60AE-4FB9-AB33-1ABB797564A8}"/>
          </ac:spMkLst>
        </pc:spChg>
        <pc:spChg chg="add mod topLvl">
          <ac:chgData name="Kumar Ravi" userId="fe9c997f-5d9a-4a3a-9777-c2465786a55b" providerId="ADAL" clId="{EB8CD2C3-2020-4BBA-B888-ACC78E1F1E60}" dt="2019-01-18T17:25:49.776" v="294"/>
          <ac:spMkLst>
            <pc:docMk/>
            <pc:sldMk cId="2827108751" sldId="297"/>
            <ac:spMk id="70" creationId="{7340F6BB-520A-4495-A484-25F934C27035}"/>
          </ac:spMkLst>
        </pc:spChg>
        <pc:spChg chg="add mod topLvl">
          <ac:chgData name="Kumar Ravi" userId="fe9c997f-5d9a-4a3a-9777-c2465786a55b" providerId="ADAL" clId="{EB8CD2C3-2020-4BBA-B888-ACC78E1F1E60}" dt="2019-01-18T17:25:49.776" v="294"/>
          <ac:spMkLst>
            <pc:docMk/>
            <pc:sldMk cId="2827108751" sldId="297"/>
            <ac:spMk id="71" creationId="{42068BD1-8F4C-46F2-9230-843A40E5DED2}"/>
          </ac:spMkLst>
        </pc:spChg>
        <pc:spChg chg="add mod topLvl">
          <ac:chgData name="Kumar Ravi" userId="fe9c997f-5d9a-4a3a-9777-c2465786a55b" providerId="ADAL" clId="{EB8CD2C3-2020-4BBA-B888-ACC78E1F1E60}" dt="2019-01-18T17:25:49.776" v="294"/>
          <ac:spMkLst>
            <pc:docMk/>
            <pc:sldMk cId="2827108751" sldId="297"/>
            <ac:spMk id="72" creationId="{B30EEB5A-9A34-407B-8797-09F4C5BE87E2}"/>
          </ac:spMkLst>
        </pc:spChg>
        <pc:spChg chg="del">
          <ac:chgData name="Kumar Ravi" userId="fe9c997f-5d9a-4a3a-9777-c2465786a55b" providerId="ADAL" clId="{EB8CD2C3-2020-4BBA-B888-ACC78E1F1E60}" dt="2019-01-18T17:04:44.566" v="203" actId="478"/>
          <ac:spMkLst>
            <pc:docMk/>
            <pc:sldMk cId="2827108751" sldId="297"/>
            <ac:spMk id="74" creationId="{FEC85899-C893-4E00-9343-175428E14195}"/>
          </ac:spMkLst>
        </pc:spChg>
        <pc:spChg chg="del">
          <ac:chgData name="Kumar Ravi" userId="fe9c997f-5d9a-4a3a-9777-c2465786a55b" providerId="ADAL" clId="{EB8CD2C3-2020-4BBA-B888-ACC78E1F1E60}" dt="2019-01-18T17:04:35.641" v="201" actId="478"/>
          <ac:spMkLst>
            <pc:docMk/>
            <pc:sldMk cId="2827108751" sldId="297"/>
            <ac:spMk id="75" creationId="{D041BEBA-314A-4814-A416-D042B424C380}"/>
          </ac:spMkLst>
        </pc:spChg>
        <pc:spChg chg="del">
          <ac:chgData name="Kumar Ravi" userId="fe9c997f-5d9a-4a3a-9777-c2465786a55b" providerId="ADAL" clId="{EB8CD2C3-2020-4BBA-B888-ACC78E1F1E60}" dt="2019-01-18T17:04:31.668" v="200" actId="478"/>
          <ac:spMkLst>
            <pc:docMk/>
            <pc:sldMk cId="2827108751" sldId="297"/>
            <ac:spMk id="76" creationId="{B41C100B-BE0F-44D3-A2E2-4B19C0C7E9A6}"/>
          </ac:spMkLst>
        </pc:spChg>
        <pc:spChg chg="del">
          <ac:chgData name="Kumar Ravi" userId="fe9c997f-5d9a-4a3a-9777-c2465786a55b" providerId="ADAL" clId="{EB8CD2C3-2020-4BBA-B888-ACC78E1F1E60}" dt="2019-01-18T17:04:40.117" v="202" actId="478"/>
          <ac:spMkLst>
            <pc:docMk/>
            <pc:sldMk cId="2827108751" sldId="297"/>
            <ac:spMk id="77" creationId="{FCF5A444-DB5D-4273-AEB5-524CABCE034A}"/>
          </ac:spMkLst>
        </pc:spChg>
        <pc:spChg chg="add mod topLvl">
          <ac:chgData name="Kumar Ravi" userId="fe9c997f-5d9a-4a3a-9777-c2465786a55b" providerId="ADAL" clId="{EB8CD2C3-2020-4BBA-B888-ACC78E1F1E60}" dt="2019-01-18T17:25:49.776" v="294"/>
          <ac:spMkLst>
            <pc:docMk/>
            <pc:sldMk cId="2827108751" sldId="297"/>
            <ac:spMk id="80" creationId="{48264224-C9A8-444A-BA97-8005D3823AD5}"/>
          </ac:spMkLst>
        </pc:spChg>
        <pc:spChg chg="add mod topLvl">
          <ac:chgData name="Kumar Ravi" userId="fe9c997f-5d9a-4a3a-9777-c2465786a55b" providerId="ADAL" clId="{EB8CD2C3-2020-4BBA-B888-ACC78E1F1E60}" dt="2019-01-18T17:25:49.776" v="294"/>
          <ac:spMkLst>
            <pc:docMk/>
            <pc:sldMk cId="2827108751" sldId="297"/>
            <ac:spMk id="81" creationId="{134A3A17-FA27-4412-83B1-57841F20E9D6}"/>
          </ac:spMkLst>
        </pc:spChg>
        <pc:spChg chg="add mod topLvl">
          <ac:chgData name="Kumar Ravi" userId="fe9c997f-5d9a-4a3a-9777-c2465786a55b" providerId="ADAL" clId="{EB8CD2C3-2020-4BBA-B888-ACC78E1F1E60}" dt="2019-01-18T17:25:49.776" v="294"/>
          <ac:spMkLst>
            <pc:docMk/>
            <pc:sldMk cId="2827108751" sldId="297"/>
            <ac:spMk id="82" creationId="{63ADC4A3-CE52-4DDE-B365-34840756D69D}"/>
          </ac:spMkLst>
        </pc:spChg>
        <pc:spChg chg="add mod topLvl">
          <ac:chgData name="Kumar Ravi" userId="fe9c997f-5d9a-4a3a-9777-c2465786a55b" providerId="ADAL" clId="{EB8CD2C3-2020-4BBA-B888-ACC78E1F1E60}" dt="2019-01-18T17:25:49.776" v="294"/>
          <ac:spMkLst>
            <pc:docMk/>
            <pc:sldMk cId="2827108751" sldId="297"/>
            <ac:spMk id="83" creationId="{775FE797-59BD-4BA8-B184-2F37E7C16D80}"/>
          </ac:spMkLst>
        </pc:spChg>
        <pc:spChg chg="add mod topLvl">
          <ac:chgData name="Kumar Ravi" userId="fe9c997f-5d9a-4a3a-9777-c2465786a55b" providerId="ADAL" clId="{EB8CD2C3-2020-4BBA-B888-ACC78E1F1E60}" dt="2019-01-18T17:25:49.776" v="294"/>
          <ac:spMkLst>
            <pc:docMk/>
            <pc:sldMk cId="2827108751" sldId="297"/>
            <ac:spMk id="90" creationId="{7A32D63F-BC4A-460E-A044-352A79992171}"/>
          </ac:spMkLst>
        </pc:spChg>
        <pc:spChg chg="add mod topLvl">
          <ac:chgData name="Kumar Ravi" userId="fe9c997f-5d9a-4a3a-9777-c2465786a55b" providerId="ADAL" clId="{EB8CD2C3-2020-4BBA-B888-ACC78E1F1E60}" dt="2019-01-18T17:25:49.776" v="294"/>
          <ac:spMkLst>
            <pc:docMk/>
            <pc:sldMk cId="2827108751" sldId="297"/>
            <ac:spMk id="91" creationId="{ABEAD12E-E927-435F-9417-4DC7933304DB}"/>
          </ac:spMkLst>
        </pc:spChg>
        <pc:spChg chg="add mod topLvl">
          <ac:chgData name="Kumar Ravi" userId="fe9c997f-5d9a-4a3a-9777-c2465786a55b" providerId="ADAL" clId="{EB8CD2C3-2020-4BBA-B888-ACC78E1F1E60}" dt="2019-01-18T17:25:49.776" v="294"/>
          <ac:spMkLst>
            <pc:docMk/>
            <pc:sldMk cId="2827108751" sldId="297"/>
            <ac:spMk id="92" creationId="{F434A886-4484-4E40-9DA3-66BD43ADD9A6}"/>
          </ac:spMkLst>
        </pc:spChg>
        <pc:spChg chg="add mod topLvl">
          <ac:chgData name="Kumar Ravi" userId="fe9c997f-5d9a-4a3a-9777-c2465786a55b" providerId="ADAL" clId="{EB8CD2C3-2020-4BBA-B888-ACC78E1F1E60}" dt="2019-01-18T17:25:49.776" v="294"/>
          <ac:spMkLst>
            <pc:docMk/>
            <pc:sldMk cId="2827108751" sldId="297"/>
            <ac:spMk id="93" creationId="{F5381EE1-45A3-4C2C-AA82-4CF2B232EECD}"/>
          </ac:spMkLst>
        </pc:spChg>
        <pc:spChg chg="add mod topLvl">
          <ac:chgData name="Kumar Ravi" userId="fe9c997f-5d9a-4a3a-9777-c2465786a55b" providerId="ADAL" clId="{EB8CD2C3-2020-4BBA-B888-ACC78E1F1E60}" dt="2019-01-18T17:25:49.776" v="294"/>
          <ac:spMkLst>
            <pc:docMk/>
            <pc:sldMk cId="2827108751" sldId="297"/>
            <ac:spMk id="94" creationId="{0C4387A1-3E63-4D16-B7E5-5D96F9F5D5A5}"/>
          </ac:spMkLst>
        </pc:spChg>
        <pc:spChg chg="add mod topLvl">
          <ac:chgData name="Kumar Ravi" userId="fe9c997f-5d9a-4a3a-9777-c2465786a55b" providerId="ADAL" clId="{EB8CD2C3-2020-4BBA-B888-ACC78E1F1E60}" dt="2019-01-18T17:25:49.776" v="294"/>
          <ac:spMkLst>
            <pc:docMk/>
            <pc:sldMk cId="2827108751" sldId="297"/>
            <ac:spMk id="95" creationId="{FB572A5A-A735-4E7B-B398-C94E26006719}"/>
          </ac:spMkLst>
        </pc:spChg>
        <pc:spChg chg="add mod topLvl">
          <ac:chgData name="Kumar Ravi" userId="fe9c997f-5d9a-4a3a-9777-c2465786a55b" providerId="ADAL" clId="{EB8CD2C3-2020-4BBA-B888-ACC78E1F1E60}" dt="2019-01-18T17:25:49.776" v="294"/>
          <ac:spMkLst>
            <pc:docMk/>
            <pc:sldMk cId="2827108751" sldId="297"/>
            <ac:spMk id="96" creationId="{15846035-C05F-45A5-86C4-5F2438574C38}"/>
          </ac:spMkLst>
        </pc:spChg>
        <pc:grpChg chg="add del mod">
          <ac:chgData name="Kumar Ravi" userId="fe9c997f-5d9a-4a3a-9777-c2465786a55b" providerId="ADAL" clId="{EB8CD2C3-2020-4BBA-B888-ACC78E1F1E60}" dt="2019-01-18T17:04:24.162" v="199" actId="165"/>
          <ac:grpSpMkLst>
            <pc:docMk/>
            <pc:sldMk cId="2827108751" sldId="297"/>
            <ac:grpSpMk id="7" creationId="{D70D756A-4ACC-4444-A40C-98EF6DC60D36}"/>
          </ac:grpSpMkLst>
        </pc:grpChg>
        <pc:grpChg chg="add del">
          <ac:chgData name="Kumar Ravi" userId="fe9c997f-5d9a-4a3a-9777-c2465786a55b" providerId="ADAL" clId="{EB8CD2C3-2020-4BBA-B888-ACC78E1F1E60}" dt="2019-01-18T16:59:14.711" v="155" actId="478"/>
          <ac:grpSpMkLst>
            <pc:docMk/>
            <pc:sldMk cId="2827108751" sldId="297"/>
            <ac:grpSpMk id="36" creationId="{55697F12-99A5-4607-B5F0-B6A1BE00412F}"/>
          </ac:grpSpMkLst>
        </pc:grpChg>
        <pc:grpChg chg="add del">
          <ac:chgData name="Kumar Ravi" userId="fe9c997f-5d9a-4a3a-9777-c2465786a55b" providerId="ADAL" clId="{EB8CD2C3-2020-4BBA-B888-ACC78E1F1E60}" dt="2019-01-18T16:59:14.711" v="155" actId="478"/>
          <ac:grpSpMkLst>
            <pc:docMk/>
            <pc:sldMk cId="2827108751" sldId="297"/>
            <ac:grpSpMk id="47" creationId="{2751A768-4ECB-4E03-A4DC-97AB10D4C06F}"/>
          </ac:grpSpMkLst>
        </pc:grpChg>
        <pc:grpChg chg="add del">
          <ac:chgData name="Kumar Ravi" userId="fe9c997f-5d9a-4a3a-9777-c2465786a55b" providerId="ADAL" clId="{EB8CD2C3-2020-4BBA-B888-ACC78E1F1E60}" dt="2019-01-18T16:59:14.711" v="155" actId="478"/>
          <ac:grpSpMkLst>
            <pc:docMk/>
            <pc:sldMk cId="2827108751" sldId="297"/>
            <ac:grpSpMk id="50" creationId="{5542BB5D-3F88-47F9-B465-E9AA05844EFA}"/>
          </ac:grpSpMkLst>
        </pc:grpChg>
        <pc:grpChg chg="add mod topLvl">
          <ac:chgData name="Kumar Ravi" userId="fe9c997f-5d9a-4a3a-9777-c2465786a55b" providerId="ADAL" clId="{EB8CD2C3-2020-4BBA-B888-ACC78E1F1E60}" dt="2019-01-18T17:25:49.776" v="294"/>
          <ac:grpSpMkLst>
            <pc:docMk/>
            <pc:sldMk cId="2827108751" sldId="297"/>
            <ac:grpSpMk id="73" creationId="{2E3BEA56-DF0E-451F-9B26-5BECE1B45F48}"/>
          </ac:grpSpMkLst>
        </pc:grpChg>
        <pc:grpChg chg="add mod topLvl">
          <ac:chgData name="Kumar Ravi" userId="fe9c997f-5d9a-4a3a-9777-c2465786a55b" providerId="ADAL" clId="{EB8CD2C3-2020-4BBA-B888-ACC78E1F1E60}" dt="2019-01-18T17:25:49.776" v="294"/>
          <ac:grpSpMkLst>
            <pc:docMk/>
            <pc:sldMk cId="2827108751" sldId="297"/>
            <ac:grpSpMk id="84" creationId="{AABB8196-7B61-418F-A818-09C1FCB0EE50}"/>
          </ac:grpSpMkLst>
        </pc:grpChg>
        <pc:grpChg chg="add mod topLvl">
          <ac:chgData name="Kumar Ravi" userId="fe9c997f-5d9a-4a3a-9777-c2465786a55b" providerId="ADAL" clId="{EB8CD2C3-2020-4BBA-B888-ACC78E1F1E60}" dt="2019-01-18T17:25:49.776" v="294"/>
          <ac:grpSpMkLst>
            <pc:docMk/>
            <pc:sldMk cId="2827108751" sldId="297"/>
            <ac:grpSpMk id="87" creationId="{B7687E5D-AD20-446D-AC76-95BF104C52D0}"/>
          </ac:grpSpMkLst>
        </pc:grpChg>
      </pc:sldChg>
      <pc:sldChg chg="addSp delSp modSp add delAnim modAnim">
        <pc:chgData name="Kumar Ravi" userId="fe9c997f-5d9a-4a3a-9777-c2465786a55b" providerId="ADAL" clId="{EB8CD2C3-2020-4BBA-B888-ACC78E1F1E60}" dt="2019-01-18T17:29:42.842" v="313" actId="14100"/>
        <pc:sldMkLst>
          <pc:docMk/>
          <pc:sldMk cId="3928397747" sldId="298"/>
        </pc:sldMkLst>
        <pc:spChg chg="mod">
          <ac:chgData name="Kumar Ravi" userId="fe9c997f-5d9a-4a3a-9777-c2465786a55b" providerId="ADAL" clId="{EB8CD2C3-2020-4BBA-B888-ACC78E1F1E60}" dt="2019-01-18T17:01:17.689" v="185" actId="6549"/>
          <ac:spMkLst>
            <pc:docMk/>
            <pc:sldMk cId="3928397747" sldId="298"/>
            <ac:spMk id="2" creationId="{732E04A7-1167-468E-9E1F-EF14B2925CF4}"/>
          </ac:spMkLst>
        </pc:spChg>
        <pc:spChg chg="del">
          <ac:chgData name="Kumar Ravi" userId="fe9c997f-5d9a-4a3a-9777-c2465786a55b" providerId="ADAL" clId="{EB8CD2C3-2020-4BBA-B888-ACC78E1F1E60}" dt="2019-01-18T16:59:27.891" v="159" actId="478"/>
          <ac:spMkLst>
            <pc:docMk/>
            <pc:sldMk cId="3928397747" sldId="298"/>
            <ac:spMk id="6" creationId="{C0FCA78E-B74E-4160-99B0-09B7C6FD75DD}"/>
          </ac:spMkLst>
        </pc:spChg>
        <pc:spChg chg="del">
          <ac:chgData name="Kumar Ravi" userId="fe9c997f-5d9a-4a3a-9777-c2465786a55b" providerId="ADAL" clId="{EB8CD2C3-2020-4BBA-B888-ACC78E1F1E60}" dt="2019-01-18T16:59:25.669" v="158" actId="478"/>
          <ac:spMkLst>
            <pc:docMk/>
            <pc:sldMk cId="3928397747" sldId="298"/>
            <ac:spMk id="17" creationId="{17AFD551-F229-43A8-8C09-EF2FB90BDCF5}"/>
          </ac:spMkLst>
        </pc:spChg>
        <pc:spChg chg="del mod">
          <ac:chgData name="Kumar Ravi" userId="fe9c997f-5d9a-4a3a-9777-c2465786a55b" providerId="ADAL" clId="{EB8CD2C3-2020-4BBA-B888-ACC78E1F1E60}" dt="2019-01-18T16:59:33.207" v="161" actId="478"/>
          <ac:spMkLst>
            <pc:docMk/>
            <pc:sldMk cId="3928397747" sldId="298"/>
            <ac:spMk id="18" creationId="{AFEFCA04-D848-480B-B8F9-17BAD5E804C6}"/>
          </ac:spMkLst>
        </pc:spChg>
        <pc:spChg chg="del">
          <ac:chgData name="Kumar Ravi" userId="fe9c997f-5d9a-4a3a-9777-c2465786a55b" providerId="ADAL" clId="{EB8CD2C3-2020-4BBA-B888-ACC78E1F1E60}" dt="2019-01-18T16:59:24.011" v="157" actId="478"/>
          <ac:spMkLst>
            <pc:docMk/>
            <pc:sldMk cId="3928397747" sldId="298"/>
            <ac:spMk id="19" creationId="{77AE0740-D0E2-45AB-9FCE-C551F753485A}"/>
          </ac:spMkLst>
        </pc:spChg>
        <pc:spChg chg="del">
          <ac:chgData name="Kumar Ravi" userId="fe9c997f-5d9a-4a3a-9777-c2465786a55b" providerId="ADAL" clId="{EB8CD2C3-2020-4BBA-B888-ACC78E1F1E60}" dt="2019-01-18T16:59:22.660" v="156" actId="478"/>
          <ac:spMkLst>
            <pc:docMk/>
            <pc:sldMk cId="3928397747" sldId="298"/>
            <ac:spMk id="23" creationId="{AF9697BD-6EE7-4135-BA3E-AECCB109CF8C}"/>
          </ac:spMkLst>
        </pc:spChg>
        <pc:spChg chg="del mod">
          <ac:chgData name="Kumar Ravi" userId="fe9c997f-5d9a-4a3a-9777-c2465786a55b" providerId="ADAL" clId="{EB8CD2C3-2020-4BBA-B888-ACC78E1F1E60}" dt="2019-01-18T17:05:03.970" v="204" actId="478"/>
          <ac:spMkLst>
            <pc:docMk/>
            <pc:sldMk cId="3928397747" sldId="298"/>
            <ac:spMk id="25" creationId="{42CEE831-FA79-46F1-B574-28E2AD726BD4}"/>
          </ac:spMkLst>
        </pc:spChg>
        <pc:spChg chg="del mod">
          <ac:chgData name="Kumar Ravi" userId="fe9c997f-5d9a-4a3a-9777-c2465786a55b" providerId="ADAL" clId="{EB8CD2C3-2020-4BBA-B888-ACC78E1F1E60}" dt="2019-01-18T17:05:03.970" v="204" actId="478"/>
          <ac:spMkLst>
            <pc:docMk/>
            <pc:sldMk cId="3928397747" sldId="298"/>
            <ac:spMk id="26" creationId="{0EFE6041-61FA-489F-8366-90D1962E01D2}"/>
          </ac:spMkLst>
        </pc:spChg>
        <pc:spChg chg="del mod">
          <ac:chgData name="Kumar Ravi" userId="fe9c997f-5d9a-4a3a-9777-c2465786a55b" providerId="ADAL" clId="{EB8CD2C3-2020-4BBA-B888-ACC78E1F1E60}" dt="2019-01-18T17:05:03.970" v="204" actId="478"/>
          <ac:spMkLst>
            <pc:docMk/>
            <pc:sldMk cId="3928397747" sldId="298"/>
            <ac:spMk id="27" creationId="{6B52C933-8D8C-4BF8-90A2-1A5AA28DD49D}"/>
          </ac:spMkLst>
        </pc:spChg>
        <pc:spChg chg="del mod">
          <ac:chgData name="Kumar Ravi" userId="fe9c997f-5d9a-4a3a-9777-c2465786a55b" providerId="ADAL" clId="{EB8CD2C3-2020-4BBA-B888-ACC78E1F1E60}" dt="2019-01-18T17:05:03.970" v="204" actId="478"/>
          <ac:spMkLst>
            <pc:docMk/>
            <pc:sldMk cId="3928397747" sldId="298"/>
            <ac:spMk id="28" creationId="{8DF27487-BDE3-4C03-A8E7-F4D0C0CD82AE}"/>
          </ac:spMkLst>
        </pc:spChg>
        <pc:spChg chg="del mod">
          <ac:chgData name="Kumar Ravi" userId="fe9c997f-5d9a-4a3a-9777-c2465786a55b" providerId="ADAL" clId="{EB8CD2C3-2020-4BBA-B888-ACC78E1F1E60}" dt="2019-01-18T17:05:03.970" v="204" actId="478"/>
          <ac:spMkLst>
            <pc:docMk/>
            <pc:sldMk cId="3928397747" sldId="298"/>
            <ac:spMk id="29" creationId="{742DC054-3B8A-489F-B09A-D519C246B029}"/>
          </ac:spMkLst>
        </pc:spChg>
        <pc:spChg chg="del mod">
          <ac:chgData name="Kumar Ravi" userId="fe9c997f-5d9a-4a3a-9777-c2465786a55b" providerId="ADAL" clId="{EB8CD2C3-2020-4BBA-B888-ACC78E1F1E60}" dt="2019-01-18T17:05:03.970" v="204" actId="478"/>
          <ac:spMkLst>
            <pc:docMk/>
            <pc:sldMk cId="3928397747" sldId="298"/>
            <ac:spMk id="30" creationId="{5BEEE9A0-159E-4C09-AFDD-AF78CDF549DF}"/>
          </ac:spMkLst>
        </pc:spChg>
        <pc:spChg chg="del mod">
          <ac:chgData name="Kumar Ravi" userId="fe9c997f-5d9a-4a3a-9777-c2465786a55b" providerId="ADAL" clId="{EB8CD2C3-2020-4BBA-B888-ACC78E1F1E60}" dt="2019-01-18T17:05:03.970" v="204" actId="478"/>
          <ac:spMkLst>
            <pc:docMk/>
            <pc:sldMk cId="3928397747" sldId="298"/>
            <ac:spMk id="31" creationId="{437FE340-B0F5-429A-ABEE-46363E3F4D1E}"/>
          </ac:spMkLst>
        </pc:spChg>
        <pc:spChg chg="del mod">
          <ac:chgData name="Kumar Ravi" userId="fe9c997f-5d9a-4a3a-9777-c2465786a55b" providerId="ADAL" clId="{EB8CD2C3-2020-4BBA-B888-ACC78E1F1E60}" dt="2019-01-18T17:05:03.970" v="204" actId="478"/>
          <ac:spMkLst>
            <pc:docMk/>
            <pc:sldMk cId="3928397747" sldId="298"/>
            <ac:spMk id="32" creationId="{CFFD8412-6443-4969-BF45-D989A1FD327E}"/>
          </ac:spMkLst>
        </pc:spChg>
        <pc:spChg chg="del mod">
          <ac:chgData name="Kumar Ravi" userId="fe9c997f-5d9a-4a3a-9777-c2465786a55b" providerId="ADAL" clId="{EB8CD2C3-2020-4BBA-B888-ACC78E1F1E60}" dt="2019-01-18T17:05:03.970" v="204" actId="478"/>
          <ac:spMkLst>
            <pc:docMk/>
            <pc:sldMk cId="3928397747" sldId="298"/>
            <ac:spMk id="33" creationId="{F6240A92-1384-4633-89AB-8000B97A986F}"/>
          </ac:spMkLst>
        </pc:spChg>
        <pc:spChg chg="del mod">
          <ac:chgData name="Kumar Ravi" userId="fe9c997f-5d9a-4a3a-9777-c2465786a55b" providerId="ADAL" clId="{EB8CD2C3-2020-4BBA-B888-ACC78E1F1E60}" dt="2019-01-18T17:05:03.970" v="204" actId="478"/>
          <ac:spMkLst>
            <pc:docMk/>
            <pc:sldMk cId="3928397747" sldId="298"/>
            <ac:spMk id="34" creationId="{B616E57B-72CD-42BA-A2E2-636EC2E3FF6F}"/>
          </ac:spMkLst>
        </pc:spChg>
        <pc:spChg chg="del mod">
          <ac:chgData name="Kumar Ravi" userId="fe9c997f-5d9a-4a3a-9777-c2465786a55b" providerId="ADAL" clId="{EB8CD2C3-2020-4BBA-B888-ACC78E1F1E60}" dt="2019-01-18T17:05:03.970" v="204" actId="478"/>
          <ac:spMkLst>
            <pc:docMk/>
            <pc:sldMk cId="3928397747" sldId="298"/>
            <ac:spMk id="35" creationId="{700679EC-27C5-4F85-B11B-A9D6A9BCC6B7}"/>
          </ac:spMkLst>
        </pc:spChg>
        <pc:spChg chg="del mod">
          <ac:chgData name="Kumar Ravi" userId="fe9c997f-5d9a-4a3a-9777-c2465786a55b" providerId="ADAL" clId="{EB8CD2C3-2020-4BBA-B888-ACC78E1F1E60}" dt="2019-01-18T17:05:03.970" v="204" actId="478"/>
          <ac:spMkLst>
            <pc:docMk/>
            <pc:sldMk cId="3928397747" sldId="298"/>
            <ac:spMk id="43" creationId="{5AA53A1B-3179-429E-BB27-6E3478B5283E}"/>
          </ac:spMkLst>
        </pc:spChg>
        <pc:spChg chg="del mod">
          <ac:chgData name="Kumar Ravi" userId="fe9c997f-5d9a-4a3a-9777-c2465786a55b" providerId="ADAL" clId="{EB8CD2C3-2020-4BBA-B888-ACC78E1F1E60}" dt="2019-01-18T17:05:03.970" v="204" actId="478"/>
          <ac:spMkLst>
            <pc:docMk/>
            <pc:sldMk cId="3928397747" sldId="298"/>
            <ac:spMk id="44" creationId="{C690E139-B641-44A4-AE45-84E95A3D1334}"/>
          </ac:spMkLst>
        </pc:spChg>
        <pc:spChg chg="del mod">
          <ac:chgData name="Kumar Ravi" userId="fe9c997f-5d9a-4a3a-9777-c2465786a55b" providerId="ADAL" clId="{EB8CD2C3-2020-4BBA-B888-ACC78E1F1E60}" dt="2019-01-18T17:05:03.970" v="204" actId="478"/>
          <ac:spMkLst>
            <pc:docMk/>
            <pc:sldMk cId="3928397747" sldId="298"/>
            <ac:spMk id="45" creationId="{C1B4B591-5EC5-4C5E-9A6D-4000A4FE1BA3}"/>
          </ac:spMkLst>
        </pc:spChg>
        <pc:spChg chg="del mod">
          <ac:chgData name="Kumar Ravi" userId="fe9c997f-5d9a-4a3a-9777-c2465786a55b" providerId="ADAL" clId="{EB8CD2C3-2020-4BBA-B888-ACC78E1F1E60}" dt="2019-01-18T17:05:03.970" v="204" actId="478"/>
          <ac:spMkLst>
            <pc:docMk/>
            <pc:sldMk cId="3928397747" sldId="298"/>
            <ac:spMk id="46" creationId="{0EAB2D06-5F71-444B-8582-9D6F1F4E0E63}"/>
          </ac:spMkLst>
        </pc:spChg>
        <pc:spChg chg="del mod">
          <ac:chgData name="Kumar Ravi" userId="fe9c997f-5d9a-4a3a-9777-c2465786a55b" providerId="ADAL" clId="{EB8CD2C3-2020-4BBA-B888-ACC78E1F1E60}" dt="2019-01-18T17:05:03.970" v="204" actId="478"/>
          <ac:spMkLst>
            <pc:docMk/>
            <pc:sldMk cId="3928397747" sldId="298"/>
            <ac:spMk id="53" creationId="{ABCCBC75-D74B-47EC-93CA-FD60ABB22C1D}"/>
          </ac:spMkLst>
        </pc:spChg>
        <pc:spChg chg="del mod">
          <ac:chgData name="Kumar Ravi" userId="fe9c997f-5d9a-4a3a-9777-c2465786a55b" providerId="ADAL" clId="{EB8CD2C3-2020-4BBA-B888-ACC78E1F1E60}" dt="2019-01-18T17:05:03.970" v="204" actId="478"/>
          <ac:spMkLst>
            <pc:docMk/>
            <pc:sldMk cId="3928397747" sldId="298"/>
            <ac:spMk id="54" creationId="{52FB2D5C-CC6C-408C-BBFE-ED4A5B20E408}"/>
          </ac:spMkLst>
        </pc:spChg>
        <pc:spChg chg="del mod">
          <ac:chgData name="Kumar Ravi" userId="fe9c997f-5d9a-4a3a-9777-c2465786a55b" providerId="ADAL" clId="{EB8CD2C3-2020-4BBA-B888-ACC78E1F1E60}" dt="2019-01-18T17:05:03.970" v="204" actId="478"/>
          <ac:spMkLst>
            <pc:docMk/>
            <pc:sldMk cId="3928397747" sldId="298"/>
            <ac:spMk id="55" creationId="{157DBBD9-4A53-4208-B03D-77B61B1EDC1C}"/>
          </ac:spMkLst>
        </pc:spChg>
        <pc:spChg chg="del mod">
          <ac:chgData name="Kumar Ravi" userId="fe9c997f-5d9a-4a3a-9777-c2465786a55b" providerId="ADAL" clId="{EB8CD2C3-2020-4BBA-B888-ACC78E1F1E60}" dt="2019-01-18T17:05:03.970" v="204" actId="478"/>
          <ac:spMkLst>
            <pc:docMk/>
            <pc:sldMk cId="3928397747" sldId="298"/>
            <ac:spMk id="56" creationId="{60AEEC8E-9D60-4C68-B13E-3C14A404286C}"/>
          </ac:spMkLst>
        </pc:spChg>
        <pc:spChg chg="del mod">
          <ac:chgData name="Kumar Ravi" userId="fe9c997f-5d9a-4a3a-9777-c2465786a55b" providerId="ADAL" clId="{EB8CD2C3-2020-4BBA-B888-ACC78E1F1E60}" dt="2019-01-18T17:05:03.970" v="204" actId="478"/>
          <ac:spMkLst>
            <pc:docMk/>
            <pc:sldMk cId="3928397747" sldId="298"/>
            <ac:spMk id="57" creationId="{0211E9B0-CE9D-43E4-ABBF-3D1CE9EBE791}"/>
          </ac:spMkLst>
        </pc:spChg>
        <pc:spChg chg="del mod">
          <ac:chgData name="Kumar Ravi" userId="fe9c997f-5d9a-4a3a-9777-c2465786a55b" providerId="ADAL" clId="{EB8CD2C3-2020-4BBA-B888-ACC78E1F1E60}" dt="2019-01-18T17:05:03.970" v="204" actId="478"/>
          <ac:spMkLst>
            <pc:docMk/>
            <pc:sldMk cId="3928397747" sldId="298"/>
            <ac:spMk id="58" creationId="{1DFDF9D5-E876-48AE-8A73-144387D2D548}"/>
          </ac:spMkLst>
        </pc:spChg>
        <pc:spChg chg="del">
          <ac:chgData name="Kumar Ravi" userId="fe9c997f-5d9a-4a3a-9777-c2465786a55b" providerId="ADAL" clId="{EB8CD2C3-2020-4BBA-B888-ACC78E1F1E60}" dt="2019-01-18T16:59:40.167" v="163" actId="478"/>
          <ac:spMkLst>
            <pc:docMk/>
            <pc:sldMk cId="3928397747" sldId="298"/>
            <ac:spMk id="59" creationId="{E31D0496-5D4B-4258-8101-A8EF5B47718C}"/>
          </ac:spMkLst>
        </pc:spChg>
        <pc:spChg chg="del">
          <ac:chgData name="Kumar Ravi" userId="fe9c997f-5d9a-4a3a-9777-c2465786a55b" providerId="ADAL" clId="{EB8CD2C3-2020-4BBA-B888-ACC78E1F1E60}" dt="2019-01-18T16:59:38.106" v="162" actId="478"/>
          <ac:spMkLst>
            <pc:docMk/>
            <pc:sldMk cId="3928397747" sldId="298"/>
            <ac:spMk id="60" creationId="{3D3AF3B5-957B-4D01-A800-8CAC8E365DBA}"/>
          </ac:spMkLst>
        </pc:spChg>
        <pc:spChg chg="del mod">
          <ac:chgData name="Kumar Ravi" userId="fe9c997f-5d9a-4a3a-9777-c2465786a55b" providerId="ADAL" clId="{EB8CD2C3-2020-4BBA-B888-ACC78E1F1E60}" dt="2019-01-18T17:05:03.970" v="204" actId="478"/>
          <ac:spMkLst>
            <pc:docMk/>
            <pc:sldMk cId="3928397747" sldId="298"/>
            <ac:spMk id="61" creationId="{5813C95B-70EC-4289-9DEF-3D755E47E8CA}"/>
          </ac:spMkLst>
        </pc:spChg>
        <pc:spChg chg="add del">
          <ac:chgData name="Kumar Ravi" userId="fe9c997f-5d9a-4a3a-9777-c2465786a55b" providerId="ADAL" clId="{EB8CD2C3-2020-4BBA-B888-ACC78E1F1E60}" dt="2019-01-18T17:10:38.790" v="249" actId="478"/>
          <ac:spMkLst>
            <pc:docMk/>
            <pc:sldMk cId="3928397747" sldId="298"/>
            <ac:spMk id="62" creationId="{5D76EF40-92EE-4DC4-977F-AB5B7A01F5EB}"/>
          </ac:spMkLst>
        </pc:spChg>
        <pc:spChg chg="add mod">
          <ac:chgData name="Kumar Ravi" userId="fe9c997f-5d9a-4a3a-9777-c2465786a55b" providerId="ADAL" clId="{EB8CD2C3-2020-4BBA-B888-ACC78E1F1E60}" dt="2019-01-18T17:11:00.798" v="251" actId="1076"/>
          <ac:spMkLst>
            <pc:docMk/>
            <pc:sldMk cId="3928397747" sldId="298"/>
            <ac:spMk id="63" creationId="{3D4462DC-DBB2-4739-8D94-1FE11B1F6477}"/>
          </ac:spMkLst>
        </pc:spChg>
        <pc:spChg chg="add mod">
          <ac:chgData name="Kumar Ravi" userId="fe9c997f-5d9a-4a3a-9777-c2465786a55b" providerId="ADAL" clId="{EB8CD2C3-2020-4BBA-B888-ACC78E1F1E60}" dt="2019-01-18T17:11:23.916" v="256" actId="1076"/>
          <ac:spMkLst>
            <pc:docMk/>
            <pc:sldMk cId="3928397747" sldId="298"/>
            <ac:spMk id="64" creationId="{75F10B68-2D45-4CBB-97FD-059A41B5CC7C}"/>
          </ac:spMkLst>
        </pc:spChg>
        <pc:spChg chg="add mod">
          <ac:chgData name="Kumar Ravi" userId="fe9c997f-5d9a-4a3a-9777-c2465786a55b" providerId="ADAL" clId="{EB8CD2C3-2020-4BBA-B888-ACC78E1F1E60}" dt="2019-01-18T17:11:20.105" v="255" actId="207"/>
          <ac:spMkLst>
            <pc:docMk/>
            <pc:sldMk cId="3928397747" sldId="298"/>
            <ac:spMk id="65" creationId="{BAFE72F3-AE95-4C36-91E4-12473D3872E7}"/>
          </ac:spMkLst>
        </pc:spChg>
        <pc:spChg chg="add mod">
          <ac:chgData name="Kumar Ravi" userId="fe9c997f-5d9a-4a3a-9777-c2465786a55b" providerId="ADAL" clId="{EB8CD2C3-2020-4BBA-B888-ACC78E1F1E60}" dt="2019-01-18T17:11:20.105" v="255" actId="207"/>
          <ac:spMkLst>
            <pc:docMk/>
            <pc:sldMk cId="3928397747" sldId="298"/>
            <ac:spMk id="66" creationId="{CAE64BB2-A31D-49D8-943C-9E0DC2E8F9A9}"/>
          </ac:spMkLst>
        </pc:spChg>
        <pc:spChg chg="add mod">
          <ac:chgData name="Kumar Ravi" userId="fe9c997f-5d9a-4a3a-9777-c2465786a55b" providerId="ADAL" clId="{EB8CD2C3-2020-4BBA-B888-ACC78E1F1E60}" dt="2019-01-18T17:29:42.842" v="313" actId="14100"/>
          <ac:spMkLst>
            <pc:docMk/>
            <pc:sldMk cId="3928397747" sldId="298"/>
            <ac:spMk id="67" creationId="{B7B2CAC0-009B-45A6-800A-342B46D63756}"/>
          </ac:spMkLst>
        </pc:spChg>
        <pc:spChg chg="add mod">
          <ac:chgData name="Kumar Ravi" userId="fe9c997f-5d9a-4a3a-9777-c2465786a55b" providerId="ADAL" clId="{EB8CD2C3-2020-4BBA-B888-ACC78E1F1E60}" dt="2019-01-18T17:11:48.491" v="260" actId="207"/>
          <ac:spMkLst>
            <pc:docMk/>
            <pc:sldMk cId="3928397747" sldId="298"/>
            <ac:spMk id="68" creationId="{03EF5ABB-6BAF-40B4-90A5-91D5515A0CD6}"/>
          </ac:spMkLst>
        </pc:spChg>
        <pc:grpChg chg="del mod">
          <ac:chgData name="Kumar Ravi" userId="fe9c997f-5d9a-4a3a-9777-c2465786a55b" providerId="ADAL" clId="{EB8CD2C3-2020-4BBA-B888-ACC78E1F1E60}" dt="2019-01-18T17:05:03.970" v="204" actId="478"/>
          <ac:grpSpMkLst>
            <pc:docMk/>
            <pc:sldMk cId="3928397747" sldId="298"/>
            <ac:grpSpMk id="36" creationId="{55697F12-99A5-4607-B5F0-B6A1BE00412F}"/>
          </ac:grpSpMkLst>
        </pc:grpChg>
        <pc:grpChg chg="del mod">
          <ac:chgData name="Kumar Ravi" userId="fe9c997f-5d9a-4a3a-9777-c2465786a55b" providerId="ADAL" clId="{EB8CD2C3-2020-4BBA-B888-ACC78E1F1E60}" dt="2019-01-18T17:05:03.970" v="204" actId="478"/>
          <ac:grpSpMkLst>
            <pc:docMk/>
            <pc:sldMk cId="3928397747" sldId="298"/>
            <ac:grpSpMk id="47" creationId="{2751A768-4ECB-4E03-A4DC-97AB10D4C06F}"/>
          </ac:grpSpMkLst>
        </pc:grpChg>
        <pc:grpChg chg="del mod">
          <ac:chgData name="Kumar Ravi" userId="fe9c997f-5d9a-4a3a-9777-c2465786a55b" providerId="ADAL" clId="{EB8CD2C3-2020-4BBA-B888-ACC78E1F1E60}" dt="2019-01-18T17:05:03.970" v="204" actId="478"/>
          <ac:grpSpMkLst>
            <pc:docMk/>
            <pc:sldMk cId="3928397747" sldId="298"/>
            <ac:grpSpMk id="50" creationId="{5542BB5D-3F88-47F9-B465-E9AA05844EFA}"/>
          </ac:grpSpMkLst>
        </pc:gr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EC4BB-0441-4ADE-AE90-52A51E014004}" type="datetimeFigureOut">
              <a:rPr lang="en-IN" smtClean="0"/>
              <a:t>24-01-2019</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93BE2-DE35-4C86-957F-4995B90B0372}" type="slidenum">
              <a:rPr lang="en-IN" smtClean="0"/>
              <a:t>‹#›</a:t>
            </a:fld>
            <a:endParaRPr lang="en-IN"/>
          </a:p>
        </p:txBody>
      </p:sp>
    </p:spTree>
    <p:extLst>
      <p:ext uri="{BB962C8B-B14F-4D97-AF65-F5344CB8AC3E}">
        <p14:creationId xmlns:p14="http://schemas.microsoft.com/office/powerpoint/2010/main" val="1070734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www.tataiq.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tataiq.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tataiq.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www.tataiq.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 y="-386"/>
            <a:ext cx="12191994" cy="6857996"/>
          </a:xfrm>
          <a:prstGeom prst="rect">
            <a:avLst/>
          </a:prstGeom>
        </p:spPr>
      </p:pic>
      <p:sp>
        <p:nvSpPr>
          <p:cNvPr id="2" name="Title 1"/>
          <p:cNvSpPr>
            <a:spLocks noGrp="1"/>
          </p:cNvSpPr>
          <p:nvPr>
            <p:ph type="ctrTitle"/>
          </p:nvPr>
        </p:nvSpPr>
        <p:spPr>
          <a:xfrm>
            <a:off x="5911060" y="4361411"/>
            <a:ext cx="5753594" cy="569485"/>
          </a:xfrm>
        </p:spPr>
        <p:txBody>
          <a:bodyPr anchor="b"/>
          <a:lstStyle>
            <a:lvl1pPr algn="r">
              <a:defRPr sz="3600" b="0">
                <a:solidFill>
                  <a:schemeClr val="bg1"/>
                </a:solidFill>
              </a:defRPr>
            </a:lvl1pPr>
          </a:lstStyle>
          <a:p>
            <a:r>
              <a:rPr lang="en-US" dirty="0"/>
              <a:t>Click to edit Master title style</a:t>
            </a:r>
            <a:endParaRPr lang="en-IN" dirty="0"/>
          </a:p>
        </p:txBody>
      </p:sp>
      <p:sp>
        <p:nvSpPr>
          <p:cNvPr id="3" name="Subtitle 2"/>
          <p:cNvSpPr>
            <a:spLocks noGrp="1"/>
          </p:cNvSpPr>
          <p:nvPr>
            <p:ph type="subTitle" idx="1"/>
          </p:nvPr>
        </p:nvSpPr>
        <p:spPr>
          <a:xfrm>
            <a:off x="7113319" y="5179229"/>
            <a:ext cx="3752839" cy="394929"/>
          </a:xfrm>
        </p:spPr>
        <p:txBody>
          <a:bodyPr>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Rectangle 3"/>
          <p:cNvSpPr/>
          <p:nvPr userDrawn="1"/>
        </p:nvSpPr>
        <p:spPr>
          <a:xfrm>
            <a:off x="11020301" y="5177642"/>
            <a:ext cx="843148" cy="1318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userDrawn="1"/>
        </p:nvSpPr>
        <p:spPr>
          <a:xfrm>
            <a:off x="593768" y="1900052"/>
            <a:ext cx="2375063" cy="237506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52BF81E-AB66-F045-B9A4-8906FD06BB44}"/>
              </a:ext>
            </a:extLst>
          </p:cNvPr>
          <p:cNvSpPr/>
          <p:nvPr userDrawn="1"/>
        </p:nvSpPr>
        <p:spPr>
          <a:xfrm>
            <a:off x="504292" y="1807397"/>
            <a:ext cx="2554014" cy="25540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64462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8" y="-388"/>
            <a:ext cx="12192688" cy="6858387"/>
          </a:xfrm>
          <a:prstGeom prst="rect">
            <a:avLst/>
          </a:prstGeom>
        </p:spPr>
      </p:pic>
      <p:sp>
        <p:nvSpPr>
          <p:cNvPr id="4" name="Rectangle 3"/>
          <p:cNvSpPr/>
          <p:nvPr userDrawn="1"/>
        </p:nvSpPr>
        <p:spPr>
          <a:xfrm>
            <a:off x="11020301" y="5177642"/>
            <a:ext cx="843148" cy="1318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userDrawn="1"/>
        </p:nvSpPr>
        <p:spPr>
          <a:xfrm>
            <a:off x="593768" y="1900052"/>
            <a:ext cx="2375063" cy="237506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7146B36-0F77-064D-B31D-9C8266093413}"/>
              </a:ext>
            </a:extLst>
          </p:cNvPr>
          <p:cNvSpPr/>
          <p:nvPr userDrawn="1"/>
        </p:nvSpPr>
        <p:spPr>
          <a:xfrm>
            <a:off x="2055797" y="322046"/>
            <a:ext cx="8392568" cy="5992410"/>
          </a:xfrm>
          <a:prstGeom prst="rect">
            <a:avLst/>
          </a:prstGeom>
          <a:noFill/>
        </p:spPr>
        <p:txBody>
          <a:bodyPr wrap="square" anchor="b">
            <a:spAutoFit/>
          </a:bodyPr>
          <a:lstStyle/>
          <a:p>
            <a:pPr algn="just"/>
            <a:endParaRPr lang="en-US" sz="1100" dirty="0">
              <a:solidFill>
                <a:schemeClr val="bg1"/>
              </a:solidFill>
              <a:latin typeface="+mn-lt"/>
              <a:cs typeface="Leelawadee UI" panose="020B0502040204020203" pitchFamily="34" charset="-34"/>
            </a:endParaRPr>
          </a:p>
          <a:p>
            <a:pPr algn="just"/>
            <a:endParaRPr lang="en-US" sz="1100" dirty="0">
              <a:solidFill>
                <a:schemeClr val="bg1"/>
              </a:solidFill>
              <a:latin typeface="+mn-lt"/>
              <a:cs typeface="Leelawadee UI" panose="020B0502040204020203" pitchFamily="34" charset="-34"/>
            </a:endParaRPr>
          </a:p>
          <a:p>
            <a:pPr algn="ctr"/>
            <a:r>
              <a:rPr lang="en-US" sz="1600" b="1" dirty="0">
                <a:solidFill>
                  <a:schemeClr val="bg1"/>
                </a:solidFill>
                <a:latin typeface="+mn-lt"/>
                <a:cs typeface="Leelawadee UI" panose="020B0502040204020203" pitchFamily="34" charset="-34"/>
              </a:rPr>
              <a:t>DISCLAIMER</a:t>
            </a:r>
          </a:p>
          <a:p>
            <a:pPr algn="ctr"/>
            <a:endParaRPr lang="en-US" sz="1600" b="1" dirty="0">
              <a:solidFill>
                <a:schemeClr val="bg1"/>
              </a:solidFill>
              <a:latin typeface="+mn-lt"/>
              <a:cs typeface="Leelawadee UI" panose="020B0502040204020203" pitchFamily="34" charset="-34"/>
            </a:endParaRPr>
          </a:p>
          <a:p>
            <a:pPr algn="just"/>
            <a:r>
              <a:rPr lang="en-IN" sz="1800" b="0" i="0" kern="1200" dirty="0">
                <a:solidFill>
                  <a:schemeClr val="bg1"/>
                </a:solidFill>
                <a:effectLst/>
                <a:latin typeface="+mn-lt"/>
                <a:ea typeface="+mn-ea"/>
                <a:cs typeface="+mn-cs"/>
              </a:rPr>
              <a:t>The information contained in this document is strictly confidential and may be proprietary to Tata Industries Ltd. - Tata Insights and Quants Division (hereinafter “Tata </a:t>
            </a:r>
            <a:r>
              <a:rPr lang="en-IN" sz="1800" b="0" i="0" kern="1200" dirty="0" err="1">
                <a:solidFill>
                  <a:schemeClr val="bg1"/>
                </a:solidFill>
                <a:effectLst/>
                <a:latin typeface="+mn-lt"/>
                <a:ea typeface="+mn-ea"/>
                <a:cs typeface="+mn-cs"/>
              </a:rPr>
              <a:t>iQ</a:t>
            </a:r>
            <a:r>
              <a:rPr lang="en-IN" sz="1800" b="0" i="0" kern="1200" dirty="0">
                <a:solidFill>
                  <a:schemeClr val="bg1"/>
                </a:solidFill>
                <a:effectLst/>
                <a:latin typeface="+mn-lt"/>
                <a:ea typeface="+mn-ea"/>
                <a:cs typeface="+mn-cs"/>
              </a:rPr>
              <a:t>”). You agree that this document is shared with you, for informational purposes only. You further agree to maintain the information contained in this document, in confidence and to not reproduce, disclose, duplicate, transmit or use it, in whole or in part, for any other purpose. Prior written consent should be obtained from Tata </a:t>
            </a:r>
            <a:r>
              <a:rPr lang="en-IN" sz="1800" b="0" i="0" kern="1200" dirty="0" err="1">
                <a:solidFill>
                  <a:schemeClr val="bg1"/>
                </a:solidFill>
                <a:effectLst/>
                <a:latin typeface="+mn-lt"/>
                <a:ea typeface="+mn-ea"/>
                <a:cs typeface="+mn-cs"/>
              </a:rPr>
              <a:t>iQ</a:t>
            </a:r>
            <a:r>
              <a:rPr lang="en-IN" sz="1800" b="0" i="0" kern="1200" dirty="0">
                <a:solidFill>
                  <a:schemeClr val="bg1"/>
                </a:solidFill>
                <a:effectLst/>
                <a:latin typeface="+mn-lt"/>
                <a:ea typeface="+mn-ea"/>
                <a:cs typeface="+mn-cs"/>
              </a:rPr>
              <a:t>, in case you wish to share the information contained herein with anyone. The above restriction shall not limit your right to use the information contained in this document, if it is obtained independently by you from any other source without restriction of confidentiality. Except for the copyrighted material, trademarks, tradenames, logos owned by Tata </a:t>
            </a:r>
            <a:r>
              <a:rPr lang="en-IN" sz="1800" b="0" i="0" kern="1200" dirty="0" err="1">
                <a:solidFill>
                  <a:schemeClr val="bg1"/>
                </a:solidFill>
                <a:effectLst/>
                <a:latin typeface="+mn-lt"/>
                <a:ea typeface="+mn-ea"/>
                <a:cs typeface="+mn-cs"/>
              </a:rPr>
              <a:t>iQ</a:t>
            </a:r>
            <a:r>
              <a:rPr lang="en-IN" sz="1800" b="0" i="0" kern="1200" dirty="0">
                <a:solidFill>
                  <a:schemeClr val="bg1"/>
                </a:solidFill>
                <a:effectLst/>
                <a:latin typeface="+mn-lt"/>
                <a:ea typeface="+mn-ea"/>
                <a:cs typeface="+mn-cs"/>
              </a:rPr>
              <a:t>, all other products, company names and logos are </a:t>
            </a:r>
            <a:r>
              <a:rPr lang="en-IN" sz="1800" b="0" i="0" kern="1200" dirty="0" err="1">
                <a:solidFill>
                  <a:schemeClr val="bg1"/>
                </a:solidFill>
                <a:effectLst/>
                <a:latin typeface="+mn-lt"/>
                <a:ea typeface="+mn-ea"/>
                <a:cs typeface="+mn-cs"/>
              </a:rPr>
              <a:t>trademarks</a:t>
            </a:r>
            <a:r>
              <a:rPr lang="en-IN" sz="1800" b="0" i="0" kern="1200" baseline="30000" dirty="0" err="1">
                <a:solidFill>
                  <a:schemeClr val="bg1"/>
                </a:solidFill>
                <a:effectLst/>
                <a:latin typeface="+mn-lt"/>
                <a:ea typeface="+mn-ea"/>
                <a:cs typeface="+mn-cs"/>
              </a:rPr>
              <a:t>TM</a:t>
            </a:r>
            <a:r>
              <a:rPr lang="en-IN" sz="1800" b="0" i="0" kern="1200" dirty="0">
                <a:solidFill>
                  <a:schemeClr val="bg1"/>
                </a:solidFill>
                <a:effectLst/>
                <a:latin typeface="+mn-lt"/>
                <a:ea typeface="+mn-ea"/>
                <a:cs typeface="+mn-cs"/>
              </a:rPr>
              <a:t> or registered® trademarks of their respective holders and Tata </a:t>
            </a:r>
            <a:r>
              <a:rPr lang="en-IN" sz="1800" b="0" i="0" kern="1200" dirty="0" err="1">
                <a:solidFill>
                  <a:schemeClr val="bg1"/>
                </a:solidFill>
                <a:effectLst/>
                <a:latin typeface="+mn-lt"/>
                <a:ea typeface="+mn-ea"/>
                <a:cs typeface="+mn-cs"/>
              </a:rPr>
              <a:t>iQ</a:t>
            </a:r>
            <a:r>
              <a:rPr lang="en-IN" sz="1800" b="0" i="0" kern="1200" dirty="0">
                <a:solidFill>
                  <a:schemeClr val="bg1"/>
                </a:solidFill>
                <a:effectLst/>
                <a:latin typeface="+mn-lt"/>
                <a:ea typeface="+mn-ea"/>
                <a:cs typeface="+mn-cs"/>
              </a:rPr>
              <a:t> does not claim any ownership, interests or rights over them. They have been used for informational purposes only and such use does not imply any affiliation with or endorsement by them.</a:t>
            </a:r>
            <a:endParaRPr lang="en-IN" sz="1400" dirty="0">
              <a:solidFill>
                <a:schemeClr val="bg1"/>
              </a:solidFill>
              <a:latin typeface="+mn-lt"/>
              <a:cs typeface="Leelawadee UI" panose="020B0502040204020203" pitchFamily="34" charset="-34"/>
            </a:endParaRPr>
          </a:p>
          <a:p>
            <a:pPr algn="just"/>
            <a:br>
              <a:rPr lang="en-IN" sz="1400" dirty="0">
                <a:solidFill>
                  <a:schemeClr val="bg1"/>
                </a:solidFill>
                <a:latin typeface="+mn-lt"/>
                <a:cs typeface="Leelawadee UI" panose="020B0502040204020203" pitchFamily="34" charset="-34"/>
              </a:rPr>
            </a:br>
            <a:r>
              <a:rPr lang="en-IN" sz="1400" dirty="0">
                <a:solidFill>
                  <a:schemeClr val="bg1"/>
                </a:solidFill>
                <a:latin typeface="+mn-lt"/>
                <a:cs typeface="Leelawadee UI" panose="020B0502040204020203" pitchFamily="34" charset="-34"/>
              </a:rPr>
              <a:t> </a:t>
            </a:r>
            <a:br>
              <a:rPr lang="en-IN" sz="1400" dirty="0">
                <a:solidFill>
                  <a:schemeClr val="bg1"/>
                </a:solidFill>
                <a:latin typeface="+mn-lt"/>
                <a:cs typeface="Leelawadee UI" panose="020B0502040204020203" pitchFamily="34" charset="-34"/>
              </a:rPr>
            </a:br>
            <a:endParaRPr lang="en-IN" sz="1400" dirty="0">
              <a:solidFill>
                <a:schemeClr val="bg1"/>
              </a:solidFill>
              <a:latin typeface="+mn-lt"/>
              <a:cs typeface="Leelawadee UI" panose="020B0502040204020203" pitchFamily="34" charset="-34"/>
            </a:endParaRPr>
          </a:p>
        </p:txBody>
      </p:sp>
    </p:spTree>
    <p:extLst>
      <p:ext uri="{BB962C8B-B14F-4D97-AF65-F5344CB8AC3E}">
        <p14:creationId xmlns:p14="http://schemas.microsoft.com/office/powerpoint/2010/main" val="2673274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IN" dirty="0"/>
          </a:p>
        </p:txBody>
      </p:sp>
      <p:sp>
        <p:nvSpPr>
          <p:cNvPr id="3" name="Content Placeholder 2"/>
          <p:cNvSpPr>
            <a:spLocks noGrp="1"/>
          </p:cNvSpPr>
          <p:nvPr>
            <p:ph idx="1"/>
          </p:nvPr>
        </p:nvSpPr>
        <p:spPr>
          <a:xfrm>
            <a:off x="394956" y="1296988"/>
            <a:ext cx="11353049" cy="507941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p:cNvSpPr>
            <a:spLocks noGrp="1"/>
          </p:cNvSpPr>
          <p:nvPr>
            <p:ph type="sldNum" sz="quarter" idx="12"/>
          </p:nvPr>
        </p:nvSpPr>
        <p:spPr/>
        <p:txBody>
          <a:bodyPr/>
          <a:lstStyle/>
          <a:p>
            <a:fld id="{02F87AF3-9E8D-4307-8299-23A9A28D052B}" type="slidenum">
              <a:rPr lang="en-IN" smtClean="0"/>
              <a:t>‹#›</a:t>
            </a:fld>
            <a:endParaRPr lang="en-IN"/>
          </a:p>
        </p:txBody>
      </p:sp>
      <p:sp>
        <p:nvSpPr>
          <p:cNvPr id="8" name="Text Placeholder 7"/>
          <p:cNvSpPr>
            <a:spLocks noGrp="1"/>
          </p:cNvSpPr>
          <p:nvPr>
            <p:ph type="body" sz="quarter" idx="13" hasCustomPrompt="1"/>
          </p:nvPr>
        </p:nvSpPr>
        <p:spPr>
          <a:xfrm>
            <a:off x="355600" y="665163"/>
            <a:ext cx="11498263" cy="631825"/>
          </a:xfrm>
        </p:spPr>
        <p:txBody>
          <a:bodyPr/>
          <a:lstStyle>
            <a:lvl1pPr marL="0" indent="0" algn="l">
              <a:buNone/>
              <a:defRPr b="1">
                <a:solidFill>
                  <a:srgbClr val="0070C0"/>
                </a:solidFill>
              </a:defRPr>
            </a:lvl1pPr>
            <a:lvl2pPr marL="457200" indent="0">
              <a:buNone/>
              <a:defRPr/>
            </a:lvl2pPr>
          </a:lstStyle>
          <a:p>
            <a:pPr lvl="0"/>
            <a:r>
              <a:rPr lang="en-US" dirty="0"/>
              <a:t>Edit Master Lead line</a:t>
            </a:r>
          </a:p>
        </p:txBody>
      </p:sp>
    </p:spTree>
    <p:extLst>
      <p:ext uri="{BB962C8B-B14F-4D97-AF65-F5344CB8AC3E}">
        <p14:creationId xmlns:p14="http://schemas.microsoft.com/office/powerpoint/2010/main" val="1090294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4200" y="1709738"/>
            <a:ext cx="5683250" cy="2852737"/>
          </a:xfrm>
        </p:spPr>
        <p:txBody>
          <a:bodyPr anchor="b"/>
          <a:lstStyle>
            <a:lvl1pPr>
              <a:defRPr sz="5400">
                <a:solidFill>
                  <a:schemeClr val="bg1"/>
                </a:solidFill>
              </a:defRPr>
            </a:lvl1pPr>
          </a:lstStyle>
          <a:p>
            <a:r>
              <a:rPr lang="en-US" dirty="0"/>
              <a:t>Click to edit Master title style</a:t>
            </a:r>
            <a:endParaRPr lang="en-IN" dirty="0"/>
          </a:p>
        </p:txBody>
      </p:sp>
      <p:sp>
        <p:nvSpPr>
          <p:cNvPr id="3" name="Text Placeholder 2"/>
          <p:cNvSpPr>
            <a:spLocks noGrp="1"/>
          </p:cNvSpPr>
          <p:nvPr>
            <p:ph type="body" idx="1"/>
          </p:nvPr>
        </p:nvSpPr>
        <p:spPr>
          <a:xfrm>
            <a:off x="831850" y="1709738"/>
            <a:ext cx="4832350" cy="2852737"/>
          </a:xfrm>
        </p:spPr>
        <p:txBody>
          <a:bodyPr anchor="b">
            <a:noAutofit/>
          </a:bodyPr>
          <a:lstStyle>
            <a:lvl1pPr marL="0" indent="0">
              <a:buNone/>
              <a:defRPr sz="5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8100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598" y="1995940"/>
            <a:ext cx="10515600" cy="938474"/>
          </a:xfrm>
        </p:spPr>
        <p:txBody>
          <a:bodyPr/>
          <a:lstStyle>
            <a:lvl1pPr algn="ctr">
              <a:defRPr sz="6600"/>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02F87AF3-9E8D-4307-8299-23A9A28D052B}" type="slidenum">
              <a:rPr lang="en-IN" smtClean="0"/>
              <a:pPr/>
              <a:t>‹#›</a:t>
            </a:fld>
            <a:endParaRPr lang="en-IN"/>
          </a:p>
        </p:txBody>
      </p:sp>
      <p:cxnSp>
        <p:nvCxnSpPr>
          <p:cNvPr id="5" name="Straight Connector 4"/>
          <p:cNvCxnSpPr>
            <a:cxnSpLocks/>
          </p:cNvCxnSpPr>
          <p:nvPr userDrawn="1"/>
        </p:nvCxnSpPr>
        <p:spPr>
          <a:xfrm flipH="1">
            <a:off x="370112" y="3429000"/>
            <a:ext cx="11452572" cy="1"/>
          </a:xfrm>
          <a:prstGeom prst="line">
            <a:avLst/>
          </a:prstGeom>
          <a:ln w="19050">
            <a:gradFill>
              <a:gsLst>
                <a:gs pos="0">
                  <a:srgbClr val="0070C0"/>
                </a:gs>
                <a:gs pos="74000">
                  <a:schemeClr val="accent1">
                    <a:lumMod val="45000"/>
                    <a:lumOff val="55000"/>
                  </a:schemeClr>
                </a:gs>
                <a:gs pos="7992">
                  <a:srgbClr val="00B0F0"/>
                </a:gs>
                <a:gs pos="83000">
                  <a:srgbClr val="00B0F0"/>
                </a:gs>
                <a:gs pos="100000">
                  <a:srgbClr val="0070C0"/>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709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2F87AF3-9E8D-4307-8299-23A9A28D052B}" type="slidenum">
              <a:rPr lang="en-IN" smtClean="0"/>
              <a:pPr/>
              <a:t>‹#›</a:t>
            </a:fld>
            <a:endParaRPr lang="en-IN"/>
          </a:p>
        </p:txBody>
      </p:sp>
      <p:sp>
        <p:nvSpPr>
          <p:cNvPr id="6" name="Text Placeholder 5"/>
          <p:cNvSpPr>
            <a:spLocks noGrp="1"/>
          </p:cNvSpPr>
          <p:nvPr>
            <p:ph type="body" sz="quarter" idx="11"/>
          </p:nvPr>
        </p:nvSpPr>
        <p:spPr>
          <a:xfrm>
            <a:off x="1371600" y="2120900"/>
            <a:ext cx="8851900" cy="2085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553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solidFill>
                  <a:schemeClr val="bg1"/>
                </a:solidFill>
              </a:defRPr>
            </a:lvl1pPr>
          </a:lstStyle>
          <a:p>
            <a:r>
              <a:rPr lang="en-US" dirty="0"/>
              <a:t>CLICK TO EDIT MASTER TITLE STYLE</a:t>
            </a:r>
            <a:endParaRPr lang="en-IN"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2"/>
          </p:nvPr>
        </p:nvSpPr>
        <p:spPr/>
        <p:txBody>
          <a:bodyPr/>
          <a:lstStyle/>
          <a:p>
            <a:fld id="{02F87AF3-9E8D-4307-8299-23A9A28D052B}" type="slidenum">
              <a:rPr lang="en-IN" smtClean="0"/>
              <a:t>‹#›</a:t>
            </a:fld>
            <a:endParaRPr lang="en-IN"/>
          </a:p>
        </p:txBody>
      </p:sp>
      <p:sp>
        <p:nvSpPr>
          <p:cNvPr id="6" name="Text Placeholder 7"/>
          <p:cNvSpPr>
            <a:spLocks noGrp="1"/>
          </p:cNvSpPr>
          <p:nvPr>
            <p:ph type="body" sz="quarter" idx="13" hasCustomPrompt="1"/>
          </p:nvPr>
        </p:nvSpPr>
        <p:spPr>
          <a:xfrm>
            <a:off x="355600" y="665163"/>
            <a:ext cx="11498263" cy="432117"/>
          </a:xfrm>
        </p:spPr>
        <p:txBody>
          <a:bodyPr/>
          <a:lstStyle>
            <a:lvl1pPr marL="0" indent="0" algn="l">
              <a:buNone/>
              <a:defRPr b="1">
                <a:solidFill>
                  <a:srgbClr val="0070C0"/>
                </a:solidFill>
              </a:defRPr>
            </a:lvl1pPr>
            <a:lvl2pPr marL="457200" indent="0">
              <a:buNone/>
              <a:defRPr/>
            </a:lvl2pPr>
          </a:lstStyle>
          <a:p>
            <a:pPr lvl="0"/>
            <a:r>
              <a:rPr lang="en-US" dirty="0"/>
              <a:t>Edit Master Lead line</a:t>
            </a:r>
          </a:p>
        </p:txBody>
      </p:sp>
    </p:spTree>
    <p:extLst>
      <p:ext uri="{BB962C8B-B14F-4D97-AF65-F5344CB8AC3E}">
        <p14:creationId xmlns:p14="http://schemas.microsoft.com/office/powerpoint/2010/main" val="3686440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4893" y="46293"/>
            <a:ext cx="10515600" cy="482456"/>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p:cNvSpPr>
            <a:spLocks noGrp="1"/>
          </p:cNvSpPr>
          <p:nvPr>
            <p:ph type="sldNum" sz="quarter" idx="12"/>
          </p:nvPr>
        </p:nvSpPr>
        <p:spPr/>
        <p:txBody>
          <a:bodyPr/>
          <a:lstStyle/>
          <a:p>
            <a:fld id="{02F87AF3-9E8D-4307-8299-23A9A28D052B}" type="slidenum">
              <a:rPr lang="en-IN" smtClean="0"/>
              <a:t>‹#›</a:t>
            </a:fld>
            <a:endParaRPr lang="en-IN"/>
          </a:p>
        </p:txBody>
      </p:sp>
      <p:sp>
        <p:nvSpPr>
          <p:cNvPr id="8" name="Text Placeholder 7"/>
          <p:cNvSpPr>
            <a:spLocks noGrp="1"/>
          </p:cNvSpPr>
          <p:nvPr>
            <p:ph type="body" sz="quarter" idx="13" hasCustomPrompt="1"/>
          </p:nvPr>
        </p:nvSpPr>
        <p:spPr>
          <a:xfrm>
            <a:off x="474024" y="703569"/>
            <a:ext cx="11230495" cy="449263"/>
          </a:xfrm>
        </p:spPr>
        <p:txBody>
          <a:bodyPr/>
          <a:lstStyle>
            <a:lvl1pPr marL="0" indent="0">
              <a:buNone/>
              <a:defRPr b="1">
                <a:solidFill>
                  <a:srgbClr val="0070C0"/>
                </a:solidFill>
              </a:defRPr>
            </a:lvl1pPr>
          </a:lstStyle>
          <a:p>
            <a:pPr lvl="0"/>
            <a:r>
              <a:rPr lang="en-US" dirty="0"/>
              <a:t>Edit Master Lead Line</a:t>
            </a:r>
          </a:p>
        </p:txBody>
      </p:sp>
      <p:pic>
        <p:nvPicPr>
          <p:cNvPr id="10" name="Picture 9">
            <a:hlinkClick r:id="rId2"/>
            <a:extLst>
              <a:ext uri="{FF2B5EF4-FFF2-40B4-BE49-F238E27FC236}">
                <a16:creationId xmlns:a16="http://schemas.microsoft.com/office/drawing/2014/main" id="{1B347FEE-312C-3947-89F8-5BDAC333C2F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04660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IN" dirty="0"/>
          </a:p>
        </p:txBody>
      </p:sp>
      <p:sp>
        <p:nvSpPr>
          <p:cNvPr id="5" name="Slide Number Placeholder 4"/>
          <p:cNvSpPr>
            <a:spLocks noGrp="1"/>
          </p:cNvSpPr>
          <p:nvPr>
            <p:ph type="sldNum" sz="quarter" idx="12"/>
          </p:nvPr>
        </p:nvSpPr>
        <p:spPr/>
        <p:txBody>
          <a:bodyPr/>
          <a:lstStyle/>
          <a:p>
            <a:fld id="{02F87AF3-9E8D-4307-8299-23A9A28D052B}" type="slidenum">
              <a:rPr lang="en-IN" smtClean="0"/>
              <a:t>‹#›</a:t>
            </a:fld>
            <a:endParaRPr lang="en-IN"/>
          </a:p>
        </p:txBody>
      </p:sp>
      <p:sp>
        <p:nvSpPr>
          <p:cNvPr id="4" name="Text Placeholder 7"/>
          <p:cNvSpPr>
            <a:spLocks noGrp="1"/>
          </p:cNvSpPr>
          <p:nvPr>
            <p:ph type="body" sz="quarter" idx="13" hasCustomPrompt="1"/>
          </p:nvPr>
        </p:nvSpPr>
        <p:spPr>
          <a:xfrm>
            <a:off x="355600" y="665163"/>
            <a:ext cx="11498263" cy="631825"/>
          </a:xfrm>
        </p:spPr>
        <p:txBody>
          <a:bodyPr/>
          <a:lstStyle>
            <a:lvl1pPr marL="0" indent="0" algn="l">
              <a:buNone/>
              <a:defRPr b="1">
                <a:solidFill>
                  <a:srgbClr val="0070C0"/>
                </a:solidFill>
              </a:defRPr>
            </a:lvl1pPr>
            <a:lvl2pPr marL="457200" indent="0">
              <a:buNone/>
              <a:defRPr/>
            </a:lvl2pPr>
          </a:lstStyle>
          <a:p>
            <a:pPr lvl="0"/>
            <a:r>
              <a:rPr lang="en-US" dirty="0"/>
              <a:t>Edit Master Lead line</a:t>
            </a:r>
          </a:p>
        </p:txBody>
      </p:sp>
      <p:sp>
        <p:nvSpPr>
          <p:cNvPr id="6" name="Content Placeholder 5"/>
          <p:cNvSpPr>
            <a:spLocks noGrp="1"/>
          </p:cNvSpPr>
          <p:nvPr>
            <p:ph sz="quarter" idx="14"/>
          </p:nvPr>
        </p:nvSpPr>
        <p:spPr>
          <a:xfrm>
            <a:off x="355600" y="1479550"/>
            <a:ext cx="11498263" cy="48053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90526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2F87AF3-9E8D-4307-8299-23A9A28D052B}" type="slidenum">
              <a:rPr lang="en-IN" smtClean="0"/>
              <a:t>‹#›</a:t>
            </a:fld>
            <a:endParaRPr lang="en-IN"/>
          </a:p>
        </p:txBody>
      </p:sp>
      <p:sp>
        <p:nvSpPr>
          <p:cNvPr id="3" name="Text Placeholder 7"/>
          <p:cNvSpPr>
            <a:spLocks noGrp="1"/>
          </p:cNvSpPr>
          <p:nvPr>
            <p:ph type="body" sz="quarter" idx="13" hasCustomPrompt="1"/>
          </p:nvPr>
        </p:nvSpPr>
        <p:spPr>
          <a:xfrm>
            <a:off x="355600" y="665163"/>
            <a:ext cx="11498263" cy="631825"/>
          </a:xfrm>
        </p:spPr>
        <p:txBody>
          <a:bodyPr/>
          <a:lstStyle>
            <a:lvl1pPr marL="0" indent="0" algn="l">
              <a:buNone/>
              <a:defRPr b="1">
                <a:solidFill>
                  <a:srgbClr val="0070C0"/>
                </a:solidFill>
              </a:defRPr>
            </a:lvl1pPr>
            <a:lvl2pPr marL="457200" indent="0">
              <a:buNone/>
              <a:defRPr/>
            </a:lvl2pPr>
          </a:lstStyle>
          <a:p>
            <a:pPr lvl="0"/>
            <a:r>
              <a:rPr lang="en-US" dirty="0"/>
              <a:t>Edit Master Lead line</a:t>
            </a:r>
          </a:p>
        </p:txBody>
      </p:sp>
      <p:sp>
        <p:nvSpPr>
          <p:cNvPr id="7" name="Content Placeholder 6"/>
          <p:cNvSpPr>
            <a:spLocks noGrp="1"/>
          </p:cNvSpPr>
          <p:nvPr>
            <p:ph sz="quarter" idx="14"/>
          </p:nvPr>
        </p:nvSpPr>
        <p:spPr>
          <a:xfrm>
            <a:off x="355600" y="1463675"/>
            <a:ext cx="5230553" cy="4754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p:cNvSpPr>
            <a:spLocks noGrp="1"/>
          </p:cNvSpPr>
          <p:nvPr>
            <p:ph type="title" hasCustomPrompt="1"/>
          </p:nvPr>
        </p:nvSpPr>
        <p:spPr>
          <a:xfrm>
            <a:off x="139700" y="118904"/>
            <a:ext cx="10515600" cy="337994"/>
          </a:xfrm>
        </p:spPr>
        <p:txBody>
          <a:bodyPr/>
          <a:lstStyle/>
          <a:p>
            <a:r>
              <a:rPr lang="en-US" dirty="0"/>
              <a:t>CLICK TO EDIT MASTER TITLE STYLE</a:t>
            </a:r>
          </a:p>
        </p:txBody>
      </p:sp>
      <p:sp>
        <p:nvSpPr>
          <p:cNvPr id="16" name="Chart Placeholder 15"/>
          <p:cNvSpPr>
            <a:spLocks noGrp="1"/>
          </p:cNvSpPr>
          <p:nvPr>
            <p:ph type="chart" sz="quarter" idx="15"/>
          </p:nvPr>
        </p:nvSpPr>
        <p:spPr>
          <a:xfrm>
            <a:off x="5818188" y="1463675"/>
            <a:ext cx="6035675" cy="4754563"/>
          </a:xfrm>
        </p:spPr>
        <p:txBody>
          <a:bodyPr/>
          <a:lstStyle/>
          <a:p>
            <a:endParaRPr lang="en-US"/>
          </a:p>
        </p:txBody>
      </p:sp>
    </p:spTree>
    <p:extLst>
      <p:ext uri="{BB962C8B-B14F-4D97-AF65-F5344CB8AC3E}">
        <p14:creationId xmlns:p14="http://schemas.microsoft.com/office/powerpoint/2010/main" val="2828979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02F87AF3-9E8D-4307-8299-23A9A28D052B}" type="slidenum">
              <a:rPr lang="en-IN" smtClean="0"/>
              <a:pPr/>
              <a:t>‹#›</a:t>
            </a:fld>
            <a:endParaRPr lang="en-IN"/>
          </a:p>
        </p:txBody>
      </p:sp>
      <p:sp>
        <p:nvSpPr>
          <p:cNvPr id="5" name="Text Placeholder 4"/>
          <p:cNvSpPr>
            <a:spLocks noGrp="1"/>
          </p:cNvSpPr>
          <p:nvPr>
            <p:ph type="body" sz="quarter" idx="11" hasCustomPrompt="1"/>
          </p:nvPr>
        </p:nvSpPr>
        <p:spPr>
          <a:xfrm>
            <a:off x="300038" y="665163"/>
            <a:ext cx="11409362" cy="598487"/>
          </a:xfrm>
        </p:spPr>
        <p:txBody>
          <a:bodyPr/>
          <a:lstStyle>
            <a:lvl1pPr marL="0" indent="0">
              <a:buNone/>
              <a:defRPr b="1">
                <a:solidFill>
                  <a:srgbClr val="0070C0"/>
                </a:solidFill>
              </a:defRPr>
            </a:lvl1pPr>
            <a:lvl2pPr marL="457200" indent="0">
              <a:buNone/>
              <a:defRPr/>
            </a:lvl2pPr>
          </a:lstStyle>
          <a:p>
            <a:pPr lvl="0"/>
            <a:r>
              <a:rPr lang="en-US" dirty="0"/>
              <a:t>Edit Master Lead Line</a:t>
            </a:r>
          </a:p>
        </p:txBody>
      </p:sp>
      <p:sp>
        <p:nvSpPr>
          <p:cNvPr id="7" name="Content Placeholder 6"/>
          <p:cNvSpPr>
            <a:spLocks noGrp="1"/>
          </p:cNvSpPr>
          <p:nvPr>
            <p:ph sz="quarter" idx="12"/>
          </p:nvPr>
        </p:nvSpPr>
        <p:spPr>
          <a:xfrm>
            <a:off x="300038" y="1412875"/>
            <a:ext cx="6134013" cy="495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3"/>
          </p:nvPr>
        </p:nvSpPr>
        <p:spPr>
          <a:xfrm>
            <a:off x="6666028" y="1400064"/>
            <a:ext cx="5043372" cy="4967399"/>
          </a:xfrm>
        </p:spPr>
        <p:txBody>
          <a:bodyPr/>
          <a:lstStyle/>
          <a:p>
            <a:endParaRPr lang="en-US"/>
          </a:p>
        </p:txBody>
      </p:sp>
    </p:spTree>
    <p:extLst>
      <p:ext uri="{BB962C8B-B14F-4D97-AF65-F5344CB8AC3E}">
        <p14:creationId xmlns:p14="http://schemas.microsoft.com/office/powerpoint/2010/main" val="1061631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Picture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8385" cy="6861591"/>
          </a:xfrm>
          <a:prstGeom prst="rect">
            <a:avLst/>
          </a:prstGeom>
        </p:spPr>
      </p:pic>
      <p:sp>
        <p:nvSpPr>
          <p:cNvPr id="2" name="Rectangle 1"/>
          <p:cNvSpPr/>
          <p:nvPr userDrawn="1"/>
        </p:nvSpPr>
        <p:spPr>
          <a:xfrm>
            <a:off x="11162805" y="5142016"/>
            <a:ext cx="783772" cy="1436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28228B5-3BE4-AD48-9499-2EB719E912C6}"/>
              </a:ext>
            </a:extLst>
          </p:cNvPr>
          <p:cNvSpPr/>
          <p:nvPr userDrawn="1"/>
        </p:nvSpPr>
        <p:spPr>
          <a:xfrm>
            <a:off x="874633" y="5170806"/>
            <a:ext cx="4813544" cy="1015663"/>
          </a:xfrm>
          <a:prstGeom prst="rect">
            <a:avLst/>
          </a:prstGeom>
          <a:noFill/>
        </p:spPr>
        <p:txBody>
          <a:bodyPr wrap="square" anchor="b">
            <a:spAutoFit/>
          </a:bodyPr>
          <a:lstStyle/>
          <a:p>
            <a:pPr algn="just"/>
            <a:r>
              <a:rPr lang="en-US" sz="1200" b="1" dirty="0">
                <a:solidFill>
                  <a:srgbClr val="00B0F0"/>
                </a:solidFill>
                <a:latin typeface="+mn-lt"/>
                <a:cs typeface="Leelawadee UI" panose="020B0502040204020203" pitchFamily="34" charset="-34"/>
              </a:rPr>
              <a:t>ABOUT US</a:t>
            </a:r>
          </a:p>
          <a:p>
            <a:pPr algn="just"/>
            <a:r>
              <a:rPr lang="en-US" sz="1200" b="0" i="0" kern="1200" dirty="0">
                <a:solidFill>
                  <a:schemeClr val="bg1"/>
                </a:solidFill>
                <a:effectLst/>
                <a:latin typeface="+mn-lt"/>
                <a:ea typeface="+mn-ea"/>
                <a:cs typeface="+mn-cs"/>
              </a:rPr>
              <a:t>Tata </a:t>
            </a:r>
            <a:r>
              <a:rPr lang="en-US" sz="1200" b="0" i="0" kern="1200" dirty="0" err="1">
                <a:solidFill>
                  <a:schemeClr val="bg1"/>
                </a:solidFill>
                <a:effectLst/>
                <a:latin typeface="+mn-lt"/>
                <a:ea typeface="+mn-ea"/>
                <a:cs typeface="+mn-cs"/>
              </a:rPr>
              <a:t>iQ</a:t>
            </a:r>
            <a:r>
              <a:rPr lang="en-US" sz="1200" b="0" i="0" kern="1200" dirty="0">
                <a:solidFill>
                  <a:schemeClr val="bg1"/>
                </a:solidFill>
                <a:effectLst/>
                <a:latin typeface="+mn-lt"/>
                <a:ea typeface="+mn-ea"/>
                <a:cs typeface="+mn-cs"/>
              </a:rPr>
              <a:t>, incubated as a division of Tata Industries Limited in April 2015, offers multi-sectoral advanced analytics and data engineering solutions using sophisticated predictive analytics and machine learning algorithms.</a:t>
            </a:r>
          </a:p>
          <a:p>
            <a:pPr algn="just"/>
            <a:endParaRPr lang="en-US" sz="1200" b="0" i="0" kern="1200" dirty="0">
              <a:solidFill>
                <a:schemeClr val="bg1"/>
              </a:solidFill>
              <a:effectLst/>
              <a:latin typeface="+mn-lt"/>
              <a:ea typeface="+mn-ea"/>
              <a:cs typeface="+mn-cs"/>
            </a:endParaRPr>
          </a:p>
        </p:txBody>
      </p:sp>
      <p:sp>
        <p:nvSpPr>
          <p:cNvPr id="6" name="Rectangle 2">
            <a:extLst>
              <a:ext uri="{FF2B5EF4-FFF2-40B4-BE49-F238E27FC236}">
                <a16:creationId xmlns:a16="http://schemas.microsoft.com/office/drawing/2014/main" id="{E5A77A00-6A96-C747-A015-1A135B7B0264}"/>
              </a:ext>
            </a:extLst>
          </p:cNvPr>
          <p:cNvSpPr>
            <a:spLocks noChangeArrowheads="1"/>
          </p:cNvSpPr>
          <p:nvPr userDrawn="1"/>
        </p:nvSpPr>
        <p:spPr bwMode="auto">
          <a:xfrm>
            <a:off x="6559621" y="5167975"/>
            <a:ext cx="499507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987800" algn="l"/>
              </a:tabLst>
              <a:defRPr>
                <a:solidFill>
                  <a:schemeClr val="tx1"/>
                </a:solidFill>
                <a:latin typeface="Arial" panose="020B0604020202020204" pitchFamily="34" charset="0"/>
              </a:defRPr>
            </a:lvl1pPr>
            <a:lvl2pPr eaLnBrk="0" fontAlgn="base" hangingPunct="0">
              <a:spcBef>
                <a:spcPct val="0"/>
              </a:spcBef>
              <a:spcAft>
                <a:spcPct val="0"/>
              </a:spcAft>
              <a:tabLst>
                <a:tab pos="3987800" algn="l"/>
              </a:tabLst>
              <a:defRPr>
                <a:solidFill>
                  <a:schemeClr val="tx1"/>
                </a:solidFill>
                <a:latin typeface="Arial" panose="020B0604020202020204" pitchFamily="34" charset="0"/>
              </a:defRPr>
            </a:lvl2pPr>
            <a:lvl3pPr eaLnBrk="0" fontAlgn="base" hangingPunct="0">
              <a:spcBef>
                <a:spcPct val="0"/>
              </a:spcBef>
              <a:spcAft>
                <a:spcPct val="0"/>
              </a:spcAft>
              <a:tabLst>
                <a:tab pos="3987800" algn="l"/>
              </a:tabLst>
              <a:defRPr>
                <a:solidFill>
                  <a:schemeClr val="tx1"/>
                </a:solidFill>
                <a:latin typeface="Arial" panose="020B0604020202020204" pitchFamily="34" charset="0"/>
              </a:defRPr>
            </a:lvl3pPr>
            <a:lvl4pPr eaLnBrk="0" fontAlgn="base" hangingPunct="0">
              <a:spcBef>
                <a:spcPct val="0"/>
              </a:spcBef>
              <a:spcAft>
                <a:spcPct val="0"/>
              </a:spcAft>
              <a:tabLst>
                <a:tab pos="3987800" algn="l"/>
              </a:tabLst>
              <a:defRPr>
                <a:solidFill>
                  <a:schemeClr val="tx1"/>
                </a:solidFill>
                <a:latin typeface="Arial" panose="020B0604020202020204" pitchFamily="34" charset="0"/>
              </a:defRPr>
            </a:lvl4pPr>
            <a:lvl5pPr eaLnBrk="0" fontAlgn="base" hangingPunct="0">
              <a:spcBef>
                <a:spcPct val="0"/>
              </a:spcBef>
              <a:spcAft>
                <a:spcPct val="0"/>
              </a:spcAft>
              <a:tabLst>
                <a:tab pos="3987800" algn="l"/>
              </a:tabLst>
              <a:defRPr>
                <a:solidFill>
                  <a:schemeClr val="tx1"/>
                </a:solidFill>
                <a:latin typeface="Arial" panose="020B0604020202020204" pitchFamily="34" charset="0"/>
              </a:defRPr>
            </a:lvl5pPr>
            <a:lvl6pPr eaLnBrk="0" fontAlgn="base" hangingPunct="0">
              <a:spcBef>
                <a:spcPct val="0"/>
              </a:spcBef>
              <a:spcAft>
                <a:spcPct val="0"/>
              </a:spcAft>
              <a:tabLst>
                <a:tab pos="3987800" algn="l"/>
              </a:tabLst>
              <a:defRPr>
                <a:solidFill>
                  <a:schemeClr val="tx1"/>
                </a:solidFill>
                <a:latin typeface="Arial" panose="020B0604020202020204" pitchFamily="34" charset="0"/>
              </a:defRPr>
            </a:lvl6pPr>
            <a:lvl7pPr eaLnBrk="0" fontAlgn="base" hangingPunct="0">
              <a:spcBef>
                <a:spcPct val="0"/>
              </a:spcBef>
              <a:spcAft>
                <a:spcPct val="0"/>
              </a:spcAft>
              <a:tabLst>
                <a:tab pos="3987800" algn="l"/>
              </a:tabLst>
              <a:defRPr>
                <a:solidFill>
                  <a:schemeClr val="tx1"/>
                </a:solidFill>
                <a:latin typeface="Arial" panose="020B0604020202020204" pitchFamily="34" charset="0"/>
              </a:defRPr>
            </a:lvl7pPr>
            <a:lvl8pPr eaLnBrk="0" fontAlgn="base" hangingPunct="0">
              <a:spcBef>
                <a:spcPct val="0"/>
              </a:spcBef>
              <a:spcAft>
                <a:spcPct val="0"/>
              </a:spcAft>
              <a:tabLst>
                <a:tab pos="3987800" algn="l"/>
              </a:tabLst>
              <a:defRPr>
                <a:solidFill>
                  <a:schemeClr val="tx1"/>
                </a:solidFill>
                <a:latin typeface="Arial" panose="020B0604020202020204" pitchFamily="34" charset="0"/>
              </a:defRPr>
            </a:lvl8pPr>
            <a:lvl9pPr eaLnBrk="0" fontAlgn="base" hangingPunct="0">
              <a:spcBef>
                <a:spcPct val="0"/>
              </a:spcBef>
              <a:spcAft>
                <a:spcPct val="0"/>
              </a:spcAft>
              <a:tabLst>
                <a:tab pos="39878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1" i="0" u="none" strike="noStrike" cap="none" normalizeH="0" baseline="0" dirty="0">
                <a:ln>
                  <a:noFill/>
                </a:ln>
                <a:solidFill>
                  <a:srgbClr val="00B0F0"/>
                </a:solidFill>
                <a:effectLst/>
                <a:latin typeface="+mn-lt"/>
                <a:ea typeface="Calibri" panose="020F0502020204030204" pitchFamily="34" charset="0"/>
                <a:cs typeface="Times New Roman" panose="02020603050405020304" pitchFamily="18" charset="0"/>
              </a:rPr>
              <a:t>CONTACT US</a:t>
            </a: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Tata Insights and Quants </a:t>
            </a:r>
            <a:endParaRPr kumimoji="0" lang="en-US" altLang="en-US" sz="1200" b="0"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(A Division of Tata Industries Ltd.)</a:t>
            </a:r>
            <a:endParaRPr kumimoji="0" lang="en-US" altLang="en-US" sz="1200" b="0"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‘The Address’ | 5th Floor | </a:t>
            </a:r>
            <a:r>
              <a:rPr kumimoji="0" lang="en-US" altLang="en-US" sz="1200" b="0" i="0" u="none" strike="noStrike" cap="none" normalizeH="0" baseline="0" dirty="0" err="1">
                <a:ln>
                  <a:noFill/>
                </a:ln>
                <a:solidFill>
                  <a:schemeClr val="bg1"/>
                </a:solidFill>
                <a:effectLst/>
                <a:latin typeface="+mn-lt"/>
                <a:ea typeface="Calibri" panose="020F0502020204030204" pitchFamily="34" charset="0"/>
                <a:cs typeface="Times New Roman" panose="02020603050405020304" pitchFamily="18" charset="0"/>
              </a:rPr>
              <a:t>Featherlite</a:t>
            </a: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 Building |</a:t>
            </a: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err="1">
                <a:ln>
                  <a:noFill/>
                </a:ln>
                <a:solidFill>
                  <a:schemeClr val="bg1"/>
                </a:solidFill>
                <a:effectLst/>
                <a:latin typeface="+mn-lt"/>
                <a:ea typeface="Calibri" panose="020F0502020204030204" pitchFamily="34" charset="0"/>
                <a:cs typeface="Times New Roman" panose="02020603050405020304" pitchFamily="18" charset="0"/>
              </a:rPr>
              <a:t>Sy</a:t>
            </a: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 No.17/1 |</a:t>
            </a:r>
            <a:r>
              <a:rPr kumimoji="0" lang="en-US" altLang="en-US" sz="1200" b="0" i="0" u="none" strike="noStrike" cap="none" normalizeH="0" baseline="0" dirty="0" err="1">
                <a:ln>
                  <a:noFill/>
                </a:ln>
                <a:solidFill>
                  <a:schemeClr val="bg1"/>
                </a:solidFill>
                <a:effectLst/>
                <a:latin typeface="+mn-lt"/>
                <a:ea typeface="Calibri" panose="020F0502020204030204" pitchFamily="34" charset="0"/>
                <a:cs typeface="Times New Roman" panose="02020603050405020304" pitchFamily="18" charset="0"/>
              </a:rPr>
              <a:t>Kadubeesanahalli</a:t>
            </a: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 Bangalore - 560 103</a:t>
            </a: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a:ln>
                  <a:noFill/>
                </a:ln>
                <a:solidFill>
                  <a:schemeClr val="bg1"/>
                </a:solidFill>
                <a:effectLst/>
                <a:latin typeface="+mn-lt"/>
                <a:cs typeface="Times New Roman" panose="02020603050405020304" pitchFamily="18" charset="0"/>
              </a:rPr>
              <a:t>Email : </a:t>
            </a:r>
            <a:r>
              <a:rPr kumimoji="0" lang="en-US" altLang="en-US" sz="1200" b="0" i="0" u="sng" strike="noStrike" cap="none" normalizeH="0" baseline="0" dirty="0">
                <a:ln>
                  <a:noFill/>
                </a:ln>
                <a:solidFill>
                  <a:srgbClr val="00B0F0"/>
                </a:solidFill>
                <a:effectLst/>
                <a:latin typeface="+mn-lt"/>
                <a:ea typeface="Calibri" panose="020F0502020204030204" pitchFamily="34" charset="0"/>
                <a:cs typeface="Times New Roman" panose="02020603050405020304" pitchFamily="18" charset="0"/>
              </a:rPr>
              <a:t>contactus@tataiq.com</a:t>
            </a:r>
            <a:endParaRPr kumimoji="0" lang="en-US" altLang="en-US" sz="1200" b="0" i="0" u="sng" strike="noStrike" cap="none" normalizeH="0" baseline="0" dirty="0">
              <a:ln>
                <a:noFill/>
              </a:ln>
              <a:solidFill>
                <a:srgbClr val="00B0F0"/>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tab pos="3987800" algn="l"/>
              </a:tabLst>
            </a:pPr>
            <a:r>
              <a:rPr kumimoji="0" lang="en-US" altLang="en-US" sz="1200" b="0" i="0" u="none" strike="noStrike" cap="none" normalizeH="0" baseline="0" dirty="0">
                <a:ln>
                  <a:noFill/>
                </a:ln>
                <a:solidFill>
                  <a:schemeClr val="bg1"/>
                </a:solidFill>
                <a:effectLst/>
                <a:latin typeface="+mn-lt"/>
                <a:ea typeface="Calibri" panose="020F0502020204030204" pitchFamily="34" charset="0"/>
                <a:cs typeface="Times New Roman" panose="02020603050405020304" pitchFamily="18" charset="0"/>
              </a:rPr>
              <a:t>Ph: 080- 6716 0700</a:t>
            </a:r>
            <a:endParaRPr kumimoji="0" lang="en-US" altLang="en-US" sz="1200" b="0" i="0" u="none" strike="noStrike" cap="none" normalizeH="0" baseline="0" dirty="0">
              <a:ln>
                <a:noFill/>
              </a:ln>
              <a:solidFill>
                <a:schemeClr val="bg1"/>
              </a:solidFill>
              <a:effectLst/>
              <a:latin typeface="+mn-lt"/>
            </a:endParaRPr>
          </a:p>
        </p:txBody>
      </p:sp>
      <p:sp>
        <p:nvSpPr>
          <p:cNvPr id="7" name="Rectangle 6">
            <a:extLst>
              <a:ext uri="{FF2B5EF4-FFF2-40B4-BE49-F238E27FC236}">
                <a16:creationId xmlns:a16="http://schemas.microsoft.com/office/drawing/2014/main" id="{637CFE12-15FD-6145-8F47-9B7DC973CA19}"/>
              </a:ext>
            </a:extLst>
          </p:cNvPr>
          <p:cNvSpPr/>
          <p:nvPr userDrawn="1"/>
        </p:nvSpPr>
        <p:spPr>
          <a:xfrm>
            <a:off x="874633" y="6139497"/>
            <a:ext cx="4813544" cy="492443"/>
          </a:xfrm>
          <a:prstGeom prst="rect">
            <a:avLst/>
          </a:prstGeom>
          <a:noFill/>
        </p:spPr>
        <p:txBody>
          <a:bodyPr wrap="square" anchor="b">
            <a:spAutoFit/>
          </a:bodyPr>
          <a:lstStyle/>
          <a:p>
            <a:pPr algn="just"/>
            <a:r>
              <a:rPr lang="en-US" sz="1200" b="1" dirty="0">
                <a:solidFill>
                  <a:srgbClr val="00B0F0"/>
                </a:solidFill>
                <a:latin typeface="+mn-lt"/>
                <a:cs typeface="Leelawadee UI" panose="020B0502040204020203" pitchFamily="34" charset="-34"/>
              </a:rPr>
              <a:t>Website: </a:t>
            </a:r>
            <a:r>
              <a:rPr lang="en-US" sz="1400" b="0" dirty="0" err="1">
                <a:solidFill>
                  <a:schemeClr val="bg1"/>
                </a:solidFill>
                <a:latin typeface="+mn-lt"/>
                <a:cs typeface="Leelawadee UI" panose="020B0502040204020203" pitchFamily="34" charset="-34"/>
              </a:rPr>
              <a:t>www.tataiq.com</a:t>
            </a:r>
            <a:endParaRPr lang="en-US" sz="1400" b="0" i="0" kern="1200" dirty="0">
              <a:solidFill>
                <a:schemeClr val="bg1"/>
              </a:solidFill>
              <a:effectLst/>
              <a:latin typeface="+mn-lt"/>
              <a:ea typeface="+mn-ea"/>
              <a:cs typeface="+mn-cs"/>
            </a:endParaRPr>
          </a:p>
          <a:p>
            <a:pPr algn="just"/>
            <a:endParaRPr lang="en-US" sz="1200" b="0" i="0" kern="1200" dirty="0">
              <a:solidFill>
                <a:schemeClr val="bg1"/>
              </a:solidFill>
              <a:effectLst/>
              <a:latin typeface="+mn-lt"/>
              <a:ea typeface="+mn-ea"/>
              <a:cs typeface="+mn-cs"/>
            </a:endParaRPr>
          </a:p>
        </p:txBody>
      </p:sp>
    </p:spTree>
    <p:extLst>
      <p:ext uri="{BB962C8B-B14F-4D97-AF65-F5344CB8AC3E}">
        <p14:creationId xmlns:p14="http://schemas.microsoft.com/office/powerpoint/2010/main" val="407603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6350" y="781396"/>
            <a:ext cx="11353049" cy="50461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flipV="1">
            <a:off x="0" y="-99146"/>
            <a:ext cx="11981793" cy="622878"/>
          </a:xfrm>
          <a:prstGeom prst="rect">
            <a:avLst/>
          </a:prstGeom>
        </p:spPr>
      </p:pic>
      <p:sp>
        <p:nvSpPr>
          <p:cNvPr id="2" name="Title Placeholder 1"/>
          <p:cNvSpPr>
            <a:spLocks noGrp="1"/>
          </p:cNvSpPr>
          <p:nvPr>
            <p:ph type="title"/>
          </p:nvPr>
        </p:nvSpPr>
        <p:spPr>
          <a:xfrm>
            <a:off x="139700" y="85654"/>
            <a:ext cx="10515600" cy="337994"/>
          </a:xfrm>
          <a:prstGeom prst="rect">
            <a:avLst/>
          </a:prstGeom>
        </p:spPr>
        <p:txBody>
          <a:bodyPr vert="horz" lIns="91440" tIns="45720" rIns="91440" bIns="45720" rtlCol="0" anchor="ctr">
            <a:noAutofit/>
          </a:bodyPr>
          <a:lstStyle/>
          <a:p>
            <a:r>
              <a:rPr lang="en-US" dirty="0"/>
              <a:t>CLICK TO EDIT MASTER TITLE STYLE</a:t>
            </a:r>
            <a:endParaRPr lang="en-IN" dirty="0"/>
          </a:p>
        </p:txBody>
      </p:sp>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1088601" y="-94129"/>
            <a:ext cx="1110540" cy="977892"/>
          </a:xfrm>
          <a:prstGeom prst="rect">
            <a:avLst/>
          </a:prstGeom>
        </p:spPr>
      </p:pic>
      <p:sp>
        <p:nvSpPr>
          <p:cNvPr id="6" name="Slide Number Placeholder 5"/>
          <p:cNvSpPr>
            <a:spLocks noGrp="1"/>
          </p:cNvSpPr>
          <p:nvPr>
            <p:ph type="sldNum" sz="quarter" idx="4"/>
          </p:nvPr>
        </p:nvSpPr>
        <p:spPr>
          <a:xfrm>
            <a:off x="11709400" y="163624"/>
            <a:ext cx="482600" cy="365125"/>
          </a:xfrm>
          <a:prstGeom prst="rect">
            <a:avLst/>
          </a:prstGeom>
        </p:spPr>
        <p:txBody>
          <a:bodyPr vert="horz" lIns="91440" tIns="45720" rIns="91440" bIns="45720" rtlCol="0" anchor="ctr"/>
          <a:lstStyle>
            <a:lvl1pPr algn="r">
              <a:defRPr sz="1400">
                <a:solidFill>
                  <a:schemeClr val="bg1"/>
                </a:solidFill>
                <a:latin typeface="+mn-lt"/>
              </a:defRPr>
            </a:lvl1pPr>
          </a:lstStyle>
          <a:p>
            <a:fld id="{02F87AF3-9E8D-4307-8299-23A9A28D052B}" type="slidenum">
              <a:rPr lang="en-IN" smtClean="0"/>
              <a:pPr/>
              <a:t>‹#›</a:t>
            </a:fld>
            <a:endParaRPr lang="en-IN"/>
          </a:p>
        </p:txBody>
      </p:sp>
      <p:pic>
        <p:nvPicPr>
          <p:cNvPr id="9" name="Picture 8"/>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475" y="6642559"/>
            <a:ext cx="12200616" cy="215827"/>
          </a:xfrm>
          <a:prstGeom prst="rect">
            <a:avLst/>
          </a:prstGeom>
        </p:spPr>
      </p:pic>
    </p:spTree>
    <p:extLst>
      <p:ext uri="{BB962C8B-B14F-4D97-AF65-F5344CB8AC3E}">
        <p14:creationId xmlns:p14="http://schemas.microsoft.com/office/powerpoint/2010/main" val="1730243842"/>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0" r:id="rId3"/>
    <p:sldLayoutId id="2147483651" r:id="rId4"/>
    <p:sldLayoutId id="2147483665" r:id="rId5"/>
    <p:sldLayoutId id="2147483664" r:id="rId6"/>
    <p:sldLayoutId id="2147483652" r:id="rId7"/>
    <p:sldLayoutId id="2147483653" r:id="rId8"/>
    <p:sldLayoutId id="2147483654" r:id="rId9"/>
    <p:sldLayoutId id="2147483655" r:id="rId10"/>
    <p:sldLayoutId id="2147483662" r:id="rId11"/>
    <p:sldLayoutId id="2147483660" r:id="rId12"/>
  </p:sldLayoutIdLst>
  <p:hf hdr="0" ftr="0" dt="0"/>
  <p:txStyles>
    <p:titleStyle>
      <a:lvl1pPr algn="l" defTabSz="914400" rtl="0" eaLnBrk="1" latinLnBrk="0" hangingPunct="1">
        <a:lnSpc>
          <a:spcPct val="90000"/>
        </a:lnSpc>
        <a:spcBef>
          <a:spcPct val="0"/>
        </a:spcBef>
        <a:buNone/>
        <a:defRPr sz="2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11.emf"/><Relationship Id="rId5" Type="http://schemas.openxmlformats.org/officeDocument/2006/relationships/oleObject" Target="../embeddings/oleObject4.bin"/><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0.png"/><Relationship Id="rId1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hyperlink" Target="https://home.ubalt.edu/tmitch/631/631.htm"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703D2E-EE6D-B946-BD25-069E24961EFF}"/>
              </a:ext>
            </a:extLst>
          </p:cNvPr>
          <p:cNvSpPr>
            <a:spLocks noGrp="1"/>
          </p:cNvSpPr>
          <p:nvPr>
            <p:ph type="ctrTitle"/>
          </p:nvPr>
        </p:nvSpPr>
        <p:spPr/>
        <p:txBody>
          <a:bodyPr/>
          <a:lstStyle/>
          <a:p>
            <a:pPr algn="ctr"/>
            <a:r>
              <a:rPr lang="en-US" dirty="0"/>
              <a:t>Hypothesis Testing</a:t>
            </a:r>
          </a:p>
        </p:txBody>
      </p:sp>
      <p:sp>
        <p:nvSpPr>
          <p:cNvPr id="8" name="Rectangle 7">
            <a:extLst>
              <a:ext uri="{FF2B5EF4-FFF2-40B4-BE49-F238E27FC236}">
                <a16:creationId xmlns:a16="http://schemas.microsoft.com/office/drawing/2014/main" id="{C7A43466-A27E-4002-8D24-CEE0C2F3F3C2}"/>
              </a:ext>
            </a:extLst>
          </p:cNvPr>
          <p:cNvSpPr/>
          <p:nvPr/>
        </p:nvSpPr>
        <p:spPr>
          <a:xfrm>
            <a:off x="7909560" y="6636114"/>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2019 Tata Insights and Quants Division. All Rights Reserved.</a:t>
            </a:r>
          </a:p>
        </p:txBody>
      </p:sp>
      <p:sp>
        <p:nvSpPr>
          <p:cNvPr id="2" name="expertsource_Rsetting_footer">
            <a:extLst>
              <a:ext uri="{FF2B5EF4-FFF2-40B4-BE49-F238E27FC236}">
                <a16:creationId xmlns:a16="http://schemas.microsoft.com/office/drawing/2014/main" id="{4CD98DB4-4C1B-4663-9AFF-4DB70018C169}"/>
              </a:ext>
            </a:extLst>
          </p:cNvPr>
          <p:cNvSpPr txBox="1"/>
          <p:nvPr/>
        </p:nvSpPr>
        <p:spPr>
          <a:xfrm>
            <a:off x="11320683" y="6864928"/>
            <a:ext cx="972917" cy="215444"/>
          </a:xfrm>
          <a:prstGeom prst="rect">
            <a:avLst/>
          </a:prstGeom>
          <a:noFill/>
        </p:spPr>
        <p:txBody>
          <a:bodyPr vert="horz" rtlCol="0">
            <a:spAutoFit/>
          </a:bodyPr>
          <a:lstStyle/>
          <a:p>
            <a:r>
              <a:rPr lang="en-IN" sz="800" dirty="0" err="1">
                <a:solidFill>
                  <a:srgbClr val="0000FF"/>
                </a:solidFill>
                <a:latin typeface="Cambria" panose="02040503050406030204" pitchFamily="18" charset="0"/>
              </a:rPr>
              <a:t>TataiQ_Internal</a:t>
            </a:r>
            <a:endParaRPr lang="en-IN" sz="800" dirty="0">
              <a:solidFill>
                <a:srgbClr val="0000FF"/>
              </a:solidFill>
              <a:latin typeface="Cambria" panose="02040503050406030204" pitchFamily="18" charset="0"/>
            </a:endParaRPr>
          </a:p>
        </p:txBody>
      </p:sp>
    </p:spTree>
    <p:extLst>
      <p:ext uri="{BB962C8B-B14F-4D97-AF65-F5344CB8AC3E}">
        <p14:creationId xmlns:p14="http://schemas.microsoft.com/office/powerpoint/2010/main" val="2579737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741866-0AAE-4166-A477-30A0C65101E4}"/>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2019 Tata Insights and Quants Division. All Rights Reserved.</a:t>
            </a:r>
          </a:p>
        </p:txBody>
      </p:sp>
      <p:sp>
        <p:nvSpPr>
          <p:cNvPr id="4" name="expertsource_Rsetting_footer">
            <a:extLst>
              <a:ext uri="{FF2B5EF4-FFF2-40B4-BE49-F238E27FC236}">
                <a16:creationId xmlns:a16="http://schemas.microsoft.com/office/drawing/2014/main" id="{0D0EE8F2-CBE6-4715-A7C1-7BA876878B16}"/>
              </a:ext>
            </a:extLst>
          </p:cNvPr>
          <p:cNvSpPr txBox="1"/>
          <p:nvPr/>
        </p:nvSpPr>
        <p:spPr>
          <a:xfrm>
            <a:off x="11320683" y="6892640"/>
            <a:ext cx="972917" cy="215444"/>
          </a:xfrm>
          <a:prstGeom prst="rect">
            <a:avLst/>
          </a:prstGeom>
          <a:noFill/>
        </p:spPr>
        <p:txBody>
          <a:bodyPr vert="horz" rtlCol="0">
            <a:spAutoFit/>
          </a:bodyPr>
          <a:lstStyle/>
          <a:p>
            <a:r>
              <a:rPr lang="en-IN" sz="800" b="1">
                <a:solidFill>
                  <a:srgbClr val="0000FF"/>
                </a:solidFill>
                <a:latin typeface="Cambria" panose="02040503050406030204" pitchFamily="18" charset="0"/>
              </a:rPr>
              <a:t>TataiQ_Internal</a:t>
            </a:r>
          </a:p>
        </p:txBody>
      </p:sp>
    </p:spTree>
    <p:extLst>
      <p:ext uri="{BB962C8B-B14F-4D97-AF65-F5344CB8AC3E}">
        <p14:creationId xmlns:p14="http://schemas.microsoft.com/office/powerpoint/2010/main" val="280267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0DCE-B95E-2147-93DA-BBC043C75F7D}"/>
              </a:ext>
            </a:extLst>
          </p:cNvPr>
          <p:cNvSpPr>
            <a:spLocks noGrp="1"/>
          </p:cNvSpPr>
          <p:nvPr>
            <p:ph type="title"/>
          </p:nvPr>
        </p:nvSpPr>
        <p:spPr>
          <a:xfrm>
            <a:off x="139700" y="85654"/>
            <a:ext cx="10515600" cy="337994"/>
          </a:xfrm>
        </p:spPr>
        <p:txBody>
          <a:bodyPr/>
          <a:lstStyle/>
          <a:p>
            <a:r>
              <a:rPr lang="en-US" dirty="0"/>
              <a:t>Outline</a:t>
            </a:r>
          </a:p>
        </p:txBody>
      </p:sp>
      <p:sp>
        <p:nvSpPr>
          <p:cNvPr id="3" name="Content Placeholder 2">
            <a:extLst>
              <a:ext uri="{FF2B5EF4-FFF2-40B4-BE49-F238E27FC236}">
                <a16:creationId xmlns:a16="http://schemas.microsoft.com/office/drawing/2014/main" id="{429D26EC-C368-8648-90D6-F098A30D3F09}"/>
              </a:ext>
            </a:extLst>
          </p:cNvPr>
          <p:cNvSpPr>
            <a:spLocks noGrp="1"/>
          </p:cNvSpPr>
          <p:nvPr>
            <p:ph idx="1"/>
          </p:nvPr>
        </p:nvSpPr>
        <p:spPr>
          <a:xfrm>
            <a:off x="356351" y="701931"/>
            <a:ext cx="11353049" cy="5558192"/>
          </a:xfrm>
        </p:spPr>
        <p:txBody>
          <a:bodyPr>
            <a:normAutofit/>
          </a:bodyPr>
          <a:lstStyle/>
          <a:p>
            <a:pPr>
              <a:lnSpc>
                <a:spcPct val="120000"/>
              </a:lnSpc>
            </a:pPr>
            <a:r>
              <a:rPr lang="en-US" dirty="0"/>
              <a:t>Introduction</a:t>
            </a:r>
          </a:p>
          <a:p>
            <a:pPr>
              <a:lnSpc>
                <a:spcPct val="120000"/>
              </a:lnSpc>
            </a:pPr>
            <a:r>
              <a:rPr lang="en-US" dirty="0"/>
              <a:t>Steps of hypothesis test</a:t>
            </a:r>
          </a:p>
          <a:p>
            <a:pPr>
              <a:lnSpc>
                <a:spcPct val="120000"/>
              </a:lnSpc>
            </a:pPr>
            <a:r>
              <a:rPr lang="en-US" dirty="0"/>
              <a:t>One-tailed vs. two-tailed test</a:t>
            </a:r>
          </a:p>
          <a:p>
            <a:pPr lvl="1">
              <a:lnSpc>
                <a:spcPct val="120000"/>
              </a:lnSpc>
            </a:pPr>
            <a:r>
              <a:rPr lang="en-US" dirty="0"/>
              <a:t>p-Value Approach to One-Tailed Hypothesis Testing</a:t>
            </a:r>
          </a:p>
          <a:p>
            <a:pPr lvl="1">
              <a:lnSpc>
                <a:spcPct val="120000"/>
              </a:lnSpc>
            </a:pPr>
            <a:r>
              <a:rPr lang="en-US" dirty="0"/>
              <a:t>Critical Value Approach to One-Tailed Hypothesis Testing</a:t>
            </a:r>
          </a:p>
          <a:p>
            <a:pPr lvl="1">
              <a:lnSpc>
                <a:spcPct val="120000"/>
              </a:lnSpc>
            </a:pPr>
            <a:r>
              <a:rPr lang="en-US" dirty="0"/>
              <a:t>p-Value Approach to Two-Tailed Hypothesis Testing</a:t>
            </a:r>
          </a:p>
          <a:p>
            <a:pPr lvl="1">
              <a:lnSpc>
                <a:spcPct val="120000"/>
              </a:lnSpc>
            </a:pPr>
            <a:r>
              <a:rPr lang="en-US" dirty="0"/>
              <a:t>Critical Value Approach to Two-Tailed Hypothesis Testing</a:t>
            </a:r>
          </a:p>
          <a:p>
            <a:pPr>
              <a:lnSpc>
                <a:spcPct val="120000"/>
              </a:lnSpc>
            </a:pPr>
            <a:r>
              <a:rPr lang="en-US" dirty="0"/>
              <a:t>p-value Determination</a:t>
            </a:r>
          </a:p>
          <a:p>
            <a:pPr>
              <a:lnSpc>
                <a:spcPct val="120000"/>
              </a:lnSpc>
            </a:pPr>
            <a:r>
              <a:rPr lang="en-US" dirty="0"/>
              <a:t>Example of hypothesis test</a:t>
            </a:r>
          </a:p>
          <a:p>
            <a:pPr>
              <a:lnSpc>
                <a:spcPct val="120000"/>
              </a:lnSpc>
            </a:pPr>
            <a:r>
              <a:rPr lang="en-US" dirty="0"/>
              <a:t>Errors in Hypothesis Testing</a:t>
            </a:r>
          </a:p>
          <a:p>
            <a:pPr>
              <a:lnSpc>
                <a:spcPct val="120000"/>
              </a:lnSpc>
            </a:pPr>
            <a:r>
              <a:rPr lang="en-US" dirty="0"/>
              <a:t>Measuring Effect Size</a:t>
            </a:r>
          </a:p>
          <a:p>
            <a:pPr>
              <a:lnSpc>
                <a:spcPct val="120000"/>
              </a:lnSpc>
            </a:pPr>
            <a:r>
              <a:rPr lang="en-US" dirty="0"/>
              <a:t>Power of a Hypothesis Test</a:t>
            </a:r>
          </a:p>
        </p:txBody>
      </p:sp>
      <p:sp>
        <p:nvSpPr>
          <p:cNvPr id="4" name="Slide Number Placeholder 3">
            <a:extLst>
              <a:ext uri="{FF2B5EF4-FFF2-40B4-BE49-F238E27FC236}">
                <a16:creationId xmlns:a16="http://schemas.microsoft.com/office/drawing/2014/main" id="{5D131C52-2A37-8845-9561-A69BEC8B78E1}"/>
              </a:ext>
            </a:extLst>
          </p:cNvPr>
          <p:cNvSpPr>
            <a:spLocks noGrp="1"/>
          </p:cNvSpPr>
          <p:nvPr>
            <p:ph type="sldNum" sz="quarter" idx="12"/>
          </p:nvPr>
        </p:nvSpPr>
        <p:spPr/>
        <p:txBody>
          <a:bodyPr/>
          <a:lstStyle/>
          <a:p>
            <a:fld id="{02F87AF3-9E8D-4307-8299-23A9A28D052B}" type="slidenum">
              <a:rPr lang="en-IN" smtClean="0"/>
              <a:t>3</a:t>
            </a:fld>
            <a:endParaRPr lang="en-IN"/>
          </a:p>
        </p:txBody>
      </p:sp>
      <p:sp>
        <p:nvSpPr>
          <p:cNvPr id="6" name="Rectangle 5">
            <a:extLst>
              <a:ext uri="{FF2B5EF4-FFF2-40B4-BE49-F238E27FC236}">
                <a16:creationId xmlns:a16="http://schemas.microsoft.com/office/drawing/2014/main" id="{0A00A896-B815-4282-86CE-8345194F7DE5}"/>
              </a:ext>
            </a:extLst>
          </p:cNvPr>
          <p:cNvSpPr/>
          <p:nvPr/>
        </p:nvSpPr>
        <p:spPr>
          <a:xfrm>
            <a:off x="1" y="6650182"/>
            <a:ext cx="4846320"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Confidential/ Client Confidential/ Proprietary &amp; Confidential/ Internal</a:t>
            </a:r>
          </a:p>
        </p:txBody>
      </p:sp>
      <p:sp>
        <p:nvSpPr>
          <p:cNvPr id="7" name="Rectangle 6">
            <a:extLst>
              <a:ext uri="{FF2B5EF4-FFF2-40B4-BE49-F238E27FC236}">
                <a16:creationId xmlns:a16="http://schemas.microsoft.com/office/drawing/2014/main" id="{1BACDDA9-1E37-4B98-83F0-4E9BB2FE1D29}"/>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2018 Tata Insights and Quants Division. All Rights Reserved.</a:t>
            </a:r>
          </a:p>
        </p:txBody>
      </p:sp>
      <p:sp>
        <p:nvSpPr>
          <p:cNvPr id="5" name="expertsource_Rsetting_footer">
            <a:extLst>
              <a:ext uri="{FF2B5EF4-FFF2-40B4-BE49-F238E27FC236}">
                <a16:creationId xmlns:a16="http://schemas.microsoft.com/office/drawing/2014/main" id="{0580BB78-8B10-4EB9-A186-7C806FAD7DBB}"/>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Tree>
    <p:extLst>
      <p:ext uri="{BB962C8B-B14F-4D97-AF65-F5344CB8AC3E}">
        <p14:creationId xmlns:p14="http://schemas.microsoft.com/office/powerpoint/2010/main" val="126237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0DCE-B95E-2147-93DA-BBC043C75F7D}"/>
              </a:ext>
            </a:extLst>
          </p:cNvPr>
          <p:cNvSpPr>
            <a:spLocks noGrp="1"/>
          </p:cNvSpPr>
          <p:nvPr>
            <p:ph type="title"/>
          </p:nvPr>
        </p:nvSpPr>
        <p:spPr>
          <a:xfrm>
            <a:off x="139700" y="85654"/>
            <a:ext cx="10515600" cy="337994"/>
          </a:xfrm>
        </p:spPr>
        <p:txBody>
          <a:bodyPr/>
          <a:lstStyle/>
          <a:p>
            <a:r>
              <a:rPr lang="en-US" dirty="0"/>
              <a:t>Introduction</a:t>
            </a:r>
          </a:p>
        </p:txBody>
      </p:sp>
      <p:sp>
        <p:nvSpPr>
          <p:cNvPr id="3" name="Content Placeholder 2">
            <a:extLst>
              <a:ext uri="{FF2B5EF4-FFF2-40B4-BE49-F238E27FC236}">
                <a16:creationId xmlns:a16="http://schemas.microsoft.com/office/drawing/2014/main" id="{429D26EC-C368-8648-90D6-F098A30D3F09}"/>
              </a:ext>
            </a:extLst>
          </p:cNvPr>
          <p:cNvSpPr>
            <a:spLocks noGrp="1"/>
          </p:cNvSpPr>
          <p:nvPr>
            <p:ph idx="1"/>
          </p:nvPr>
        </p:nvSpPr>
        <p:spPr>
          <a:xfrm>
            <a:off x="356351" y="727144"/>
            <a:ext cx="11353049" cy="5079415"/>
          </a:xfrm>
        </p:spPr>
        <p:txBody>
          <a:bodyPr>
            <a:normAutofit/>
          </a:bodyPr>
          <a:lstStyle/>
          <a:p>
            <a:pPr>
              <a:lnSpc>
                <a:spcPct val="150000"/>
              </a:lnSpc>
            </a:pPr>
            <a:r>
              <a:rPr lang="en-US" altLang="en-US" dirty="0"/>
              <a:t>The general goal of a hypothesis test is to rule out chance (sampling error) as a plausible explanation for the results from a research study.</a:t>
            </a:r>
          </a:p>
          <a:p>
            <a:pPr>
              <a:lnSpc>
                <a:spcPct val="150000"/>
              </a:lnSpc>
            </a:pPr>
            <a:r>
              <a:rPr lang="en-US" altLang="en-US" dirty="0"/>
              <a:t>Hypothesis testing can be used to determine whether a statement about the value of a population parameter should or should not be rejected.</a:t>
            </a:r>
          </a:p>
          <a:p>
            <a:pPr>
              <a:lnSpc>
                <a:spcPct val="150000"/>
              </a:lnSpc>
            </a:pPr>
            <a:r>
              <a:rPr lang="en-US" altLang="en-US" dirty="0"/>
              <a:t>The null hypothesis, denoted by H</a:t>
            </a:r>
            <a:r>
              <a:rPr lang="en-US" altLang="en-US" baseline="-25000" dirty="0"/>
              <a:t>0</a:t>
            </a:r>
            <a:r>
              <a:rPr lang="en-US" altLang="en-US" dirty="0"/>
              <a:t> , is a tentative assumption about a population parameter.</a:t>
            </a:r>
          </a:p>
          <a:p>
            <a:pPr>
              <a:lnSpc>
                <a:spcPct val="150000"/>
              </a:lnSpc>
            </a:pPr>
            <a:r>
              <a:rPr lang="en-US" altLang="en-US" dirty="0"/>
              <a:t>The alternative hypothesis, denoted by H</a:t>
            </a:r>
            <a:r>
              <a:rPr lang="en-US" altLang="en-US" baseline="-25000" dirty="0"/>
              <a:t>1</a:t>
            </a:r>
            <a:r>
              <a:rPr lang="en-US" altLang="en-US" dirty="0"/>
              <a:t>, is the opposite of what is stated in the null hypothesis.</a:t>
            </a:r>
          </a:p>
          <a:p>
            <a:pPr>
              <a:lnSpc>
                <a:spcPct val="150000"/>
              </a:lnSpc>
            </a:pPr>
            <a:r>
              <a:rPr lang="en-US" altLang="en-US" dirty="0"/>
              <a:t>The hypothesis testing procedure uses data from a sample to test the two competing statements indicated by H</a:t>
            </a:r>
            <a:r>
              <a:rPr lang="en-US" altLang="en-US" baseline="-25000" dirty="0"/>
              <a:t>0</a:t>
            </a:r>
            <a:r>
              <a:rPr lang="en-US" altLang="en-US" dirty="0"/>
              <a:t> and H</a:t>
            </a:r>
            <a:r>
              <a:rPr lang="en-US" altLang="en-US" baseline="-25000" dirty="0"/>
              <a:t>1</a:t>
            </a:r>
            <a:r>
              <a:rPr lang="en-US" altLang="en-US" dirty="0"/>
              <a:t>.</a:t>
            </a:r>
          </a:p>
        </p:txBody>
      </p:sp>
      <p:sp>
        <p:nvSpPr>
          <p:cNvPr id="4" name="Slide Number Placeholder 3">
            <a:extLst>
              <a:ext uri="{FF2B5EF4-FFF2-40B4-BE49-F238E27FC236}">
                <a16:creationId xmlns:a16="http://schemas.microsoft.com/office/drawing/2014/main" id="{5D131C52-2A37-8845-9561-A69BEC8B78E1}"/>
              </a:ext>
            </a:extLst>
          </p:cNvPr>
          <p:cNvSpPr>
            <a:spLocks noGrp="1"/>
          </p:cNvSpPr>
          <p:nvPr>
            <p:ph type="sldNum" sz="quarter" idx="12"/>
          </p:nvPr>
        </p:nvSpPr>
        <p:spPr/>
        <p:txBody>
          <a:bodyPr/>
          <a:lstStyle/>
          <a:p>
            <a:fld id="{02F87AF3-9E8D-4307-8299-23A9A28D052B}" type="slidenum">
              <a:rPr lang="en-IN" smtClean="0"/>
              <a:t>4</a:t>
            </a:fld>
            <a:endParaRPr lang="en-IN"/>
          </a:p>
        </p:txBody>
      </p:sp>
      <p:sp>
        <p:nvSpPr>
          <p:cNvPr id="6" name="Rectangle 5">
            <a:extLst>
              <a:ext uri="{FF2B5EF4-FFF2-40B4-BE49-F238E27FC236}">
                <a16:creationId xmlns:a16="http://schemas.microsoft.com/office/drawing/2014/main" id="{0A00A896-B815-4282-86CE-8345194F7DE5}"/>
              </a:ext>
            </a:extLst>
          </p:cNvPr>
          <p:cNvSpPr/>
          <p:nvPr/>
        </p:nvSpPr>
        <p:spPr>
          <a:xfrm>
            <a:off x="1" y="6650182"/>
            <a:ext cx="4846320"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Confidential/ Client Confidential/ Proprietary &amp; Confidential/ Internal</a:t>
            </a:r>
          </a:p>
        </p:txBody>
      </p:sp>
      <p:sp>
        <p:nvSpPr>
          <p:cNvPr id="7" name="Rectangle 6">
            <a:extLst>
              <a:ext uri="{FF2B5EF4-FFF2-40B4-BE49-F238E27FC236}">
                <a16:creationId xmlns:a16="http://schemas.microsoft.com/office/drawing/2014/main" id="{1BACDDA9-1E37-4B98-83F0-4E9BB2FE1D29}"/>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2018 Tata Insights and Quants Division. All Rights Reserved.</a:t>
            </a:r>
          </a:p>
        </p:txBody>
      </p:sp>
      <p:sp>
        <p:nvSpPr>
          <p:cNvPr id="5" name="expertsource_Rsetting_footer">
            <a:extLst>
              <a:ext uri="{FF2B5EF4-FFF2-40B4-BE49-F238E27FC236}">
                <a16:creationId xmlns:a16="http://schemas.microsoft.com/office/drawing/2014/main" id="{1249EE64-9C65-4137-82E4-5F712BB1FB6D}"/>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Tree>
    <p:extLst>
      <p:ext uri="{BB962C8B-B14F-4D97-AF65-F5344CB8AC3E}">
        <p14:creationId xmlns:p14="http://schemas.microsoft.com/office/powerpoint/2010/main" val="1858333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3435-D06A-4428-83DC-41EB5D87B798}"/>
              </a:ext>
            </a:extLst>
          </p:cNvPr>
          <p:cNvSpPr>
            <a:spLocks noGrp="1"/>
          </p:cNvSpPr>
          <p:nvPr>
            <p:ph type="title"/>
          </p:nvPr>
        </p:nvSpPr>
        <p:spPr/>
        <p:txBody>
          <a:bodyPr/>
          <a:lstStyle/>
          <a:p>
            <a:r>
              <a:rPr lang="en-IN" dirty="0"/>
              <a:t>Steps of Hypothesis Test</a:t>
            </a:r>
          </a:p>
        </p:txBody>
      </p:sp>
      <p:sp>
        <p:nvSpPr>
          <p:cNvPr id="3" name="Content Placeholder 2">
            <a:extLst>
              <a:ext uri="{FF2B5EF4-FFF2-40B4-BE49-F238E27FC236}">
                <a16:creationId xmlns:a16="http://schemas.microsoft.com/office/drawing/2014/main" id="{55D6ED08-8D8A-4ADB-9047-C2F977B19CAB}"/>
              </a:ext>
            </a:extLst>
          </p:cNvPr>
          <p:cNvSpPr>
            <a:spLocks noGrp="1"/>
          </p:cNvSpPr>
          <p:nvPr>
            <p:ph idx="1"/>
          </p:nvPr>
        </p:nvSpPr>
        <p:spPr>
          <a:xfrm>
            <a:off x="26984" y="505464"/>
            <a:ext cx="6428172" cy="3972282"/>
          </a:xfrm>
        </p:spPr>
        <p:txBody>
          <a:bodyPr>
            <a:normAutofit lnSpcReduction="10000"/>
          </a:bodyPr>
          <a:lstStyle/>
          <a:p>
            <a:pPr>
              <a:lnSpc>
                <a:spcPct val="100000"/>
              </a:lnSpc>
            </a:pPr>
            <a:r>
              <a:rPr lang="en-IN" sz="1800" dirty="0"/>
              <a:t>Choosing a test statistic</a:t>
            </a:r>
          </a:p>
          <a:p>
            <a:pPr>
              <a:lnSpc>
                <a:spcPct val="100000"/>
              </a:lnSpc>
            </a:pPr>
            <a:r>
              <a:rPr lang="en-IN" sz="1800" dirty="0"/>
              <a:t>Define the null hypothesis, H</a:t>
            </a:r>
            <a:r>
              <a:rPr lang="en-IN" sz="1800" baseline="-25000" dirty="0"/>
              <a:t>0</a:t>
            </a:r>
            <a:r>
              <a:rPr lang="en-IN" sz="1800" dirty="0"/>
              <a:t> and alternate hypothesis, H</a:t>
            </a:r>
            <a:r>
              <a:rPr lang="en-IN" sz="1800" baseline="-25000" dirty="0"/>
              <a:t>1</a:t>
            </a:r>
          </a:p>
          <a:p>
            <a:pPr>
              <a:lnSpc>
                <a:spcPct val="100000"/>
              </a:lnSpc>
            </a:pPr>
            <a:r>
              <a:rPr lang="en-IN" sz="1800" dirty="0"/>
              <a:t>Select significance level i.e. </a:t>
            </a:r>
            <a:r>
              <a:rPr lang="en-IN" sz="1800" dirty="0">
                <a:sym typeface="Symbol" panose="05050102010706020507" pitchFamily="18" charset="2"/>
              </a:rPr>
              <a:t> to reject the null hypothesis</a:t>
            </a:r>
          </a:p>
          <a:p>
            <a:pPr>
              <a:lnSpc>
                <a:spcPct val="100000"/>
              </a:lnSpc>
            </a:pPr>
            <a:r>
              <a:rPr lang="en-US" sz="1800" dirty="0"/>
              <a:t>Collect the sample data and compute the value of the test statistic, TS</a:t>
            </a:r>
            <a:r>
              <a:rPr lang="en-US" sz="1800" baseline="-25000" dirty="0"/>
              <a:t>CAL</a:t>
            </a:r>
            <a:r>
              <a:rPr lang="en-US" sz="1800" dirty="0"/>
              <a:t>.</a:t>
            </a:r>
          </a:p>
          <a:p>
            <a:pPr>
              <a:lnSpc>
                <a:spcPct val="100000"/>
              </a:lnSpc>
            </a:pPr>
            <a:r>
              <a:rPr lang="en-IN" sz="1800" b="1" u="sng" dirty="0"/>
              <a:t>p-value Approach</a:t>
            </a:r>
          </a:p>
          <a:p>
            <a:pPr lvl="1">
              <a:lnSpc>
                <a:spcPct val="100000"/>
              </a:lnSpc>
            </a:pPr>
            <a:r>
              <a:rPr lang="en-US" dirty="0"/>
              <a:t>Use the value of the test statistic to compute the p-value.</a:t>
            </a:r>
          </a:p>
          <a:p>
            <a:pPr lvl="1">
              <a:lnSpc>
                <a:spcPct val="100000"/>
              </a:lnSpc>
            </a:pPr>
            <a:r>
              <a:rPr lang="en-IN" dirty="0"/>
              <a:t>Reject H</a:t>
            </a:r>
            <a:r>
              <a:rPr lang="en-IN" baseline="-25000" dirty="0"/>
              <a:t>0</a:t>
            </a:r>
            <a:r>
              <a:rPr lang="en-IN" dirty="0"/>
              <a:t> if p-value </a:t>
            </a:r>
            <a:r>
              <a:rPr lang="en-IN" u="sng" dirty="0"/>
              <a:t>&lt;</a:t>
            </a:r>
            <a:r>
              <a:rPr lang="en-IN" dirty="0"/>
              <a:t> </a:t>
            </a:r>
            <a:r>
              <a:rPr lang="en-IN" dirty="0">
                <a:sym typeface="Symbol" panose="05050102010706020507" pitchFamily="18" charset="2"/>
              </a:rPr>
              <a:t></a:t>
            </a:r>
            <a:endParaRPr lang="en-IN" u="sng" dirty="0"/>
          </a:p>
          <a:p>
            <a:pPr>
              <a:lnSpc>
                <a:spcPct val="100000"/>
              </a:lnSpc>
            </a:pPr>
            <a:r>
              <a:rPr lang="en-IN" sz="1800" b="1" u="sng" dirty="0"/>
              <a:t>Critical value Approach</a:t>
            </a:r>
          </a:p>
          <a:p>
            <a:pPr lvl="1">
              <a:lnSpc>
                <a:spcPct val="100000"/>
              </a:lnSpc>
            </a:pPr>
            <a:r>
              <a:rPr lang="en-IN" dirty="0"/>
              <a:t>Determine critical value of test statistic, TS</a:t>
            </a:r>
            <a:r>
              <a:rPr lang="en-IN" baseline="-25000" dirty="0"/>
              <a:t>CR</a:t>
            </a:r>
          </a:p>
          <a:p>
            <a:pPr lvl="1">
              <a:lnSpc>
                <a:spcPct val="100000"/>
              </a:lnSpc>
            </a:pPr>
            <a:r>
              <a:rPr lang="en-US" dirty="0"/>
              <a:t>Determine if TS</a:t>
            </a:r>
            <a:r>
              <a:rPr lang="en-US" baseline="-25000" dirty="0"/>
              <a:t>CR</a:t>
            </a:r>
            <a:r>
              <a:rPr lang="en-US" dirty="0"/>
              <a:t> falls into (Non) Rejection Region</a:t>
            </a:r>
            <a:endParaRPr lang="en-IN" dirty="0"/>
          </a:p>
        </p:txBody>
      </p:sp>
      <p:sp>
        <p:nvSpPr>
          <p:cNvPr id="4" name="Slide Number Placeholder 3">
            <a:extLst>
              <a:ext uri="{FF2B5EF4-FFF2-40B4-BE49-F238E27FC236}">
                <a16:creationId xmlns:a16="http://schemas.microsoft.com/office/drawing/2014/main" id="{983772C5-BB03-4DA9-B40C-99BAF2B3CFE3}"/>
              </a:ext>
            </a:extLst>
          </p:cNvPr>
          <p:cNvSpPr>
            <a:spLocks noGrp="1"/>
          </p:cNvSpPr>
          <p:nvPr>
            <p:ph type="sldNum" sz="quarter" idx="12"/>
          </p:nvPr>
        </p:nvSpPr>
        <p:spPr/>
        <p:txBody>
          <a:bodyPr/>
          <a:lstStyle/>
          <a:p>
            <a:fld id="{02F87AF3-9E8D-4307-8299-23A9A28D052B}" type="slidenum">
              <a:rPr lang="en-IN" smtClean="0"/>
              <a:t>5</a:t>
            </a:fld>
            <a:endParaRPr lang="en-IN"/>
          </a:p>
        </p:txBody>
      </p:sp>
      <p:sp>
        <p:nvSpPr>
          <p:cNvPr id="59" name="TextBox 58">
            <a:extLst>
              <a:ext uri="{FF2B5EF4-FFF2-40B4-BE49-F238E27FC236}">
                <a16:creationId xmlns:a16="http://schemas.microsoft.com/office/drawing/2014/main" id="{6A3FB2A4-BECD-4367-B20F-144D6C9CCC2B}"/>
              </a:ext>
            </a:extLst>
          </p:cNvPr>
          <p:cNvSpPr txBox="1"/>
          <p:nvPr/>
        </p:nvSpPr>
        <p:spPr>
          <a:xfrm>
            <a:off x="8485955" y="604240"/>
            <a:ext cx="2345634" cy="369332"/>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Formulate H</a:t>
            </a:r>
            <a:r>
              <a:rPr lang="en-US" altLang="en-US" baseline="-25000" dirty="0">
                <a:solidFill>
                  <a:srgbClr val="0070C0"/>
                </a:solidFill>
                <a:latin typeface="Times New Roman" panose="02020603050405020304" pitchFamily="18" charset="0"/>
                <a:cs typeface="Times New Roman" panose="02020603050405020304" pitchFamily="18" charset="0"/>
              </a:rPr>
              <a:t>0</a:t>
            </a:r>
            <a:r>
              <a:rPr lang="en-US" altLang="en-US" dirty="0">
                <a:solidFill>
                  <a:srgbClr val="0070C0"/>
                </a:solidFill>
                <a:latin typeface="Times New Roman" panose="02020603050405020304" pitchFamily="18" charset="0"/>
                <a:cs typeface="Times New Roman" panose="02020603050405020304" pitchFamily="18" charset="0"/>
              </a:rPr>
              <a:t> and H</a:t>
            </a:r>
            <a:r>
              <a:rPr lang="en-US" altLang="en-US" baseline="-25000" dirty="0">
                <a:solidFill>
                  <a:srgbClr val="0070C0"/>
                </a:solidFill>
                <a:latin typeface="Times New Roman" panose="02020603050405020304" pitchFamily="18" charset="0"/>
                <a:cs typeface="Times New Roman" panose="02020603050405020304" pitchFamily="18" charset="0"/>
              </a:rPr>
              <a:t>1</a:t>
            </a:r>
          </a:p>
        </p:txBody>
      </p:sp>
      <p:sp>
        <p:nvSpPr>
          <p:cNvPr id="60" name="TextBox 59">
            <a:extLst>
              <a:ext uri="{FF2B5EF4-FFF2-40B4-BE49-F238E27FC236}">
                <a16:creationId xmlns:a16="http://schemas.microsoft.com/office/drawing/2014/main" id="{4813B0A5-15D0-4E1F-A8DB-4D2062C98091}"/>
              </a:ext>
            </a:extLst>
          </p:cNvPr>
          <p:cNvSpPr txBox="1"/>
          <p:nvPr/>
        </p:nvSpPr>
        <p:spPr>
          <a:xfrm>
            <a:off x="8485955" y="1144555"/>
            <a:ext cx="2345634" cy="369332"/>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Select Appropriate Test</a:t>
            </a:r>
          </a:p>
        </p:txBody>
      </p:sp>
      <p:cxnSp>
        <p:nvCxnSpPr>
          <p:cNvPr id="62" name="Straight Arrow Connector 61">
            <a:extLst>
              <a:ext uri="{FF2B5EF4-FFF2-40B4-BE49-F238E27FC236}">
                <a16:creationId xmlns:a16="http://schemas.microsoft.com/office/drawing/2014/main" id="{3BE53CF6-C01F-471A-A5EA-EB0102F22E0E}"/>
              </a:ext>
            </a:extLst>
          </p:cNvPr>
          <p:cNvCxnSpPr>
            <a:stCxn id="59" idx="2"/>
            <a:endCxn id="60" idx="0"/>
          </p:cNvCxnSpPr>
          <p:nvPr/>
        </p:nvCxnSpPr>
        <p:spPr>
          <a:xfrm>
            <a:off x="9658772" y="973572"/>
            <a:ext cx="0" cy="170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992F220-6324-48F8-9380-E2C5732D1A52}"/>
              </a:ext>
            </a:extLst>
          </p:cNvPr>
          <p:cNvSpPr txBox="1"/>
          <p:nvPr/>
        </p:nvSpPr>
        <p:spPr>
          <a:xfrm>
            <a:off x="8707595" y="1660925"/>
            <a:ext cx="1902354" cy="646331"/>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Choose Level of Significance, </a:t>
            </a:r>
            <a:r>
              <a:rPr lang="en-IN"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en-US" dirty="0">
              <a:solidFill>
                <a:srgbClr val="0070C0"/>
              </a:solidFill>
              <a:latin typeface="Times New Roman" panose="02020603050405020304" pitchFamily="18" charset="0"/>
              <a:cs typeface="Times New Roman" panose="02020603050405020304" pitchFamily="18" charset="0"/>
            </a:endParaRPr>
          </a:p>
        </p:txBody>
      </p:sp>
      <p:cxnSp>
        <p:nvCxnSpPr>
          <p:cNvPr id="64" name="Straight Arrow Connector 63">
            <a:extLst>
              <a:ext uri="{FF2B5EF4-FFF2-40B4-BE49-F238E27FC236}">
                <a16:creationId xmlns:a16="http://schemas.microsoft.com/office/drawing/2014/main" id="{5D03B4DA-CC00-4DAB-8273-D7BBD52ACC82}"/>
              </a:ext>
            </a:extLst>
          </p:cNvPr>
          <p:cNvCxnSpPr>
            <a:cxnSpLocks/>
            <a:stCxn id="60" idx="2"/>
            <a:endCxn id="63" idx="0"/>
          </p:cNvCxnSpPr>
          <p:nvPr/>
        </p:nvCxnSpPr>
        <p:spPr>
          <a:xfrm>
            <a:off x="9658772" y="1513887"/>
            <a:ext cx="0" cy="1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DFA068E6-7B6F-490D-877F-6B2DAD51E6EA}"/>
              </a:ext>
            </a:extLst>
          </p:cNvPr>
          <p:cNvSpPr txBox="1"/>
          <p:nvPr/>
        </p:nvSpPr>
        <p:spPr>
          <a:xfrm>
            <a:off x="8707595" y="2441823"/>
            <a:ext cx="1902354" cy="646331"/>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Calculate Test Statistic TS</a:t>
            </a:r>
            <a:r>
              <a:rPr lang="en-US" altLang="en-US" sz="1400" baseline="-25000" dirty="0">
                <a:solidFill>
                  <a:srgbClr val="0070C0"/>
                </a:solidFill>
                <a:latin typeface="Times New Roman" panose="02020603050405020304" pitchFamily="18" charset="0"/>
                <a:cs typeface="Times New Roman" panose="02020603050405020304" pitchFamily="18" charset="0"/>
              </a:rPr>
              <a:t>CAL</a:t>
            </a:r>
            <a:r>
              <a:rPr lang="en-US" altLang="en-US" dirty="0">
                <a:solidFill>
                  <a:srgbClr val="0070C0"/>
                </a:solidFill>
                <a:latin typeface="Times New Roman" panose="02020603050405020304" pitchFamily="18" charset="0"/>
                <a:cs typeface="Times New Roman" panose="02020603050405020304" pitchFamily="18" charset="0"/>
              </a:rPr>
              <a:t> </a:t>
            </a:r>
          </a:p>
        </p:txBody>
      </p:sp>
      <p:sp>
        <p:nvSpPr>
          <p:cNvPr id="68" name="TextBox 67">
            <a:extLst>
              <a:ext uri="{FF2B5EF4-FFF2-40B4-BE49-F238E27FC236}">
                <a16:creationId xmlns:a16="http://schemas.microsoft.com/office/drawing/2014/main" id="{B6A4883B-1B2D-4C5D-86FC-BA73E16C156C}"/>
              </a:ext>
            </a:extLst>
          </p:cNvPr>
          <p:cNvSpPr txBox="1"/>
          <p:nvPr/>
        </p:nvSpPr>
        <p:spPr>
          <a:xfrm>
            <a:off x="6805907" y="3380038"/>
            <a:ext cx="1902354" cy="923330"/>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Determine Prob Associated with Test Statistic</a:t>
            </a:r>
          </a:p>
        </p:txBody>
      </p:sp>
      <p:cxnSp>
        <p:nvCxnSpPr>
          <p:cNvPr id="70" name="Straight Arrow Connector 69">
            <a:extLst>
              <a:ext uri="{FF2B5EF4-FFF2-40B4-BE49-F238E27FC236}">
                <a16:creationId xmlns:a16="http://schemas.microsoft.com/office/drawing/2014/main" id="{E5E98929-F369-42D6-9375-CED82D9DBB80}"/>
              </a:ext>
            </a:extLst>
          </p:cNvPr>
          <p:cNvCxnSpPr>
            <a:stCxn id="63" idx="2"/>
            <a:endCxn id="67" idx="0"/>
          </p:cNvCxnSpPr>
          <p:nvPr/>
        </p:nvCxnSpPr>
        <p:spPr>
          <a:xfrm>
            <a:off x="9658772" y="2307256"/>
            <a:ext cx="0" cy="134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B8F834A3-CBF9-4D3F-B58B-8F22502E200C}"/>
              </a:ext>
            </a:extLst>
          </p:cNvPr>
          <p:cNvCxnSpPr>
            <a:stCxn id="67" idx="2"/>
            <a:endCxn id="68" idx="0"/>
          </p:cNvCxnSpPr>
          <p:nvPr/>
        </p:nvCxnSpPr>
        <p:spPr>
          <a:xfrm rot="5400000">
            <a:off x="8561986" y="2283252"/>
            <a:ext cx="291884" cy="19016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31776AC0-5A52-44A2-B6C9-A39C9B5FB597}"/>
              </a:ext>
            </a:extLst>
          </p:cNvPr>
          <p:cNvSpPr txBox="1"/>
          <p:nvPr/>
        </p:nvSpPr>
        <p:spPr>
          <a:xfrm>
            <a:off x="10006622" y="3380037"/>
            <a:ext cx="1902354" cy="923330"/>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Determine Critical Value of Test Stat, </a:t>
            </a:r>
          </a:p>
          <a:p>
            <a:pPr algn="ctr"/>
            <a:r>
              <a:rPr lang="en-US" altLang="en-US" dirty="0">
                <a:solidFill>
                  <a:srgbClr val="0070C0"/>
                </a:solidFill>
                <a:latin typeface="Times New Roman" panose="02020603050405020304" pitchFamily="18" charset="0"/>
                <a:cs typeface="Times New Roman" panose="02020603050405020304" pitchFamily="18" charset="0"/>
              </a:rPr>
              <a:t>TS</a:t>
            </a:r>
            <a:r>
              <a:rPr lang="en-US" altLang="en-US" baseline="-25000" dirty="0">
                <a:solidFill>
                  <a:srgbClr val="0070C0"/>
                </a:solidFill>
                <a:latin typeface="Times New Roman" panose="02020603050405020304" pitchFamily="18" charset="0"/>
                <a:cs typeface="Times New Roman" panose="02020603050405020304" pitchFamily="18" charset="0"/>
              </a:rPr>
              <a:t>CR</a:t>
            </a:r>
            <a:r>
              <a:rPr lang="en-US" altLang="en-US" dirty="0">
                <a:solidFill>
                  <a:srgbClr val="0070C0"/>
                </a:solidFill>
                <a:latin typeface="Times New Roman" panose="02020603050405020304" pitchFamily="18" charset="0"/>
                <a:cs typeface="Times New Roman" panose="02020603050405020304" pitchFamily="18" charset="0"/>
              </a:rPr>
              <a:t> </a:t>
            </a:r>
          </a:p>
        </p:txBody>
      </p:sp>
      <p:cxnSp>
        <p:nvCxnSpPr>
          <p:cNvPr id="75" name="Connector: Elbow 74">
            <a:extLst>
              <a:ext uri="{FF2B5EF4-FFF2-40B4-BE49-F238E27FC236}">
                <a16:creationId xmlns:a16="http://schemas.microsoft.com/office/drawing/2014/main" id="{EB1891C1-132B-4D06-8A9C-055C9814731D}"/>
              </a:ext>
            </a:extLst>
          </p:cNvPr>
          <p:cNvCxnSpPr>
            <a:stCxn id="67" idx="2"/>
            <a:endCxn id="73" idx="0"/>
          </p:cNvCxnSpPr>
          <p:nvPr/>
        </p:nvCxnSpPr>
        <p:spPr>
          <a:xfrm rot="16200000" flipH="1">
            <a:off x="10162344" y="2584581"/>
            <a:ext cx="291883" cy="12990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E877A54-89B3-4F73-AB0E-D84A5D0DEBFE}"/>
              </a:ext>
            </a:extLst>
          </p:cNvPr>
          <p:cNvSpPr txBox="1"/>
          <p:nvPr/>
        </p:nvSpPr>
        <p:spPr>
          <a:xfrm>
            <a:off x="10013073" y="4477746"/>
            <a:ext cx="1902354" cy="923330"/>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Determine if TS</a:t>
            </a:r>
            <a:r>
              <a:rPr lang="en-US" altLang="en-US" baseline="-25000" dirty="0">
                <a:solidFill>
                  <a:srgbClr val="0070C0"/>
                </a:solidFill>
                <a:latin typeface="Times New Roman" panose="02020603050405020304" pitchFamily="18" charset="0"/>
                <a:cs typeface="Times New Roman" panose="02020603050405020304" pitchFamily="18" charset="0"/>
              </a:rPr>
              <a:t>CR</a:t>
            </a:r>
          </a:p>
          <a:p>
            <a:pPr algn="ctr"/>
            <a:r>
              <a:rPr lang="en-US" altLang="en-US" dirty="0">
                <a:solidFill>
                  <a:srgbClr val="0070C0"/>
                </a:solidFill>
                <a:latin typeface="Times New Roman" panose="02020603050405020304" pitchFamily="18" charset="0"/>
                <a:cs typeface="Times New Roman" panose="02020603050405020304" pitchFamily="18" charset="0"/>
              </a:rPr>
              <a:t>  falls into (Non) Rejection Region</a:t>
            </a:r>
          </a:p>
        </p:txBody>
      </p:sp>
      <p:sp>
        <p:nvSpPr>
          <p:cNvPr id="77" name="TextBox 76">
            <a:extLst>
              <a:ext uri="{FF2B5EF4-FFF2-40B4-BE49-F238E27FC236}">
                <a16:creationId xmlns:a16="http://schemas.microsoft.com/office/drawing/2014/main" id="{28574A58-D74F-4FCC-86B3-E8F6734661F1}"/>
              </a:ext>
            </a:extLst>
          </p:cNvPr>
          <p:cNvSpPr txBox="1"/>
          <p:nvPr/>
        </p:nvSpPr>
        <p:spPr>
          <a:xfrm>
            <a:off x="6803006" y="4486677"/>
            <a:ext cx="1902354" cy="923330"/>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Compare with Level of Significance, </a:t>
            </a:r>
            <a:r>
              <a:rPr lang="en-US" altLang="en-US"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solidFill>
                  <a:srgbClr val="0070C0"/>
                </a:solidFill>
                <a:latin typeface="Times New Roman" panose="02020603050405020304" pitchFamily="18" charset="0"/>
                <a:cs typeface="Times New Roman" panose="02020603050405020304" pitchFamily="18" charset="0"/>
              </a:rPr>
              <a:t> </a:t>
            </a:r>
          </a:p>
        </p:txBody>
      </p:sp>
      <p:cxnSp>
        <p:nvCxnSpPr>
          <p:cNvPr id="78" name="Straight Arrow Connector 77">
            <a:extLst>
              <a:ext uri="{FF2B5EF4-FFF2-40B4-BE49-F238E27FC236}">
                <a16:creationId xmlns:a16="http://schemas.microsoft.com/office/drawing/2014/main" id="{A7A4818A-4777-40AF-AB09-D53C82A4CE7B}"/>
              </a:ext>
            </a:extLst>
          </p:cNvPr>
          <p:cNvCxnSpPr>
            <a:cxnSpLocks/>
            <a:stCxn id="68" idx="2"/>
            <a:endCxn id="77" idx="0"/>
          </p:cNvCxnSpPr>
          <p:nvPr/>
        </p:nvCxnSpPr>
        <p:spPr>
          <a:xfrm flipH="1">
            <a:off x="7754183" y="4303368"/>
            <a:ext cx="2901" cy="183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F180B1D-8B0D-424C-89FE-9937199EA6E3}"/>
              </a:ext>
            </a:extLst>
          </p:cNvPr>
          <p:cNvCxnSpPr>
            <a:cxnSpLocks/>
            <a:stCxn id="73" idx="2"/>
            <a:endCxn id="76" idx="0"/>
          </p:cNvCxnSpPr>
          <p:nvPr/>
        </p:nvCxnSpPr>
        <p:spPr>
          <a:xfrm>
            <a:off x="10957799" y="4303367"/>
            <a:ext cx="6451" cy="17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53058C2A-327A-49B0-9B72-FDF1E192746E}"/>
              </a:ext>
            </a:extLst>
          </p:cNvPr>
          <p:cNvSpPr txBox="1"/>
          <p:nvPr/>
        </p:nvSpPr>
        <p:spPr>
          <a:xfrm>
            <a:off x="8264314" y="5671919"/>
            <a:ext cx="2718283" cy="369332"/>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Reject/Do not Reject H</a:t>
            </a:r>
            <a:r>
              <a:rPr lang="en-US" altLang="en-US" baseline="-25000" dirty="0">
                <a:solidFill>
                  <a:srgbClr val="0070C0"/>
                </a:solidFill>
                <a:latin typeface="Times New Roman" panose="02020603050405020304" pitchFamily="18" charset="0"/>
                <a:cs typeface="Times New Roman" panose="02020603050405020304" pitchFamily="18" charset="0"/>
              </a:rPr>
              <a:t>0</a:t>
            </a:r>
          </a:p>
        </p:txBody>
      </p:sp>
      <p:cxnSp>
        <p:nvCxnSpPr>
          <p:cNvPr id="86" name="Straight Arrow Connector 85">
            <a:extLst>
              <a:ext uri="{FF2B5EF4-FFF2-40B4-BE49-F238E27FC236}">
                <a16:creationId xmlns:a16="http://schemas.microsoft.com/office/drawing/2014/main" id="{A7888246-EFE5-4514-8469-1085BB25D016}"/>
              </a:ext>
            </a:extLst>
          </p:cNvPr>
          <p:cNvCxnSpPr>
            <a:cxnSpLocks/>
            <a:stCxn id="85" idx="2"/>
            <a:endCxn id="87" idx="0"/>
          </p:cNvCxnSpPr>
          <p:nvPr/>
        </p:nvCxnSpPr>
        <p:spPr>
          <a:xfrm flipH="1">
            <a:off x="9622660" y="6041251"/>
            <a:ext cx="796" cy="137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C08F0F2D-71D0-4F08-BEDC-E98FD71434F0}"/>
              </a:ext>
            </a:extLst>
          </p:cNvPr>
          <p:cNvSpPr txBox="1"/>
          <p:nvPr/>
        </p:nvSpPr>
        <p:spPr>
          <a:xfrm>
            <a:off x="8449843" y="6179159"/>
            <a:ext cx="2345634" cy="369332"/>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altLang="en-US" dirty="0">
                <a:solidFill>
                  <a:srgbClr val="0070C0"/>
                </a:solidFill>
                <a:latin typeface="Times New Roman" panose="02020603050405020304" pitchFamily="18" charset="0"/>
                <a:cs typeface="Times New Roman" panose="02020603050405020304" pitchFamily="18" charset="0"/>
              </a:rPr>
              <a:t>Draw the conclusion</a:t>
            </a:r>
          </a:p>
        </p:txBody>
      </p:sp>
      <p:cxnSp>
        <p:nvCxnSpPr>
          <p:cNvPr id="90" name="Connector: Elbow 89">
            <a:extLst>
              <a:ext uri="{FF2B5EF4-FFF2-40B4-BE49-F238E27FC236}">
                <a16:creationId xmlns:a16="http://schemas.microsoft.com/office/drawing/2014/main" id="{80CF77AC-AAA0-403B-966C-029A1F1C0A9F}"/>
              </a:ext>
            </a:extLst>
          </p:cNvPr>
          <p:cNvCxnSpPr>
            <a:cxnSpLocks/>
            <a:stCxn id="77" idx="2"/>
            <a:endCxn id="85" idx="0"/>
          </p:cNvCxnSpPr>
          <p:nvPr/>
        </p:nvCxnSpPr>
        <p:spPr>
          <a:xfrm rot="16200000" flipH="1">
            <a:off x="8557863" y="4606326"/>
            <a:ext cx="261912" cy="1869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85D68D1C-169F-4B94-A050-A043EAC86495}"/>
              </a:ext>
            </a:extLst>
          </p:cNvPr>
          <p:cNvCxnSpPr>
            <a:cxnSpLocks/>
            <a:stCxn id="76" idx="2"/>
            <a:endCxn id="85" idx="0"/>
          </p:cNvCxnSpPr>
          <p:nvPr/>
        </p:nvCxnSpPr>
        <p:spPr>
          <a:xfrm rot="5400000">
            <a:off x="10158432" y="4866100"/>
            <a:ext cx="270843" cy="134079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expertsource_Rsetting_footer">
            <a:extLst>
              <a:ext uri="{FF2B5EF4-FFF2-40B4-BE49-F238E27FC236}">
                <a16:creationId xmlns:a16="http://schemas.microsoft.com/office/drawing/2014/main" id="{74F9B790-A7BB-4E5A-B9F1-6D9F35F0192F}"/>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38" name="Freeform: Shape 37">
            <a:extLst>
              <a:ext uri="{FF2B5EF4-FFF2-40B4-BE49-F238E27FC236}">
                <a16:creationId xmlns:a16="http://schemas.microsoft.com/office/drawing/2014/main" id="{E468A41C-B51F-45C3-BB75-6863994CC415}"/>
              </a:ext>
            </a:extLst>
          </p:cNvPr>
          <p:cNvSpPr/>
          <p:nvPr/>
        </p:nvSpPr>
        <p:spPr>
          <a:xfrm>
            <a:off x="1508927" y="4392482"/>
            <a:ext cx="3273289" cy="1459655"/>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0F3047CA-F899-4B6F-BEEC-B74B5BC780D4}"/>
              </a:ext>
            </a:extLst>
          </p:cNvPr>
          <p:cNvCxnSpPr>
            <a:endCxn id="38" idx="4"/>
          </p:cNvCxnSpPr>
          <p:nvPr/>
        </p:nvCxnSpPr>
        <p:spPr>
          <a:xfrm flipV="1">
            <a:off x="1508927" y="5839714"/>
            <a:ext cx="3273289" cy="124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AE2C2F4-4A08-474D-A8F8-958373CA7DD8}"/>
              </a:ext>
            </a:extLst>
          </p:cNvPr>
          <p:cNvCxnSpPr/>
          <p:nvPr/>
        </p:nvCxnSpPr>
        <p:spPr>
          <a:xfrm>
            <a:off x="1882508" y="5752571"/>
            <a:ext cx="0" cy="1057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320E6B-6BF6-481C-ABC9-E009EC7A1122}"/>
              </a:ext>
            </a:extLst>
          </p:cNvPr>
          <p:cNvCxnSpPr/>
          <p:nvPr/>
        </p:nvCxnSpPr>
        <p:spPr>
          <a:xfrm>
            <a:off x="4346369" y="5733937"/>
            <a:ext cx="0" cy="105777"/>
          </a:xfrm>
          <a:prstGeom prst="line">
            <a:avLst/>
          </a:prstGeom>
        </p:spPr>
        <p:style>
          <a:lnRef idx="1">
            <a:schemeClr val="accent1"/>
          </a:lnRef>
          <a:fillRef idx="0">
            <a:schemeClr val="accent1"/>
          </a:fillRef>
          <a:effectRef idx="0">
            <a:schemeClr val="accent1"/>
          </a:effectRef>
          <a:fontRef idx="minor">
            <a:schemeClr val="tx1"/>
          </a:fontRef>
        </p:style>
      </p:cxnSp>
      <p:sp>
        <p:nvSpPr>
          <p:cNvPr id="43" name="Right Triangle 42">
            <a:extLst>
              <a:ext uri="{FF2B5EF4-FFF2-40B4-BE49-F238E27FC236}">
                <a16:creationId xmlns:a16="http://schemas.microsoft.com/office/drawing/2014/main" id="{C5E6448B-0A4B-44C4-BB6D-9D1DA75B4E6D}"/>
              </a:ext>
            </a:extLst>
          </p:cNvPr>
          <p:cNvSpPr/>
          <p:nvPr/>
        </p:nvSpPr>
        <p:spPr>
          <a:xfrm flipH="1">
            <a:off x="1526797" y="5682957"/>
            <a:ext cx="541700" cy="17228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ight Triangle 43">
            <a:extLst>
              <a:ext uri="{FF2B5EF4-FFF2-40B4-BE49-F238E27FC236}">
                <a16:creationId xmlns:a16="http://schemas.microsoft.com/office/drawing/2014/main" id="{C87A05E5-2FDC-4A7C-9745-F19A8BAE02EE}"/>
              </a:ext>
            </a:extLst>
          </p:cNvPr>
          <p:cNvSpPr/>
          <p:nvPr/>
        </p:nvSpPr>
        <p:spPr>
          <a:xfrm>
            <a:off x="4225624" y="5693588"/>
            <a:ext cx="556592" cy="14612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ED3FC2A0-ACD8-4389-910F-8293C1263457}"/>
              </a:ext>
            </a:extLst>
          </p:cNvPr>
          <p:cNvSpPr txBox="1"/>
          <p:nvPr/>
        </p:nvSpPr>
        <p:spPr>
          <a:xfrm>
            <a:off x="2351189" y="6055456"/>
            <a:ext cx="1612484" cy="646331"/>
          </a:xfrm>
          <a:prstGeom prst="rect">
            <a:avLst/>
          </a:prstGeom>
          <a:noFill/>
        </p:spPr>
        <p:txBody>
          <a:bodyPr wrap="square" rtlCol="0">
            <a:spAutoFit/>
          </a:bodyPr>
          <a:lstStyle/>
          <a:p>
            <a:pPr algn="ctr"/>
            <a:r>
              <a:rPr lang="en-IN" dirty="0"/>
              <a:t>Critical region: Extreme 5%</a:t>
            </a:r>
          </a:p>
        </p:txBody>
      </p:sp>
      <p:cxnSp>
        <p:nvCxnSpPr>
          <p:cNvPr id="11" name="Straight Arrow Connector 10">
            <a:extLst>
              <a:ext uri="{FF2B5EF4-FFF2-40B4-BE49-F238E27FC236}">
                <a16:creationId xmlns:a16="http://schemas.microsoft.com/office/drawing/2014/main" id="{BAB7CFFC-3B56-4899-ABDE-0785FFA9E85E}"/>
              </a:ext>
            </a:extLst>
          </p:cNvPr>
          <p:cNvCxnSpPr>
            <a:stCxn id="45" idx="1"/>
            <a:endCxn id="43" idx="3"/>
          </p:cNvCxnSpPr>
          <p:nvPr/>
        </p:nvCxnSpPr>
        <p:spPr>
          <a:xfrm flipH="1" flipV="1">
            <a:off x="1797647" y="5855242"/>
            <a:ext cx="553542" cy="523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CE8A1B3-64FC-4AEE-9B37-76EBF970986A}"/>
              </a:ext>
            </a:extLst>
          </p:cNvPr>
          <p:cNvCxnSpPr>
            <a:stCxn id="45" idx="3"/>
            <a:endCxn id="44" idx="3"/>
          </p:cNvCxnSpPr>
          <p:nvPr/>
        </p:nvCxnSpPr>
        <p:spPr>
          <a:xfrm flipV="1">
            <a:off x="3963673" y="5839714"/>
            <a:ext cx="540247" cy="538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1C50889-2E91-4D12-88E3-FA3F78E7BB3C}"/>
              </a:ext>
            </a:extLst>
          </p:cNvPr>
          <p:cNvSpPr txBox="1"/>
          <p:nvPr/>
        </p:nvSpPr>
        <p:spPr>
          <a:xfrm>
            <a:off x="3826711" y="4664103"/>
            <a:ext cx="2685737" cy="719034"/>
          </a:xfrm>
          <a:prstGeom prst="rect">
            <a:avLst/>
          </a:prstGeom>
          <a:noFill/>
        </p:spPr>
        <p:txBody>
          <a:bodyPr wrap="square" lIns="36000" tIns="36000" rIns="36000" bIns="36000" rtlCol="0">
            <a:spAutoFit/>
          </a:bodyPr>
          <a:lstStyle/>
          <a:p>
            <a:pPr algn="ctr"/>
            <a:r>
              <a:rPr lang="en-IN" sz="1400" dirty="0"/>
              <a:t> Middle 95%: High Probability Values </a:t>
            </a:r>
          </a:p>
          <a:p>
            <a:pPr algn="ctr"/>
            <a:r>
              <a:rPr lang="en-IN" sz="1400" dirty="0"/>
              <a:t>If H</a:t>
            </a:r>
            <a:r>
              <a:rPr lang="en-IN" sz="1400" baseline="-25000" dirty="0"/>
              <a:t>0</a:t>
            </a:r>
            <a:r>
              <a:rPr lang="en-IN" sz="1400" dirty="0"/>
              <a:t> is true.</a:t>
            </a:r>
            <a:endParaRPr lang="en-IN" sz="1400" baseline="-25000" dirty="0"/>
          </a:p>
        </p:txBody>
      </p:sp>
      <p:cxnSp>
        <p:nvCxnSpPr>
          <p:cNvPr id="15" name="Straight Arrow Connector 14">
            <a:extLst>
              <a:ext uri="{FF2B5EF4-FFF2-40B4-BE49-F238E27FC236}">
                <a16:creationId xmlns:a16="http://schemas.microsoft.com/office/drawing/2014/main" id="{26A335BF-9E95-4C91-972C-C9846E90F774}"/>
              </a:ext>
            </a:extLst>
          </p:cNvPr>
          <p:cNvCxnSpPr>
            <a:cxnSpLocks/>
          </p:cNvCxnSpPr>
          <p:nvPr/>
        </p:nvCxnSpPr>
        <p:spPr>
          <a:xfrm flipH="1">
            <a:off x="3293725" y="4934960"/>
            <a:ext cx="1052644" cy="652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489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One tailed test vs. two tailed test</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6</a:t>
            </a:fld>
            <a:endParaRPr lang="en-IN"/>
          </a:p>
        </p:txBody>
      </p:sp>
      <p:grpSp>
        <p:nvGrpSpPr>
          <p:cNvPr id="19" name="Group 18">
            <a:extLst>
              <a:ext uri="{FF2B5EF4-FFF2-40B4-BE49-F238E27FC236}">
                <a16:creationId xmlns:a16="http://schemas.microsoft.com/office/drawing/2014/main" id="{12078978-1203-4C16-9622-0E4CC2291B93}"/>
              </a:ext>
            </a:extLst>
          </p:cNvPr>
          <p:cNvGrpSpPr/>
          <p:nvPr/>
        </p:nvGrpSpPr>
        <p:grpSpPr>
          <a:xfrm>
            <a:off x="4716200" y="4598761"/>
            <a:ext cx="3273289" cy="1516951"/>
            <a:chOff x="2213115" y="1140063"/>
            <a:chExt cx="7315200" cy="3114280"/>
          </a:xfrm>
        </p:grpSpPr>
        <p:sp>
          <p:nvSpPr>
            <p:cNvPr id="20" name="Freeform: Shape 19">
              <a:extLst>
                <a:ext uri="{FF2B5EF4-FFF2-40B4-BE49-F238E27FC236}">
                  <a16:creationId xmlns:a16="http://schemas.microsoft.com/office/drawing/2014/main" id="{0FF457CF-FAC7-40B4-80D2-99234AEC340D}"/>
                </a:ext>
              </a:extLst>
            </p:cNvPr>
            <p:cNvSpPr/>
            <p:nvPr/>
          </p:nvSpPr>
          <p:spPr>
            <a:xfrm>
              <a:off x="2213115" y="1140063"/>
              <a:ext cx="7315200" cy="3114280"/>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E73B9C91-06E0-44FF-A509-11BE7702EAC3}"/>
                </a:ext>
              </a:extLst>
            </p:cNvPr>
            <p:cNvCxnSpPr>
              <a:stCxn id="20" idx="2"/>
            </p:cNvCxnSpPr>
            <p:nvPr/>
          </p:nvCxnSpPr>
          <p:spPr>
            <a:xfrm>
              <a:off x="5897219" y="1140082"/>
              <a:ext cx="0" cy="31142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627D0C-556A-4C3D-A8E1-6509D634D1FB}"/>
                </a:ext>
              </a:extLst>
            </p:cNvPr>
            <p:cNvCxnSpPr>
              <a:endCxn id="20" idx="4"/>
            </p:cNvCxnSpPr>
            <p:nvPr/>
          </p:nvCxnSpPr>
          <p:spPr>
            <a:xfrm flipV="1">
              <a:off x="2213115" y="4227838"/>
              <a:ext cx="7315200" cy="26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E3E03F-0231-40EC-AA53-1D957A2BDE74}"/>
                </a:ext>
              </a:extLst>
            </p:cNvPr>
            <p:cNvCxnSpPr/>
            <p:nvPr/>
          </p:nvCxnSpPr>
          <p:spPr>
            <a:xfrm>
              <a:off x="8554278" y="4002156"/>
              <a:ext cx="0" cy="22568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EA1E8A90-6E61-467A-92CE-FA8E60AEC7F3}"/>
              </a:ext>
            </a:extLst>
          </p:cNvPr>
          <p:cNvGrpSpPr/>
          <p:nvPr/>
        </p:nvGrpSpPr>
        <p:grpSpPr>
          <a:xfrm>
            <a:off x="8308290" y="4598761"/>
            <a:ext cx="3273289" cy="1465866"/>
            <a:chOff x="2213115" y="1140063"/>
            <a:chExt cx="7315200" cy="3127532"/>
          </a:xfrm>
        </p:grpSpPr>
        <p:sp>
          <p:nvSpPr>
            <p:cNvPr id="26" name="Freeform: Shape 25">
              <a:extLst>
                <a:ext uri="{FF2B5EF4-FFF2-40B4-BE49-F238E27FC236}">
                  <a16:creationId xmlns:a16="http://schemas.microsoft.com/office/drawing/2014/main" id="{C24FF658-D796-4DF9-B60E-7024E4710894}"/>
                </a:ext>
              </a:extLst>
            </p:cNvPr>
            <p:cNvSpPr/>
            <p:nvPr/>
          </p:nvSpPr>
          <p:spPr>
            <a:xfrm>
              <a:off x="2213115" y="1140063"/>
              <a:ext cx="7315200" cy="3114280"/>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ED032EEE-5E61-4FA1-B770-194F2FF5BDAD}"/>
                </a:ext>
              </a:extLst>
            </p:cNvPr>
            <p:cNvCxnSpPr>
              <a:stCxn id="26" idx="2"/>
            </p:cNvCxnSpPr>
            <p:nvPr/>
          </p:nvCxnSpPr>
          <p:spPr>
            <a:xfrm>
              <a:off x="5897219" y="1140082"/>
              <a:ext cx="0" cy="31142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FA9F41-5BA1-4107-94F8-AB5D0DBAF9F3}"/>
                </a:ext>
              </a:extLst>
            </p:cNvPr>
            <p:cNvCxnSpPr>
              <a:endCxn id="26" idx="4"/>
            </p:cNvCxnSpPr>
            <p:nvPr/>
          </p:nvCxnSpPr>
          <p:spPr>
            <a:xfrm flipV="1">
              <a:off x="2213115" y="4227838"/>
              <a:ext cx="7315200" cy="26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183907-EDBA-448C-91B5-19280B2315D5}"/>
                </a:ext>
              </a:extLst>
            </p:cNvPr>
            <p:cNvCxnSpPr/>
            <p:nvPr/>
          </p:nvCxnSpPr>
          <p:spPr>
            <a:xfrm>
              <a:off x="3047999" y="4041913"/>
              <a:ext cx="0" cy="2256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86C3E1-4263-4230-BBDD-84B295C77404}"/>
                </a:ext>
              </a:extLst>
            </p:cNvPr>
            <p:cNvCxnSpPr/>
            <p:nvPr/>
          </p:nvCxnSpPr>
          <p:spPr>
            <a:xfrm>
              <a:off x="8554278" y="4002156"/>
              <a:ext cx="0" cy="22568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E60F3E26-EF49-442B-9287-66605FA231B0}"/>
              </a:ext>
            </a:extLst>
          </p:cNvPr>
          <p:cNvSpPr txBox="1"/>
          <p:nvPr/>
        </p:nvSpPr>
        <p:spPr>
          <a:xfrm>
            <a:off x="8564090" y="6278480"/>
            <a:ext cx="874632" cy="307777"/>
          </a:xfrm>
          <a:prstGeom prst="rect">
            <a:avLst/>
          </a:prstGeom>
          <a:noFill/>
        </p:spPr>
        <p:txBody>
          <a:bodyPr wrap="square" rtlCol="0">
            <a:spAutoFit/>
          </a:bodyPr>
          <a:lstStyle/>
          <a:p>
            <a:pPr algn="ctr"/>
            <a:r>
              <a:rPr lang="en-US" sz="1400" dirty="0">
                <a:sym typeface="Symbol" panose="05050102010706020507" pitchFamily="18" charset="2"/>
              </a:rPr>
              <a:t>/2</a:t>
            </a:r>
            <a:endParaRPr lang="en-IN" sz="1400" dirty="0"/>
          </a:p>
        </p:txBody>
      </p:sp>
      <p:cxnSp>
        <p:nvCxnSpPr>
          <p:cNvPr id="32" name="Straight Arrow Connector 31">
            <a:extLst>
              <a:ext uri="{FF2B5EF4-FFF2-40B4-BE49-F238E27FC236}">
                <a16:creationId xmlns:a16="http://schemas.microsoft.com/office/drawing/2014/main" id="{6E8E726A-F1C1-43F5-8D95-628C00910B91}"/>
              </a:ext>
            </a:extLst>
          </p:cNvPr>
          <p:cNvCxnSpPr>
            <a:cxnSpLocks/>
          </p:cNvCxnSpPr>
          <p:nvPr/>
        </p:nvCxnSpPr>
        <p:spPr>
          <a:xfrm flipH="1" flipV="1">
            <a:off x="8617780" y="6150146"/>
            <a:ext cx="280873" cy="168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6675FC6-BD6D-4EE3-A35B-B0A962B42517}"/>
              </a:ext>
            </a:extLst>
          </p:cNvPr>
          <p:cNvSpPr txBox="1"/>
          <p:nvPr/>
        </p:nvSpPr>
        <p:spPr>
          <a:xfrm>
            <a:off x="10834768" y="6215556"/>
            <a:ext cx="874632" cy="307777"/>
          </a:xfrm>
          <a:prstGeom prst="rect">
            <a:avLst/>
          </a:prstGeom>
          <a:noFill/>
        </p:spPr>
        <p:txBody>
          <a:bodyPr wrap="square" rtlCol="0">
            <a:spAutoFit/>
          </a:bodyPr>
          <a:lstStyle/>
          <a:p>
            <a:pPr algn="ctr"/>
            <a:r>
              <a:rPr lang="en-US" sz="1400" dirty="0">
                <a:sym typeface="Symbol" panose="05050102010706020507" pitchFamily="18" charset="2"/>
              </a:rPr>
              <a:t>/2</a:t>
            </a:r>
            <a:endParaRPr lang="en-IN" sz="1400" dirty="0"/>
          </a:p>
        </p:txBody>
      </p:sp>
      <p:cxnSp>
        <p:nvCxnSpPr>
          <p:cNvPr id="34" name="Straight Arrow Connector 33">
            <a:extLst>
              <a:ext uri="{FF2B5EF4-FFF2-40B4-BE49-F238E27FC236}">
                <a16:creationId xmlns:a16="http://schemas.microsoft.com/office/drawing/2014/main" id="{45B874C8-AC68-4105-A52A-C75EE46C85D5}"/>
              </a:ext>
            </a:extLst>
          </p:cNvPr>
          <p:cNvCxnSpPr>
            <a:cxnSpLocks/>
          </p:cNvCxnSpPr>
          <p:nvPr/>
        </p:nvCxnSpPr>
        <p:spPr>
          <a:xfrm flipV="1">
            <a:off x="11212631" y="6083898"/>
            <a:ext cx="30920" cy="184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928E1E9-9BEF-4FA4-86C9-C3085BB7E285}"/>
              </a:ext>
            </a:extLst>
          </p:cNvPr>
          <p:cNvCxnSpPr>
            <a:cxnSpLocks/>
            <a:stCxn id="36" idx="2"/>
          </p:cNvCxnSpPr>
          <p:nvPr/>
        </p:nvCxnSpPr>
        <p:spPr>
          <a:xfrm>
            <a:off x="7639627" y="5682230"/>
            <a:ext cx="20211" cy="307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0793989-4D9A-4284-8E10-433BE9D2D7F3}"/>
              </a:ext>
            </a:extLst>
          </p:cNvPr>
          <p:cNvSpPr txBox="1"/>
          <p:nvPr/>
        </p:nvSpPr>
        <p:spPr>
          <a:xfrm>
            <a:off x="7202311" y="5374453"/>
            <a:ext cx="874632" cy="307777"/>
          </a:xfrm>
          <a:prstGeom prst="rect">
            <a:avLst/>
          </a:prstGeom>
          <a:noFill/>
        </p:spPr>
        <p:txBody>
          <a:bodyPr wrap="square" rtlCol="0">
            <a:spAutoFit/>
          </a:bodyPr>
          <a:lstStyle/>
          <a:p>
            <a:pPr algn="ctr"/>
            <a:r>
              <a:rPr lang="en-US" sz="1400" dirty="0">
                <a:sym typeface="Symbol" panose="05050102010706020507" pitchFamily="18" charset="2"/>
              </a:rPr>
              <a:t></a:t>
            </a:r>
            <a:endParaRPr lang="en-IN" sz="1400" dirty="0"/>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EBD6E889-C03D-4AE2-98D2-FA607794B208}"/>
                  </a:ext>
                </a:extLst>
              </p:cNvPr>
              <p:cNvGraphicFramePr>
                <a:graphicFrameLocks noGrp="1"/>
              </p:cNvGraphicFramePr>
              <p:nvPr>
                <p:extLst>
                  <p:ext uri="{D42A27DB-BD31-4B8C-83A1-F6EECF244321}">
                    <p14:modId xmlns:p14="http://schemas.microsoft.com/office/powerpoint/2010/main" val="641986801"/>
                  </p:ext>
                </p:extLst>
              </p:nvPr>
            </p:nvGraphicFramePr>
            <p:xfrm>
              <a:off x="397466" y="1601997"/>
              <a:ext cx="11118573" cy="2296160"/>
            </p:xfrm>
            <a:graphic>
              <a:graphicData uri="http://schemas.openxmlformats.org/drawingml/2006/table">
                <a:tbl>
                  <a:tblPr firstRow="1" bandRow="1">
                    <a:tableStyleId>{5C22544A-7EE6-4342-B048-85BDC9FD1C3A}</a:tableStyleId>
                  </a:tblPr>
                  <a:tblGrid>
                    <a:gridCol w="6162261">
                      <a:extLst>
                        <a:ext uri="{9D8B030D-6E8A-4147-A177-3AD203B41FA5}">
                          <a16:colId xmlns:a16="http://schemas.microsoft.com/office/drawing/2014/main" val="3962948939"/>
                        </a:ext>
                      </a:extLst>
                    </a:gridCol>
                    <a:gridCol w="4956312">
                      <a:extLst>
                        <a:ext uri="{9D8B030D-6E8A-4147-A177-3AD203B41FA5}">
                          <a16:colId xmlns:a16="http://schemas.microsoft.com/office/drawing/2014/main" val="1686774961"/>
                        </a:ext>
                      </a:extLst>
                    </a:gridCol>
                  </a:tblGrid>
                  <a:tr h="0">
                    <a:tc>
                      <a:txBody>
                        <a:bodyPr/>
                        <a:lstStyle/>
                        <a:p>
                          <a:pPr algn="ctr"/>
                          <a:r>
                            <a:rPr lang="en-IN" sz="1400" dirty="0"/>
                            <a:t>One tailed test</a:t>
                          </a:r>
                        </a:p>
                      </a:txBody>
                      <a:tcPr/>
                    </a:tc>
                    <a:tc>
                      <a:txBody>
                        <a:bodyPr/>
                        <a:lstStyle/>
                        <a:p>
                          <a:pPr algn="ctr"/>
                          <a:r>
                            <a:rPr lang="en-IN" sz="1400" dirty="0"/>
                            <a:t>Two tailed test</a:t>
                          </a:r>
                        </a:p>
                      </a:txBody>
                      <a:tcPr/>
                    </a:tc>
                    <a:extLst>
                      <a:ext uri="{0D108BD9-81ED-4DB2-BD59-A6C34878D82A}">
                        <a16:rowId xmlns:a16="http://schemas.microsoft.com/office/drawing/2014/main" val="3043008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It is aka a directional test. It tests the hypothesis either left or right. We are mainly interested in one direction like either </a:t>
                          </a:r>
                          <a:r>
                            <a:rPr lang="en-IN" sz="1400" u="sng" dirty="0"/>
                            <a:t>&gt;</a:t>
                          </a:r>
                          <a:r>
                            <a:rPr lang="en-IN" sz="1400" dirty="0"/>
                            <a:t> or </a:t>
                          </a:r>
                          <a:r>
                            <a:rPr lang="en-IN" sz="1400" u="sng" dirty="0"/>
                            <a:t>&lt;</a:t>
                          </a:r>
                          <a:r>
                            <a:rPr lang="en-IN" sz="1400" u="none" dirty="0"/>
                            <a:t>.</a:t>
                          </a:r>
                        </a:p>
                      </a:txBody>
                      <a:tcPr/>
                    </a:tc>
                    <a:tc>
                      <a:txBody>
                        <a:bodyPr/>
                        <a:lstStyle/>
                        <a:p>
                          <a:r>
                            <a:rPr lang="en-IN" sz="1400" dirty="0"/>
                            <a:t>It is aka non-directional test. We are interested in both directions like </a:t>
                          </a:r>
                          <a14:m>
                            <m:oMath xmlns:m="http://schemas.openxmlformats.org/officeDocument/2006/math">
                              <m:r>
                                <a:rPr lang="en-IN" sz="1400" i="1" smtClean="0">
                                  <a:latin typeface="Cambria Math" panose="02040503050406030204" pitchFamily="18" charset="0"/>
                                  <a:ea typeface="Cambria Math" panose="02040503050406030204" pitchFamily="18" charset="0"/>
                                </a:rPr>
                                <m:t>≠</m:t>
                              </m:r>
                            </m:oMath>
                          </a14:m>
                          <a:endParaRPr lang="en-IN" sz="1400" dirty="0"/>
                        </a:p>
                      </a:txBody>
                      <a:tcPr/>
                    </a:tc>
                    <a:extLst>
                      <a:ext uri="{0D108BD9-81ED-4DB2-BD59-A6C34878D82A}">
                        <a16:rowId xmlns:a16="http://schemas.microsoft.com/office/drawing/2014/main" val="180816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z-test and t-test come under this category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ANOVA and chi-square test come under this category</a:t>
                          </a:r>
                        </a:p>
                      </a:txBody>
                      <a:tcPr/>
                    </a:tc>
                    <a:extLst>
                      <a:ext uri="{0D108BD9-81ED-4DB2-BD59-A6C34878D82A}">
                        <a16:rowId xmlns:a16="http://schemas.microsoft.com/office/drawing/2014/main" val="1685986510"/>
                      </a:ext>
                    </a:extLst>
                  </a:tr>
                  <a:tr h="370840">
                    <a:tc>
                      <a:txBody>
                        <a:bodyPr/>
                        <a:lstStyle/>
                        <a:p>
                          <a:r>
                            <a:rPr lang="en-IN" sz="1400" dirty="0"/>
                            <a:t>It is more powerful than the two-tailed test.</a:t>
                          </a:r>
                        </a:p>
                      </a:txBody>
                      <a:tcPr/>
                    </a:tc>
                    <a:tc>
                      <a:txBody>
                        <a:bodyPr/>
                        <a:lstStyle/>
                        <a:p>
                          <a:endParaRPr lang="en-IN" sz="1400" dirty="0"/>
                        </a:p>
                      </a:txBody>
                      <a:tcPr/>
                    </a:tc>
                    <a:extLst>
                      <a:ext uri="{0D108BD9-81ED-4DB2-BD59-A6C34878D82A}">
                        <a16:rowId xmlns:a16="http://schemas.microsoft.com/office/drawing/2014/main" val="2475488662"/>
                      </a:ext>
                    </a:extLst>
                  </a:tr>
                  <a:tr h="370840">
                    <a:tc>
                      <a:txBody>
                        <a:bodyPr/>
                        <a:lstStyle/>
                        <a:p>
                          <a:r>
                            <a:rPr lang="en-IN" sz="1400" dirty="0"/>
                            <a:t>Example: Comparing the production of two fiscal years. Whether the average number of items produced per month in 2016-2017 will be greater than or equal to 2017-2018.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Whether the average number of items produced per month in 2016-2017 will be greater or less than that of 2017-2018.</a:t>
                          </a:r>
                        </a:p>
                      </a:txBody>
                      <a:tcPr/>
                    </a:tc>
                    <a:extLst>
                      <a:ext uri="{0D108BD9-81ED-4DB2-BD59-A6C34878D82A}">
                        <a16:rowId xmlns:a16="http://schemas.microsoft.com/office/drawing/2014/main" val="683526798"/>
                      </a:ext>
                    </a:extLst>
                  </a:tr>
                </a:tbl>
              </a:graphicData>
            </a:graphic>
          </p:graphicFrame>
        </mc:Choice>
        <mc:Fallback>
          <p:graphicFrame>
            <p:nvGraphicFramePr>
              <p:cNvPr id="3" name="Table 2">
                <a:extLst>
                  <a:ext uri="{FF2B5EF4-FFF2-40B4-BE49-F238E27FC236}">
                    <a16:creationId xmlns:a16="http://schemas.microsoft.com/office/drawing/2014/main" id="{EBD6E889-C03D-4AE2-98D2-FA607794B208}"/>
                  </a:ext>
                </a:extLst>
              </p:cNvPr>
              <p:cNvGraphicFramePr>
                <a:graphicFrameLocks noGrp="1"/>
              </p:cNvGraphicFramePr>
              <p:nvPr>
                <p:extLst>
                  <p:ext uri="{D42A27DB-BD31-4B8C-83A1-F6EECF244321}">
                    <p14:modId xmlns:p14="http://schemas.microsoft.com/office/powerpoint/2010/main" val="641986801"/>
                  </p:ext>
                </p:extLst>
              </p:nvPr>
            </p:nvGraphicFramePr>
            <p:xfrm>
              <a:off x="397466" y="1601997"/>
              <a:ext cx="11118573" cy="2296160"/>
            </p:xfrm>
            <a:graphic>
              <a:graphicData uri="http://schemas.openxmlformats.org/drawingml/2006/table">
                <a:tbl>
                  <a:tblPr firstRow="1" bandRow="1">
                    <a:tableStyleId>{5C22544A-7EE6-4342-B048-85BDC9FD1C3A}</a:tableStyleId>
                  </a:tblPr>
                  <a:tblGrid>
                    <a:gridCol w="6162261">
                      <a:extLst>
                        <a:ext uri="{9D8B030D-6E8A-4147-A177-3AD203B41FA5}">
                          <a16:colId xmlns:a16="http://schemas.microsoft.com/office/drawing/2014/main" val="3962948939"/>
                        </a:ext>
                      </a:extLst>
                    </a:gridCol>
                    <a:gridCol w="4956312">
                      <a:extLst>
                        <a:ext uri="{9D8B030D-6E8A-4147-A177-3AD203B41FA5}">
                          <a16:colId xmlns:a16="http://schemas.microsoft.com/office/drawing/2014/main" val="1686774961"/>
                        </a:ext>
                      </a:extLst>
                    </a:gridCol>
                  </a:tblGrid>
                  <a:tr h="304800">
                    <a:tc>
                      <a:txBody>
                        <a:bodyPr/>
                        <a:lstStyle/>
                        <a:p>
                          <a:pPr algn="ctr"/>
                          <a:r>
                            <a:rPr lang="en-IN" sz="1400" dirty="0"/>
                            <a:t>One tailed test</a:t>
                          </a:r>
                        </a:p>
                      </a:txBody>
                      <a:tcPr/>
                    </a:tc>
                    <a:tc>
                      <a:txBody>
                        <a:bodyPr/>
                        <a:lstStyle/>
                        <a:p>
                          <a:pPr algn="ctr"/>
                          <a:r>
                            <a:rPr lang="en-IN" sz="1400" dirty="0"/>
                            <a:t>Two tailed test</a:t>
                          </a:r>
                        </a:p>
                      </a:txBody>
                      <a:tcPr/>
                    </a:tc>
                    <a:extLst>
                      <a:ext uri="{0D108BD9-81ED-4DB2-BD59-A6C34878D82A}">
                        <a16:rowId xmlns:a16="http://schemas.microsoft.com/office/drawing/2014/main" val="304300807"/>
                      </a:ext>
                    </a:extLst>
                  </a:tr>
                  <a:tr h="518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It is aka a directional test. It tests the hypothesis either left or right. We are mainly interested in one direction like either </a:t>
                          </a:r>
                          <a:r>
                            <a:rPr lang="en-IN" sz="1400" u="sng" dirty="0"/>
                            <a:t>&gt;</a:t>
                          </a:r>
                          <a:r>
                            <a:rPr lang="en-IN" sz="1400" dirty="0"/>
                            <a:t> or </a:t>
                          </a:r>
                          <a:r>
                            <a:rPr lang="en-IN" sz="1400" u="sng" dirty="0"/>
                            <a:t>&lt;</a:t>
                          </a:r>
                          <a:r>
                            <a:rPr lang="en-IN" sz="1400" u="none" dirty="0"/>
                            <a:t>.</a:t>
                          </a:r>
                        </a:p>
                      </a:txBody>
                      <a:tcPr/>
                    </a:tc>
                    <a:tc>
                      <a:txBody>
                        <a:bodyPr/>
                        <a:lstStyle/>
                        <a:p>
                          <a:endParaRPr lang="en-US"/>
                        </a:p>
                      </a:txBody>
                      <a:tcPr>
                        <a:blipFill>
                          <a:blip r:embed="rId2"/>
                          <a:stretch>
                            <a:fillRect l="-124324" t="-60000" r="-491" b="-297647"/>
                          </a:stretch>
                        </a:blipFill>
                      </a:tcPr>
                    </a:tc>
                    <a:extLst>
                      <a:ext uri="{0D108BD9-81ED-4DB2-BD59-A6C34878D82A}">
                        <a16:rowId xmlns:a16="http://schemas.microsoft.com/office/drawing/2014/main" val="180816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z-test and t-test come under this category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ANOVA and chi-square test come under this category</a:t>
                          </a:r>
                        </a:p>
                      </a:txBody>
                      <a:tcPr/>
                    </a:tc>
                    <a:extLst>
                      <a:ext uri="{0D108BD9-81ED-4DB2-BD59-A6C34878D82A}">
                        <a16:rowId xmlns:a16="http://schemas.microsoft.com/office/drawing/2014/main" val="1685986510"/>
                      </a:ext>
                    </a:extLst>
                  </a:tr>
                  <a:tr h="370840">
                    <a:tc>
                      <a:txBody>
                        <a:bodyPr/>
                        <a:lstStyle/>
                        <a:p>
                          <a:r>
                            <a:rPr lang="en-IN" sz="1400" dirty="0"/>
                            <a:t>It is more powerful than the two-tailed test.</a:t>
                          </a:r>
                        </a:p>
                      </a:txBody>
                      <a:tcPr/>
                    </a:tc>
                    <a:tc>
                      <a:txBody>
                        <a:bodyPr/>
                        <a:lstStyle/>
                        <a:p>
                          <a:endParaRPr lang="en-IN" sz="1400" dirty="0"/>
                        </a:p>
                      </a:txBody>
                      <a:tcPr/>
                    </a:tc>
                    <a:extLst>
                      <a:ext uri="{0D108BD9-81ED-4DB2-BD59-A6C34878D82A}">
                        <a16:rowId xmlns:a16="http://schemas.microsoft.com/office/drawing/2014/main" val="2475488662"/>
                      </a:ext>
                    </a:extLst>
                  </a:tr>
                  <a:tr h="731520">
                    <a:tc>
                      <a:txBody>
                        <a:bodyPr/>
                        <a:lstStyle/>
                        <a:p>
                          <a:r>
                            <a:rPr lang="en-IN" sz="1400" dirty="0"/>
                            <a:t>Example: Comparing the production of two fiscal years. Whether the average number of items produced per month in 2016-2017 will be greater than or equal to 2017-2018.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Whether the average number of items produced per month in 2016-2017 will be greater or less than that of 2017-2018.</a:t>
                          </a:r>
                        </a:p>
                      </a:txBody>
                      <a:tcPr/>
                    </a:tc>
                    <a:extLst>
                      <a:ext uri="{0D108BD9-81ED-4DB2-BD59-A6C34878D82A}">
                        <a16:rowId xmlns:a16="http://schemas.microsoft.com/office/drawing/2014/main" val="683526798"/>
                      </a:ext>
                    </a:extLst>
                  </a:tr>
                </a:tbl>
              </a:graphicData>
            </a:graphic>
          </p:graphicFrame>
        </mc:Fallback>
      </mc:AlternateContent>
      <p:sp>
        <p:nvSpPr>
          <p:cNvPr id="38" name="Freeform: Shape 37">
            <a:extLst>
              <a:ext uri="{FF2B5EF4-FFF2-40B4-BE49-F238E27FC236}">
                <a16:creationId xmlns:a16="http://schemas.microsoft.com/office/drawing/2014/main" id="{87AD727C-333A-4BF7-8456-1182252782A7}"/>
              </a:ext>
            </a:extLst>
          </p:cNvPr>
          <p:cNvSpPr/>
          <p:nvPr/>
        </p:nvSpPr>
        <p:spPr>
          <a:xfrm>
            <a:off x="1068913" y="4771525"/>
            <a:ext cx="3273289" cy="1378621"/>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Connector 38">
            <a:extLst>
              <a:ext uri="{FF2B5EF4-FFF2-40B4-BE49-F238E27FC236}">
                <a16:creationId xmlns:a16="http://schemas.microsoft.com/office/drawing/2014/main" id="{22BC1061-35DB-42F3-84F9-8DB28CC90A3D}"/>
              </a:ext>
            </a:extLst>
          </p:cNvPr>
          <p:cNvCxnSpPr>
            <a:cxnSpLocks/>
            <a:stCxn id="38" idx="2"/>
          </p:cNvCxnSpPr>
          <p:nvPr/>
        </p:nvCxnSpPr>
        <p:spPr>
          <a:xfrm>
            <a:off x="2717417" y="4771533"/>
            <a:ext cx="0" cy="1378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FE5A6D-6D0B-4735-971D-6CDC5A4DA9CA}"/>
              </a:ext>
            </a:extLst>
          </p:cNvPr>
          <p:cNvCxnSpPr>
            <a:cxnSpLocks/>
            <a:endCxn id="38" idx="4"/>
          </p:cNvCxnSpPr>
          <p:nvPr/>
        </p:nvCxnSpPr>
        <p:spPr>
          <a:xfrm flipV="1">
            <a:off x="1068913" y="6138413"/>
            <a:ext cx="3273289" cy="11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20D02A-3908-4D21-8A1F-550AA3ECB8A1}"/>
              </a:ext>
            </a:extLst>
          </p:cNvPr>
          <p:cNvCxnSpPr/>
          <p:nvPr/>
        </p:nvCxnSpPr>
        <p:spPr>
          <a:xfrm>
            <a:off x="1442494" y="6017643"/>
            <a:ext cx="0" cy="14077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F2E0841-C005-4D1D-B45A-1B714425EFE6}"/>
              </a:ext>
            </a:extLst>
          </p:cNvPr>
          <p:cNvSpPr txBox="1"/>
          <p:nvPr/>
        </p:nvSpPr>
        <p:spPr>
          <a:xfrm>
            <a:off x="1324713" y="6372266"/>
            <a:ext cx="874632" cy="307777"/>
          </a:xfrm>
          <a:prstGeom prst="rect">
            <a:avLst/>
          </a:prstGeom>
          <a:noFill/>
        </p:spPr>
        <p:txBody>
          <a:bodyPr wrap="square" rtlCol="0">
            <a:spAutoFit/>
          </a:bodyPr>
          <a:lstStyle/>
          <a:p>
            <a:pPr algn="ctr"/>
            <a:r>
              <a:rPr lang="en-US" sz="1400" dirty="0">
                <a:sym typeface="Symbol" panose="05050102010706020507" pitchFamily="18" charset="2"/>
              </a:rPr>
              <a:t></a:t>
            </a:r>
            <a:endParaRPr lang="en-IN" sz="1400" dirty="0"/>
          </a:p>
        </p:txBody>
      </p:sp>
      <p:cxnSp>
        <p:nvCxnSpPr>
          <p:cNvPr id="44" name="Straight Arrow Connector 43">
            <a:extLst>
              <a:ext uri="{FF2B5EF4-FFF2-40B4-BE49-F238E27FC236}">
                <a16:creationId xmlns:a16="http://schemas.microsoft.com/office/drawing/2014/main" id="{6C0603BA-F3D1-46BD-8E0C-846E5DB32180}"/>
              </a:ext>
            </a:extLst>
          </p:cNvPr>
          <p:cNvCxnSpPr>
            <a:cxnSpLocks/>
          </p:cNvCxnSpPr>
          <p:nvPr/>
        </p:nvCxnSpPr>
        <p:spPr>
          <a:xfrm flipH="1" flipV="1">
            <a:off x="1442093" y="6215556"/>
            <a:ext cx="217183" cy="196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D005F19-1E99-4DA2-A09B-71D06D7A52E9}"/>
              </a:ext>
            </a:extLst>
          </p:cNvPr>
          <p:cNvSpPr txBox="1"/>
          <p:nvPr/>
        </p:nvSpPr>
        <p:spPr>
          <a:xfrm>
            <a:off x="2023469" y="6324239"/>
            <a:ext cx="1745043" cy="338554"/>
          </a:xfrm>
          <a:prstGeom prst="rect">
            <a:avLst/>
          </a:prstGeom>
          <a:noFill/>
        </p:spPr>
        <p:txBody>
          <a:bodyPr wrap="square" rtlCol="0">
            <a:spAutoFit/>
          </a:bodyPr>
          <a:lstStyle/>
          <a:p>
            <a:r>
              <a:rPr lang="en-IN" sz="1600" dirty="0"/>
              <a:t>Lower tail test</a:t>
            </a:r>
          </a:p>
        </p:txBody>
      </p:sp>
      <p:sp>
        <p:nvSpPr>
          <p:cNvPr id="46" name="TextBox 45">
            <a:extLst>
              <a:ext uri="{FF2B5EF4-FFF2-40B4-BE49-F238E27FC236}">
                <a16:creationId xmlns:a16="http://schemas.microsoft.com/office/drawing/2014/main" id="{63A48C6B-AC66-4FAC-AF88-EB6E1FA6E818}"/>
              </a:ext>
            </a:extLst>
          </p:cNvPr>
          <p:cNvSpPr txBox="1"/>
          <p:nvPr/>
        </p:nvSpPr>
        <p:spPr>
          <a:xfrm>
            <a:off x="5391203" y="6278480"/>
            <a:ext cx="2287412" cy="338554"/>
          </a:xfrm>
          <a:prstGeom prst="rect">
            <a:avLst/>
          </a:prstGeom>
          <a:noFill/>
        </p:spPr>
        <p:txBody>
          <a:bodyPr wrap="square" rtlCol="0">
            <a:spAutoFit/>
          </a:bodyPr>
          <a:lstStyle/>
          <a:p>
            <a:pPr algn="ctr"/>
            <a:r>
              <a:rPr lang="en-IN" sz="1600" dirty="0"/>
              <a:t>Upper tailed test</a:t>
            </a:r>
          </a:p>
        </p:txBody>
      </p:sp>
      <p:sp>
        <p:nvSpPr>
          <p:cNvPr id="47" name="TextBox 46">
            <a:extLst>
              <a:ext uri="{FF2B5EF4-FFF2-40B4-BE49-F238E27FC236}">
                <a16:creationId xmlns:a16="http://schemas.microsoft.com/office/drawing/2014/main" id="{1934B8FD-4B80-4805-8E64-5E943988011F}"/>
              </a:ext>
            </a:extLst>
          </p:cNvPr>
          <p:cNvSpPr txBox="1"/>
          <p:nvPr/>
        </p:nvSpPr>
        <p:spPr>
          <a:xfrm>
            <a:off x="9272305" y="6217215"/>
            <a:ext cx="1612484" cy="369332"/>
          </a:xfrm>
          <a:prstGeom prst="rect">
            <a:avLst/>
          </a:prstGeom>
          <a:noFill/>
        </p:spPr>
        <p:txBody>
          <a:bodyPr wrap="square" rtlCol="0">
            <a:spAutoFit/>
          </a:bodyPr>
          <a:lstStyle/>
          <a:p>
            <a:r>
              <a:rPr lang="en-IN" dirty="0"/>
              <a:t>Two tailed test</a:t>
            </a:r>
          </a:p>
        </p:txBody>
      </p:sp>
      <p:sp>
        <p:nvSpPr>
          <p:cNvPr id="48" name="TextBox 47">
            <a:extLst>
              <a:ext uri="{FF2B5EF4-FFF2-40B4-BE49-F238E27FC236}">
                <a16:creationId xmlns:a16="http://schemas.microsoft.com/office/drawing/2014/main" id="{90917E23-3053-4E81-87F8-91C5FC02A224}"/>
              </a:ext>
            </a:extLst>
          </p:cNvPr>
          <p:cNvSpPr txBox="1"/>
          <p:nvPr/>
        </p:nvSpPr>
        <p:spPr>
          <a:xfrm>
            <a:off x="139700" y="528749"/>
            <a:ext cx="11919778" cy="1051570"/>
          </a:xfrm>
          <a:prstGeom prst="rect">
            <a:avLst/>
          </a:prstGeom>
          <a:noFill/>
        </p:spPr>
        <p:txBody>
          <a:bodyPr wrap="square" rtlCol="0">
            <a:spAutoFit/>
          </a:bodyPr>
          <a:lstStyle/>
          <a:p>
            <a:pPr marL="228600" indent="-228600">
              <a:spcBef>
                <a:spcPts val="1000"/>
              </a:spcBef>
              <a:buSzPct val="90000"/>
              <a:buFont typeface="Arial" panose="020B0604020202020204" pitchFamily="34" charset="0"/>
              <a:buChar char="•"/>
            </a:pPr>
            <a:r>
              <a:rPr lang="en-US" dirty="0"/>
              <a:t>In one tailed test, we check whether the score of group A is significantly </a:t>
            </a:r>
            <a:r>
              <a:rPr lang="en-US" u="sng" dirty="0"/>
              <a:t>&gt;</a:t>
            </a:r>
            <a:r>
              <a:rPr lang="en-US" dirty="0"/>
              <a:t> the score of group B or the score of group A is significantly </a:t>
            </a:r>
            <a:r>
              <a:rPr lang="en-US" u="sng" dirty="0"/>
              <a:t>&lt;</a:t>
            </a:r>
            <a:r>
              <a:rPr lang="en-US" dirty="0"/>
              <a:t> the score of group B. </a:t>
            </a:r>
          </a:p>
          <a:p>
            <a:pPr marL="228600" indent="-228600">
              <a:spcBef>
                <a:spcPts val="1000"/>
              </a:spcBef>
              <a:buSzPct val="90000"/>
              <a:buFont typeface="Arial" panose="020B0604020202020204" pitchFamily="34" charset="0"/>
              <a:buChar char="•"/>
            </a:pPr>
            <a:r>
              <a:rPr lang="en-US" dirty="0"/>
              <a:t>In two tailed test, we check whether the score of group A is significantly greater or less than the score of group B.</a:t>
            </a:r>
          </a:p>
        </p:txBody>
      </p:sp>
      <p:sp>
        <p:nvSpPr>
          <p:cNvPr id="6" name="Rectangle 5">
            <a:extLst>
              <a:ext uri="{FF2B5EF4-FFF2-40B4-BE49-F238E27FC236}">
                <a16:creationId xmlns:a16="http://schemas.microsoft.com/office/drawing/2014/main" id="{97DE2CE7-F591-446F-86D6-94BA0E5AE397}"/>
              </a:ext>
            </a:extLst>
          </p:cNvPr>
          <p:cNvSpPr/>
          <p:nvPr/>
        </p:nvSpPr>
        <p:spPr>
          <a:xfrm>
            <a:off x="773402" y="6083898"/>
            <a:ext cx="389850" cy="369332"/>
          </a:xfrm>
          <a:prstGeom prst="rect">
            <a:avLst/>
          </a:prstGeom>
        </p:spPr>
        <p:txBody>
          <a:bodyPr wrap="none">
            <a:spAutoFit/>
          </a:bodyPr>
          <a:lstStyle/>
          <a:p>
            <a:r>
              <a:rPr lang="en-IN" dirty="0"/>
              <a:t>µ</a:t>
            </a:r>
            <a:r>
              <a:rPr lang="en-IN" baseline="-25000" dirty="0"/>
              <a:t>0</a:t>
            </a:r>
            <a:endParaRPr lang="en-IN" dirty="0"/>
          </a:p>
        </p:txBody>
      </p:sp>
      <p:sp>
        <p:nvSpPr>
          <p:cNvPr id="49" name="Rectangle 48">
            <a:extLst>
              <a:ext uri="{FF2B5EF4-FFF2-40B4-BE49-F238E27FC236}">
                <a16:creationId xmlns:a16="http://schemas.microsoft.com/office/drawing/2014/main" id="{C9F4CA1C-DC8A-484B-B7FD-EEFE8908B6A4}"/>
              </a:ext>
            </a:extLst>
          </p:cNvPr>
          <p:cNvSpPr/>
          <p:nvPr/>
        </p:nvSpPr>
        <p:spPr>
          <a:xfrm>
            <a:off x="7909129" y="5972465"/>
            <a:ext cx="389850" cy="369332"/>
          </a:xfrm>
          <a:prstGeom prst="rect">
            <a:avLst/>
          </a:prstGeom>
        </p:spPr>
        <p:txBody>
          <a:bodyPr wrap="none">
            <a:spAutoFit/>
          </a:bodyPr>
          <a:lstStyle/>
          <a:p>
            <a:r>
              <a:rPr lang="en-IN" dirty="0"/>
              <a:t>µ</a:t>
            </a:r>
            <a:r>
              <a:rPr lang="en-IN" baseline="-25000" dirty="0"/>
              <a:t>0</a:t>
            </a:r>
            <a:endParaRPr lang="en-IN" dirty="0"/>
          </a:p>
        </p:txBody>
      </p:sp>
      <p:sp>
        <p:nvSpPr>
          <p:cNvPr id="50" name="Rectangle 49">
            <a:extLst>
              <a:ext uri="{FF2B5EF4-FFF2-40B4-BE49-F238E27FC236}">
                <a16:creationId xmlns:a16="http://schemas.microsoft.com/office/drawing/2014/main" id="{30159B51-E49E-416B-8B75-C3EEEAD1A618}"/>
              </a:ext>
            </a:extLst>
          </p:cNvPr>
          <p:cNvSpPr/>
          <p:nvPr/>
        </p:nvSpPr>
        <p:spPr>
          <a:xfrm>
            <a:off x="2556030" y="6048094"/>
            <a:ext cx="311304" cy="369332"/>
          </a:xfrm>
          <a:prstGeom prst="rect">
            <a:avLst/>
          </a:prstGeom>
        </p:spPr>
        <p:txBody>
          <a:bodyPr wrap="none">
            <a:spAutoFit/>
          </a:bodyPr>
          <a:lstStyle/>
          <a:p>
            <a:r>
              <a:rPr lang="en-IN" dirty="0"/>
              <a:t>µ</a:t>
            </a:r>
          </a:p>
        </p:txBody>
      </p:sp>
      <p:sp>
        <p:nvSpPr>
          <p:cNvPr id="51" name="Rectangle 50">
            <a:extLst>
              <a:ext uri="{FF2B5EF4-FFF2-40B4-BE49-F238E27FC236}">
                <a16:creationId xmlns:a16="http://schemas.microsoft.com/office/drawing/2014/main" id="{949F3202-07D7-47C6-AED2-545AE002D00F}"/>
              </a:ext>
            </a:extLst>
          </p:cNvPr>
          <p:cNvSpPr/>
          <p:nvPr/>
        </p:nvSpPr>
        <p:spPr>
          <a:xfrm>
            <a:off x="6232975" y="6029109"/>
            <a:ext cx="311304" cy="369332"/>
          </a:xfrm>
          <a:prstGeom prst="rect">
            <a:avLst/>
          </a:prstGeom>
        </p:spPr>
        <p:txBody>
          <a:bodyPr wrap="none">
            <a:spAutoFit/>
          </a:bodyPr>
          <a:lstStyle/>
          <a:p>
            <a:r>
              <a:rPr lang="en-IN" dirty="0"/>
              <a:t>µ</a:t>
            </a:r>
          </a:p>
        </p:txBody>
      </p:sp>
      <p:sp>
        <p:nvSpPr>
          <p:cNvPr id="52" name="Right Triangle 51">
            <a:extLst>
              <a:ext uri="{FF2B5EF4-FFF2-40B4-BE49-F238E27FC236}">
                <a16:creationId xmlns:a16="http://schemas.microsoft.com/office/drawing/2014/main" id="{317991C2-3DAB-4A1B-967C-2EB95253DFAC}"/>
              </a:ext>
            </a:extLst>
          </p:cNvPr>
          <p:cNvSpPr/>
          <p:nvPr/>
        </p:nvSpPr>
        <p:spPr>
          <a:xfrm>
            <a:off x="7422846" y="5950787"/>
            <a:ext cx="556592" cy="14612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ight Triangle 52">
            <a:extLst>
              <a:ext uri="{FF2B5EF4-FFF2-40B4-BE49-F238E27FC236}">
                <a16:creationId xmlns:a16="http://schemas.microsoft.com/office/drawing/2014/main" id="{FE78A54D-1FD7-491D-8C09-6CD4582CB97D}"/>
              </a:ext>
            </a:extLst>
          </p:cNvPr>
          <p:cNvSpPr/>
          <p:nvPr/>
        </p:nvSpPr>
        <p:spPr>
          <a:xfrm flipH="1">
            <a:off x="1072114" y="6015857"/>
            <a:ext cx="541700" cy="133261"/>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ight Triangle 53">
            <a:extLst>
              <a:ext uri="{FF2B5EF4-FFF2-40B4-BE49-F238E27FC236}">
                <a16:creationId xmlns:a16="http://schemas.microsoft.com/office/drawing/2014/main" id="{5073F19F-CF0A-4411-AA15-B44AFCAF5E27}"/>
              </a:ext>
            </a:extLst>
          </p:cNvPr>
          <p:cNvSpPr/>
          <p:nvPr/>
        </p:nvSpPr>
        <p:spPr>
          <a:xfrm flipH="1">
            <a:off x="8326160" y="5889236"/>
            <a:ext cx="541700" cy="17228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ight Triangle 54">
            <a:extLst>
              <a:ext uri="{FF2B5EF4-FFF2-40B4-BE49-F238E27FC236}">
                <a16:creationId xmlns:a16="http://schemas.microsoft.com/office/drawing/2014/main" id="{5E869AF4-CE6E-4E08-B683-D72447AAF708}"/>
              </a:ext>
            </a:extLst>
          </p:cNvPr>
          <p:cNvSpPr/>
          <p:nvPr/>
        </p:nvSpPr>
        <p:spPr>
          <a:xfrm>
            <a:off x="11024987" y="5899867"/>
            <a:ext cx="556592" cy="14612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390E464-65EF-4C7E-A6DA-997DFDE61A62}"/>
              </a:ext>
            </a:extLst>
          </p:cNvPr>
          <p:cNvSpPr txBox="1"/>
          <p:nvPr/>
        </p:nvSpPr>
        <p:spPr>
          <a:xfrm>
            <a:off x="439343" y="4077167"/>
            <a:ext cx="4161184" cy="646331"/>
          </a:xfrm>
          <a:prstGeom prst="rect">
            <a:avLst/>
          </a:prstGeom>
          <a:noFill/>
        </p:spPr>
        <p:txBody>
          <a:bodyPr wrap="square" rtlCol="0">
            <a:spAutoFit/>
          </a:bodyPr>
          <a:lstStyle/>
          <a:p>
            <a:r>
              <a:rPr lang="en-IN" dirty="0"/>
              <a:t>Lower tail test: H</a:t>
            </a:r>
            <a:r>
              <a:rPr lang="en-IN" baseline="-25000" dirty="0"/>
              <a:t>0</a:t>
            </a:r>
            <a:r>
              <a:rPr lang="en-IN" dirty="0"/>
              <a:t> : µ</a:t>
            </a:r>
            <a:r>
              <a:rPr lang="en-IN" baseline="-25000" dirty="0"/>
              <a:t>0</a:t>
            </a:r>
            <a:r>
              <a:rPr lang="en-IN" dirty="0"/>
              <a:t> </a:t>
            </a:r>
            <a:r>
              <a:rPr lang="en-IN" u="sng" dirty="0"/>
              <a:t>&lt;</a:t>
            </a:r>
            <a:r>
              <a:rPr lang="en-IN" dirty="0"/>
              <a:t> µ</a:t>
            </a:r>
            <a:r>
              <a:rPr lang="en-IN" baseline="-25000" dirty="0"/>
              <a:t>, </a:t>
            </a:r>
            <a:r>
              <a:rPr lang="en-IN" dirty="0"/>
              <a:t>H</a:t>
            </a:r>
            <a:r>
              <a:rPr lang="en-IN" baseline="-25000" dirty="0"/>
              <a:t>1</a:t>
            </a:r>
            <a:r>
              <a:rPr lang="en-IN" dirty="0"/>
              <a:t> : µ</a:t>
            </a:r>
            <a:r>
              <a:rPr lang="en-IN" baseline="-25000" dirty="0"/>
              <a:t>0</a:t>
            </a:r>
            <a:r>
              <a:rPr lang="en-IN" dirty="0"/>
              <a:t> &gt; µ</a:t>
            </a:r>
          </a:p>
          <a:p>
            <a:r>
              <a:rPr lang="en-IN" dirty="0"/>
              <a:t>Upper tail test: H</a:t>
            </a:r>
            <a:r>
              <a:rPr lang="en-IN" baseline="-25000" dirty="0"/>
              <a:t>0</a:t>
            </a:r>
            <a:r>
              <a:rPr lang="en-IN" dirty="0"/>
              <a:t> : µ</a:t>
            </a:r>
            <a:r>
              <a:rPr lang="en-IN" baseline="-25000" dirty="0"/>
              <a:t>0</a:t>
            </a:r>
            <a:r>
              <a:rPr lang="en-IN" dirty="0"/>
              <a:t> </a:t>
            </a:r>
            <a:r>
              <a:rPr lang="en-IN" u="sng" dirty="0"/>
              <a:t>&gt;</a:t>
            </a:r>
            <a:r>
              <a:rPr lang="en-IN" dirty="0"/>
              <a:t> µ</a:t>
            </a:r>
            <a:r>
              <a:rPr lang="en-IN" baseline="-25000" dirty="0"/>
              <a:t>, </a:t>
            </a:r>
            <a:r>
              <a:rPr lang="en-IN" dirty="0"/>
              <a:t>H</a:t>
            </a:r>
            <a:r>
              <a:rPr lang="en-IN" baseline="-25000" dirty="0"/>
              <a:t>1</a:t>
            </a:r>
            <a:r>
              <a:rPr lang="en-IN" dirty="0"/>
              <a:t> : µ</a:t>
            </a:r>
            <a:r>
              <a:rPr lang="en-IN" baseline="-25000" dirty="0"/>
              <a:t>0</a:t>
            </a:r>
            <a:r>
              <a:rPr lang="en-IN" dirty="0"/>
              <a:t> &lt; µ</a:t>
            </a:r>
            <a:endParaRPr lang="en-IN" baseline="-25000" dirty="0"/>
          </a:p>
        </p:txBody>
      </p:sp>
      <p:sp>
        <p:nvSpPr>
          <p:cNvPr id="56" name="TextBox 55">
            <a:extLst>
              <a:ext uri="{FF2B5EF4-FFF2-40B4-BE49-F238E27FC236}">
                <a16:creationId xmlns:a16="http://schemas.microsoft.com/office/drawing/2014/main" id="{527105E4-9991-4965-BE3D-D70B928D7B60}"/>
              </a:ext>
            </a:extLst>
          </p:cNvPr>
          <p:cNvSpPr txBox="1"/>
          <p:nvPr/>
        </p:nvSpPr>
        <p:spPr>
          <a:xfrm>
            <a:off x="6559160" y="4119488"/>
            <a:ext cx="4161184" cy="369332"/>
          </a:xfrm>
          <a:prstGeom prst="rect">
            <a:avLst/>
          </a:prstGeom>
          <a:noFill/>
        </p:spPr>
        <p:txBody>
          <a:bodyPr wrap="square" rtlCol="0">
            <a:spAutoFit/>
          </a:bodyPr>
          <a:lstStyle/>
          <a:p>
            <a:r>
              <a:rPr lang="en-IN" dirty="0"/>
              <a:t>Two tailed test: H</a:t>
            </a:r>
            <a:r>
              <a:rPr lang="en-IN" baseline="-25000" dirty="0"/>
              <a:t>0</a:t>
            </a:r>
            <a:r>
              <a:rPr lang="en-IN" dirty="0"/>
              <a:t> : µ = µ</a:t>
            </a:r>
            <a:r>
              <a:rPr lang="en-IN" baseline="-25000" dirty="0"/>
              <a:t>0, </a:t>
            </a:r>
            <a:r>
              <a:rPr lang="en-IN" dirty="0"/>
              <a:t>H</a:t>
            </a:r>
            <a:r>
              <a:rPr lang="en-IN" baseline="-25000" dirty="0"/>
              <a:t>1</a:t>
            </a:r>
            <a:r>
              <a:rPr lang="en-IN" dirty="0"/>
              <a:t> : µ </a:t>
            </a:r>
            <a:r>
              <a:rPr lang="en-IN" dirty="0">
                <a:sym typeface="Symbol" panose="05050102010706020507" pitchFamily="18" charset="2"/>
              </a:rPr>
              <a:t></a:t>
            </a:r>
            <a:r>
              <a:rPr lang="en-IN" dirty="0"/>
              <a:t> µ</a:t>
            </a:r>
            <a:r>
              <a:rPr lang="en-IN" baseline="-25000" dirty="0"/>
              <a:t>0</a:t>
            </a:r>
            <a:endParaRPr lang="en-IN" dirty="0"/>
          </a:p>
        </p:txBody>
      </p:sp>
      <p:sp>
        <p:nvSpPr>
          <p:cNvPr id="58" name="expertsource_Rsetting_footer">
            <a:extLst>
              <a:ext uri="{FF2B5EF4-FFF2-40B4-BE49-F238E27FC236}">
                <a16:creationId xmlns:a16="http://schemas.microsoft.com/office/drawing/2014/main" id="{17C6164F-2151-4A1B-A5D9-8D7FCE4CED6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59" name="Rectangle 58">
            <a:extLst>
              <a:ext uri="{FF2B5EF4-FFF2-40B4-BE49-F238E27FC236}">
                <a16:creationId xmlns:a16="http://schemas.microsoft.com/office/drawing/2014/main" id="{3561A4CD-384D-4356-8B43-CE1138EB1C2C}"/>
              </a:ext>
            </a:extLst>
          </p:cNvPr>
          <p:cNvSpPr/>
          <p:nvPr/>
        </p:nvSpPr>
        <p:spPr>
          <a:xfrm>
            <a:off x="9818164" y="5983691"/>
            <a:ext cx="311304" cy="369332"/>
          </a:xfrm>
          <a:prstGeom prst="rect">
            <a:avLst/>
          </a:prstGeom>
        </p:spPr>
        <p:txBody>
          <a:bodyPr wrap="none">
            <a:spAutoFit/>
          </a:bodyPr>
          <a:lstStyle/>
          <a:p>
            <a:r>
              <a:rPr lang="en-IN" dirty="0"/>
              <a:t>µ</a:t>
            </a:r>
          </a:p>
        </p:txBody>
      </p:sp>
    </p:spTree>
    <p:extLst>
      <p:ext uri="{BB962C8B-B14F-4D97-AF65-F5344CB8AC3E}">
        <p14:creationId xmlns:p14="http://schemas.microsoft.com/office/powerpoint/2010/main" val="1918738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p-Value Approach to One-Tailed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7</a:t>
            </a:fld>
            <a:endParaRPr lang="en-IN"/>
          </a:p>
        </p:txBody>
      </p:sp>
      <p:sp>
        <p:nvSpPr>
          <p:cNvPr id="16" name="TextBox 15">
            <a:extLst>
              <a:ext uri="{FF2B5EF4-FFF2-40B4-BE49-F238E27FC236}">
                <a16:creationId xmlns:a16="http://schemas.microsoft.com/office/drawing/2014/main" id="{5EDBD69D-0207-4008-958A-565098D5D346}"/>
              </a:ext>
            </a:extLst>
          </p:cNvPr>
          <p:cNvSpPr txBox="1"/>
          <p:nvPr/>
        </p:nvSpPr>
        <p:spPr>
          <a:xfrm>
            <a:off x="139700" y="641503"/>
            <a:ext cx="7361030" cy="2195473"/>
          </a:xfrm>
          <a:prstGeom prst="rect">
            <a:avLst/>
          </a:prstGeom>
          <a:noFill/>
        </p:spPr>
        <p:txBody>
          <a:bodyPr wrap="square" rtlCol="0">
            <a:spAutoFit/>
          </a:bodyPr>
          <a:lstStyle/>
          <a:p>
            <a:pPr marL="228600" indent="-228600">
              <a:spcBef>
                <a:spcPts val="1000"/>
              </a:spcBef>
              <a:buSzPct val="90000"/>
              <a:buFont typeface="Arial" panose="020B0604020202020204" pitchFamily="34" charset="0"/>
              <a:buChar char="•"/>
            </a:pPr>
            <a:r>
              <a:rPr lang="en-US" sz="2000" dirty="0"/>
              <a:t>The p-value is the probability, computed using the test statistic, that measures the support (or lack of support) provided by the sample for the null hypothesis.</a:t>
            </a:r>
          </a:p>
          <a:p>
            <a:pPr marL="228600" indent="-228600">
              <a:spcBef>
                <a:spcPts val="1000"/>
              </a:spcBef>
              <a:buSzPct val="90000"/>
              <a:buFont typeface="Arial" panose="020B0604020202020204" pitchFamily="34" charset="0"/>
              <a:buChar char="•"/>
            </a:pPr>
            <a:r>
              <a:rPr lang="en-US" sz="2000" dirty="0"/>
              <a:t>If the p-value is less than or equal to the level of significance </a:t>
            </a:r>
            <a:r>
              <a:rPr lang="en-US" sz="2000" dirty="0">
                <a:sym typeface="Symbol" panose="05050102010706020507" pitchFamily="18" charset="2"/>
              </a:rPr>
              <a:t></a:t>
            </a:r>
            <a:r>
              <a:rPr lang="en-US" sz="2000" dirty="0"/>
              <a:t>, the value of the test statistic is in the rejection region.</a:t>
            </a:r>
          </a:p>
          <a:p>
            <a:pPr marL="228600" indent="-228600">
              <a:spcBef>
                <a:spcPts val="1000"/>
              </a:spcBef>
              <a:buFont typeface="Arial" panose="020B0604020202020204" pitchFamily="34" charset="0"/>
              <a:buChar char="•"/>
            </a:pPr>
            <a:r>
              <a:rPr lang="en-US" sz="2000" dirty="0"/>
              <a:t>Reject H</a:t>
            </a:r>
            <a:r>
              <a:rPr lang="en-US" sz="2000" baseline="-25000" dirty="0"/>
              <a:t>0</a:t>
            </a:r>
            <a:r>
              <a:rPr lang="en-US" sz="2000" dirty="0"/>
              <a:t> if the p-value </a:t>
            </a:r>
            <a:r>
              <a:rPr lang="en-US" sz="2000" u="sng" dirty="0"/>
              <a:t>&lt;</a:t>
            </a:r>
            <a:r>
              <a:rPr lang="en-US" sz="2000" dirty="0"/>
              <a:t> </a:t>
            </a:r>
            <a:r>
              <a:rPr lang="en-US" sz="2000" dirty="0">
                <a:sym typeface="Symbol" panose="05050102010706020507" pitchFamily="18" charset="2"/>
              </a:rPr>
              <a:t></a:t>
            </a:r>
            <a:r>
              <a:rPr lang="en-US" sz="2000" dirty="0"/>
              <a:t>.</a:t>
            </a:r>
          </a:p>
        </p:txBody>
      </p:sp>
      <p:sp>
        <p:nvSpPr>
          <p:cNvPr id="20" name="Freeform: Shape 19">
            <a:extLst>
              <a:ext uri="{FF2B5EF4-FFF2-40B4-BE49-F238E27FC236}">
                <a16:creationId xmlns:a16="http://schemas.microsoft.com/office/drawing/2014/main" id="{0FF457CF-FAC7-40B4-80D2-99234AEC340D}"/>
              </a:ext>
            </a:extLst>
          </p:cNvPr>
          <p:cNvSpPr/>
          <p:nvPr/>
        </p:nvSpPr>
        <p:spPr>
          <a:xfrm>
            <a:off x="8064535" y="2093843"/>
            <a:ext cx="3273289" cy="3902570"/>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07627D0C-556A-4C3D-A8E1-6509D634D1FB}"/>
              </a:ext>
            </a:extLst>
          </p:cNvPr>
          <p:cNvCxnSpPr>
            <a:endCxn id="20" idx="4"/>
          </p:cNvCxnSpPr>
          <p:nvPr/>
        </p:nvCxnSpPr>
        <p:spPr>
          <a:xfrm flipV="1">
            <a:off x="8064535" y="5963199"/>
            <a:ext cx="3273289" cy="33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E3E03F-0231-40EC-AA53-1D957A2BDE74}"/>
              </a:ext>
            </a:extLst>
          </p:cNvPr>
          <p:cNvCxnSpPr/>
          <p:nvPr/>
        </p:nvCxnSpPr>
        <p:spPr>
          <a:xfrm>
            <a:off x="10901977" y="5680392"/>
            <a:ext cx="0" cy="2828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928E1E9-9BEF-4FA4-86C9-C3085BB7E285}"/>
              </a:ext>
            </a:extLst>
          </p:cNvPr>
          <p:cNvCxnSpPr>
            <a:cxnSpLocks/>
          </p:cNvCxnSpPr>
          <p:nvPr/>
        </p:nvCxnSpPr>
        <p:spPr>
          <a:xfrm flipH="1" flipV="1">
            <a:off x="11105322" y="5989983"/>
            <a:ext cx="252894" cy="277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0793989-4D9A-4284-8E10-433BE9D2D7F3}"/>
              </a:ext>
            </a:extLst>
          </p:cNvPr>
          <p:cNvSpPr txBox="1"/>
          <p:nvPr/>
        </p:nvSpPr>
        <p:spPr>
          <a:xfrm>
            <a:off x="11046694" y="6095703"/>
            <a:ext cx="874632" cy="307777"/>
          </a:xfrm>
          <a:prstGeom prst="rect">
            <a:avLst/>
          </a:prstGeom>
          <a:noFill/>
        </p:spPr>
        <p:txBody>
          <a:bodyPr wrap="square" rtlCol="0">
            <a:spAutoFit/>
          </a:bodyPr>
          <a:lstStyle/>
          <a:p>
            <a:pPr algn="ctr"/>
            <a:r>
              <a:rPr lang="en-US" sz="1400" dirty="0">
                <a:sym typeface="Symbol" panose="05050102010706020507" pitchFamily="18" charset="2"/>
              </a:rPr>
              <a:t></a:t>
            </a:r>
            <a:endParaRPr lang="en-IN" sz="1400" dirty="0"/>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37" name="Rectangle 4">
            <a:extLst>
              <a:ext uri="{FF2B5EF4-FFF2-40B4-BE49-F238E27FC236}">
                <a16:creationId xmlns:a16="http://schemas.microsoft.com/office/drawing/2014/main" id="{AF073CCD-3512-4206-BC02-4A9458378A05}"/>
              </a:ext>
            </a:extLst>
          </p:cNvPr>
          <p:cNvSpPr>
            <a:spLocks noChangeArrowheads="1"/>
          </p:cNvSpPr>
          <p:nvPr/>
        </p:nvSpPr>
        <p:spPr bwMode="auto">
          <a:xfrm>
            <a:off x="185241" y="3736626"/>
            <a:ext cx="5404525" cy="2531165"/>
          </a:xfrm>
          <a:prstGeom prst="rect">
            <a:avLst/>
          </a:prstGeom>
          <a:noFill/>
          <a:ln w="12700">
            <a:noFill/>
            <a:miter lim="800000"/>
            <a:headEnd/>
            <a:tailEnd/>
          </a:ln>
          <a:effectLst/>
        </p:spPr>
        <p:txBody>
          <a:bodyPr wrap="none" anchor="ctr"/>
          <a:lstStyle/>
          <a:p>
            <a:pPr marL="342900" indent="-342900" algn="l">
              <a:buSzPct val="90000"/>
              <a:buFont typeface="Arial" panose="020B0604020202020204" pitchFamily="34" charset="0"/>
              <a:buChar char="•"/>
            </a:pPr>
            <a:r>
              <a:rPr lang="en-US" b="1" dirty="0"/>
              <a:t>Less than .01</a:t>
            </a:r>
          </a:p>
          <a:p>
            <a:pPr marL="800100" lvl="1" indent="-342900">
              <a:buSzPct val="90000"/>
              <a:buFont typeface="Arial" panose="020B0604020202020204" pitchFamily="34" charset="0"/>
              <a:buChar char="•"/>
            </a:pPr>
            <a:r>
              <a:rPr lang="en-US" dirty="0"/>
              <a:t>Overwhelming evidence to conclude H</a:t>
            </a:r>
            <a:r>
              <a:rPr lang="en-US" baseline="-25000" dirty="0"/>
              <a:t>1</a:t>
            </a:r>
            <a:r>
              <a:rPr lang="en-US" dirty="0"/>
              <a:t> is true.</a:t>
            </a:r>
          </a:p>
          <a:p>
            <a:pPr marL="342900" indent="-342900" algn="l">
              <a:buSzPct val="90000"/>
              <a:buFont typeface="Arial" panose="020B0604020202020204" pitchFamily="34" charset="0"/>
              <a:buChar char="•"/>
            </a:pPr>
            <a:r>
              <a:rPr lang="en-US" b="1" dirty="0"/>
              <a:t>Between  .01 and .05</a:t>
            </a:r>
          </a:p>
          <a:p>
            <a:pPr marL="800100" lvl="1" indent="-342900">
              <a:spcBef>
                <a:spcPct val="20000"/>
              </a:spcBef>
              <a:buSzPct val="75000"/>
              <a:buFont typeface="Arial" panose="020B0604020202020204" pitchFamily="34" charset="0"/>
              <a:buChar char="•"/>
            </a:pPr>
            <a:r>
              <a:rPr lang="en-US" dirty="0"/>
              <a:t>Strong evidence to conclude H</a:t>
            </a:r>
            <a:r>
              <a:rPr lang="en-US" baseline="-25000" dirty="0"/>
              <a:t>1</a:t>
            </a:r>
            <a:r>
              <a:rPr lang="en-US" dirty="0"/>
              <a:t> is true.</a:t>
            </a:r>
          </a:p>
          <a:p>
            <a:pPr marL="342900" indent="-342900">
              <a:spcBef>
                <a:spcPct val="20000"/>
              </a:spcBef>
              <a:buSzPct val="75000"/>
              <a:buFont typeface="Arial" panose="020B0604020202020204" pitchFamily="34" charset="0"/>
              <a:buChar char="•"/>
            </a:pPr>
            <a:r>
              <a:rPr lang="en-US" b="1" dirty="0"/>
              <a:t>Between .05 and .10</a:t>
            </a:r>
          </a:p>
          <a:p>
            <a:pPr marL="800100" lvl="1" indent="-342900">
              <a:spcBef>
                <a:spcPct val="20000"/>
              </a:spcBef>
              <a:buSzPct val="75000"/>
              <a:buFont typeface="Arial" panose="020B0604020202020204" pitchFamily="34" charset="0"/>
              <a:buChar char="•"/>
            </a:pPr>
            <a:r>
              <a:rPr lang="en-US" dirty="0"/>
              <a:t>Weak evidence to conclude H</a:t>
            </a:r>
            <a:r>
              <a:rPr lang="en-US" baseline="-25000" dirty="0"/>
              <a:t>1</a:t>
            </a:r>
            <a:r>
              <a:rPr lang="en-US" dirty="0"/>
              <a:t> is true.</a:t>
            </a:r>
          </a:p>
          <a:p>
            <a:pPr marL="342900" indent="-342900">
              <a:spcBef>
                <a:spcPct val="20000"/>
              </a:spcBef>
              <a:buSzPct val="75000"/>
              <a:buFont typeface="Arial" panose="020B0604020202020204" pitchFamily="34" charset="0"/>
              <a:buChar char="•"/>
            </a:pPr>
            <a:r>
              <a:rPr lang="en-US" b="1" dirty="0"/>
              <a:t>Greater than .10</a:t>
            </a:r>
          </a:p>
          <a:p>
            <a:pPr marL="800100" lvl="1" indent="-342900">
              <a:spcBef>
                <a:spcPct val="20000"/>
              </a:spcBef>
              <a:buSzPct val="75000"/>
              <a:buFont typeface="Arial" panose="020B0604020202020204" pitchFamily="34" charset="0"/>
              <a:buChar char="•"/>
            </a:pPr>
            <a:r>
              <a:rPr lang="en-US" dirty="0"/>
              <a:t>Insufficient evidence to conclude H</a:t>
            </a:r>
            <a:r>
              <a:rPr lang="en-US" baseline="-25000" dirty="0"/>
              <a:t>1</a:t>
            </a:r>
            <a:r>
              <a:rPr lang="en-US" dirty="0"/>
              <a:t> is true.</a:t>
            </a:r>
          </a:p>
        </p:txBody>
      </p:sp>
      <p:sp>
        <p:nvSpPr>
          <p:cNvPr id="38" name="Rectangle 37">
            <a:extLst>
              <a:ext uri="{FF2B5EF4-FFF2-40B4-BE49-F238E27FC236}">
                <a16:creationId xmlns:a16="http://schemas.microsoft.com/office/drawing/2014/main" id="{A0B886B4-7FFA-4447-A7C2-DA989BD9F2D0}"/>
              </a:ext>
            </a:extLst>
          </p:cNvPr>
          <p:cNvSpPr/>
          <p:nvPr/>
        </p:nvSpPr>
        <p:spPr>
          <a:xfrm>
            <a:off x="1754525" y="3126566"/>
            <a:ext cx="2704537" cy="33799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Interpretation of p-values</a:t>
            </a:r>
          </a:p>
        </p:txBody>
      </p:sp>
      <p:sp>
        <p:nvSpPr>
          <p:cNvPr id="9" name="Right Triangle 8">
            <a:extLst>
              <a:ext uri="{FF2B5EF4-FFF2-40B4-BE49-F238E27FC236}">
                <a16:creationId xmlns:a16="http://schemas.microsoft.com/office/drawing/2014/main" id="{693602EF-EC17-40D4-8830-F8570D78F8D5}"/>
              </a:ext>
            </a:extLst>
          </p:cNvPr>
          <p:cNvSpPr/>
          <p:nvPr/>
        </p:nvSpPr>
        <p:spPr>
          <a:xfrm>
            <a:off x="10888793" y="5667139"/>
            <a:ext cx="459562" cy="309591"/>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5223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lide(fromTop)">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Critical Value Approach to One-Tailed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8</a:t>
            </a:fld>
            <a:endParaRPr lang="en-IN"/>
          </a:p>
        </p:txBody>
      </p:sp>
      <p:sp>
        <p:nvSpPr>
          <p:cNvPr id="5" name="TextBox 4">
            <a:extLst>
              <a:ext uri="{FF2B5EF4-FFF2-40B4-BE49-F238E27FC236}">
                <a16:creationId xmlns:a16="http://schemas.microsoft.com/office/drawing/2014/main" id="{4BCBB5D3-C316-4308-BA19-36F9EE6BBF47}"/>
              </a:ext>
            </a:extLst>
          </p:cNvPr>
          <p:cNvSpPr txBox="1"/>
          <p:nvPr/>
        </p:nvSpPr>
        <p:spPr>
          <a:xfrm>
            <a:off x="139700" y="549623"/>
            <a:ext cx="9770404" cy="4281300"/>
          </a:xfrm>
          <a:prstGeom prst="rect">
            <a:avLst/>
          </a:prstGeom>
          <a:noFill/>
        </p:spPr>
        <p:txBody>
          <a:bodyPr wrap="square" rtlCol="0">
            <a:spAutoFit/>
          </a:bodyPr>
          <a:lstStyle/>
          <a:p>
            <a:pPr marL="342900" indent="-342900">
              <a:lnSpc>
                <a:spcPct val="150000"/>
              </a:lnSpc>
              <a:buSzPct val="90000"/>
              <a:buFont typeface="Arial" panose="020B0604020202020204" pitchFamily="34" charset="0"/>
              <a:buChar char="•"/>
            </a:pPr>
            <a:r>
              <a:rPr lang="en-US" sz="2000" dirty="0"/>
              <a:t>The test statistic z has a standard normal probability distribution.</a:t>
            </a:r>
          </a:p>
          <a:p>
            <a:pPr marL="342900" indent="-342900">
              <a:lnSpc>
                <a:spcPct val="150000"/>
              </a:lnSpc>
              <a:buSzPct val="90000"/>
              <a:buFont typeface="Arial" panose="020B0604020202020204" pitchFamily="34" charset="0"/>
              <a:buChar char="•"/>
            </a:pPr>
            <a:r>
              <a:rPr lang="en-US" sz="2000" dirty="0"/>
              <a:t>We can use the standard normal probability distribution table to find the z-value with an area of </a:t>
            </a:r>
            <a:r>
              <a:rPr lang="en-US" sz="2000" dirty="0">
                <a:sym typeface="Symbol" panose="05050102010706020507" pitchFamily="18" charset="2"/>
              </a:rPr>
              <a:t></a:t>
            </a:r>
            <a:r>
              <a:rPr lang="en-US" sz="2000" dirty="0"/>
              <a:t> in the lower (or upper) tail of the distribution.</a:t>
            </a:r>
          </a:p>
          <a:p>
            <a:pPr marL="342900" indent="-342900">
              <a:lnSpc>
                <a:spcPct val="150000"/>
              </a:lnSpc>
              <a:buSzPct val="90000"/>
              <a:buFont typeface="Arial" panose="020B0604020202020204" pitchFamily="34" charset="0"/>
              <a:buChar char="•"/>
            </a:pPr>
            <a:r>
              <a:rPr lang="en-US" sz="2000" dirty="0"/>
              <a:t>The value of the test statistic that established the </a:t>
            </a:r>
            <a:r>
              <a:rPr lang="en-US" sz="2000" b="1" dirty="0"/>
              <a:t>boundary of the rejection region </a:t>
            </a:r>
            <a:r>
              <a:rPr lang="en-US" sz="2000" dirty="0"/>
              <a:t>is called the </a:t>
            </a:r>
            <a:r>
              <a:rPr lang="en-US" sz="2000" b="1" dirty="0"/>
              <a:t>critical value </a:t>
            </a:r>
            <a:r>
              <a:rPr lang="en-US" sz="2000" dirty="0"/>
              <a:t>for the test.</a:t>
            </a:r>
          </a:p>
          <a:p>
            <a:pPr marL="342900" indent="-342900">
              <a:lnSpc>
                <a:spcPct val="150000"/>
              </a:lnSpc>
              <a:buFont typeface="Arial" panose="020B0604020202020204" pitchFamily="34" charset="0"/>
              <a:buChar char="•"/>
            </a:pPr>
            <a:r>
              <a:rPr lang="en-US" sz="2000" dirty="0"/>
              <a:t>The rejection rule is:</a:t>
            </a:r>
          </a:p>
          <a:p>
            <a:pPr marL="800100" lvl="1" indent="-342900">
              <a:lnSpc>
                <a:spcPct val="150000"/>
              </a:lnSpc>
              <a:spcBef>
                <a:spcPct val="20000"/>
              </a:spcBef>
              <a:buSzPct val="75000"/>
              <a:buFont typeface="Arial" panose="020B0604020202020204" pitchFamily="34" charset="0"/>
              <a:buChar char="•"/>
            </a:pPr>
            <a:r>
              <a:rPr lang="en-US" sz="2000" dirty="0"/>
              <a:t>  Lower tail:  Reject H</a:t>
            </a:r>
            <a:r>
              <a:rPr lang="en-US" sz="2000" baseline="-25000" dirty="0"/>
              <a:t>0</a:t>
            </a:r>
            <a:r>
              <a:rPr lang="en-US" sz="2000" dirty="0"/>
              <a:t> if z </a:t>
            </a:r>
            <a:r>
              <a:rPr lang="en-US" sz="2000" u="sng" dirty="0"/>
              <a:t>&lt;</a:t>
            </a:r>
            <a:r>
              <a:rPr lang="en-US" sz="2000" dirty="0"/>
              <a:t> -z</a:t>
            </a:r>
            <a:r>
              <a:rPr lang="en-US" sz="2000" baseline="-25000" dirty="0">
                <a:sym typeface="Symbol" panose="05050102010706020507" pitchFamily="18" charset="2"/>
              </a:rPr>
              <a:t></a:t>
            </a:r>
            <a:endParaRPr lang="en-US" sz="2000" baseline="-25000" dirty="0"/>
          </a:p>
          <a:p>
            <a:pPr marL="800100" lvl="1" indent="-342900">
              <a:lnSpc>
                <a:spcPct val="150000"/>
              </a:lnSpc>
              <a:spcBef>
                <a:spcPct val="20000"/>
              </a:spcBef>
              <a:buSzPct val="75000"/>
              <a:buFont typeface="Arial" panose="020B0604020202020204" pitchFamily="34" charset="0"/>
              <a:buChar char="•"/>
            </a:pPr>
            <a:r>
              <a:rPr lang="en-US" sz="2000" dirty="0"/>
              <a:t>  Upper tail:  Reject H</a:t>
            </a:r>
            <a:r>
              <a:rPr lang="en-US" sz="2000" baseline="-25000" dirty="0"/>
              <a:t>0</a:t>
            </a:r>
            <a:r>
              <a:rPr lang="en-US" sz="2000" dirty="0"/>
              <a:t> if z </a:t>
            </a:r>
            <a:r>
              <a:rPr lang="en-US" sz="2000" u="sng" dirty="0"/>
              <a:t>&gt;</a:t>
            </a:r>
            <a:r>
              <a:rPr lang="en-US" sz="2000" dirty="0"/>
              <a:t> z</a:t>
            </a:r>
            <a:r>
              <a:rPr lang="en-US" sz="2000" baseline="-25000" dirty="0">
                <a:sym typeface="Symbol" panose="05050102010706020507" pitchFamily="18" charset="2"/>
              </a:rPr>
              <a:t></a:t>
            </a:r>
            <a:endParaRPr lang="en-US" sz="2000" dirty="0"/>
          </a:p>
          <a:p>
            <a:pPr marL="285750" indent="-285750">
              <a:lnSpc>
                <a:spcPct val="150000"/>
              </a:lnSpc>
              <a:buFont typeface="Arial" panose="020B0604020202020204" pitchFamily="34" charset="0"/>
              <a:buChar char="•"/>
            </a:pPr>
            <a:endParaRPr lang="en-IN" dirty="0"/>
          </a:p>
        </p:txBody>
      </p:sp>
      <p:sp>
        <p:nvSpPr>
          <p:cNvPr id="3" name="expertsource_Rsetting_footer">
            <a:extLst>
              <a:ext uri="{FF2B5EF4-FFF2-40B4-BE49-F238E27FC236}">
                <a16:creationId xmlns:a16="http://schemas.microsoft.com/office/drawing/2014/main" id="{1C5591C1-F869-43BA-8953-33F008CD1D45}"/>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Tree>
    <p:extLst>
      <p:ext uri="{BB962C8B-B14F-4D97-AF65-F5344CB8AC3E}">
        <p14:creationId xmlns:p14="http://schemas.microsoft.com/office/powerpoint/2010/main" val="1234469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Example of One-Tailed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9</a:t>
            </a:fld>
            <a:endParaRPr lang="en-IN"/>
          </a:p>
        </p:txBody>
      </p:sp>
      <p:sp>
        <p:nvSpPr>
          <p:cNvPr id="16" name="TextBox 15">
            <a:extLst>
              <a:ext uri="{FF2B5EF4-FFF2-40B4-BE49-F238E27FC236}">
                <a16:creationId xmlns:a16="http://schemas.microsoft.com/office/drawing/2014/main" id="{5EDBD69D-0207-4008-958A-565098D5D346}"/>
              </a:ext>
            </a:extLst>
          </p:cNvPr>
          <p:cNvSpPr txBox="1"/>
          <p:nvPr/>
        </p:nvSpPr>
        <p:spPr>
          <a:xfrm>
            <a:off x="139700" y="588495"/>
            <a:ext cx="11737865" cy="5084469"/>
          </a:xfrm>
          <a:prstGeom prst="rect">
            <a:avLst/>
          </a:prstGeom>
          <a:noFill/>
        </p:spPr>
        <p:txBody>
          <a:bodyPr wrap="square" rtlCol="0">
            <a:spAutoFit/>
          </a:bodyPr>
          <a:lstStyle/>
          <a:p>
            <a:pPr marL="342900" indent="-342900">
              <a:lnSpc>
                <a:spcPct val="80000"/>
              </a:lnSpc>
              <a:spcBef>
                <a:spcPct val="20000"/>
              </a:spcBef>
              <a:buSzPct val="75000"/>
              <a:buFont typeface="Arial" panose="020B0604020202020204" pitchFamily="34" charset="0"/>
              <a:buChar char="•"/>
            </a:pPr>
            <a:r>
              <a:rPr lang="en-US" sz="2000" b="1" dirty="0"/>
              <a:t>Ex. </a:t>
            </a:r>
            <a:r>
              <a:rPr lang="en-US" sz="2000" dirty="0"/>
              <a:t>In a Metro Emergency Medical System (EMS), the response times for a random sample of 40 medical emergencies were tabulated.  The sample mean is 13.25 minutes.  The population standard deviation is believed to be 3.2 minutes. The EMS director wants to perform a hypothesis test, with a .05 level of significance, to determine whether the service goal of 12 minutes or less is being achieved.</a:t>
            </a:r>
          </a:p>
          <a:p>
            <a:pPr marL="342900" indent="-342900">
              <a:lnSpc>
                <a:spcPct val="80000"/>
              </a:lnSpc>
              <a:spcBef>
                <a:spcPct val="20000"/>
              </a:spcBef>
              <a:buSzPct val="75000"/>
              <a:buFont typeface="Arial" panose="020B0604020202020204" pitchFamily="34" charset="0"/>
              <a:buChar char="•"/>
            </a:pPr>
            <a:endParaRPr lang="en-US" sz="2000" b="1" dirty="0"/>
          </a:p>
          <a:p>
            <a:pPr marL="342900" indent="-342900">
              <a:lnSpc>
                <a:spcPct val="80000"/>
              </a:lnSpc>
              <a:spcBef>
                <a:spcPct val="20000"/>
              </a:spcBef>
              <a:buSzPct val="75000"/>
              <a:buFont typeface="Arial" panose="020B0604020202020204" pitchFamily="34" charset="0"/>
              <a:buChar char="•"/>
            </a:pPr>
            <a:r>
              <a:rPr lang="en-US" sz="2000" dirty="0"/>
              <a:t>Step 1: Develop the hypotheses.</a:t>
            </a:r>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r>
              <a:rPr lang="en-US" sz="2000" dirty="0"/>
              <a:t>Step 2.  Specify the level of significance.</a:t>
            </a:r>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r>
              <a:rPr lang="en-US" sz="2000" dirty="0"/>
              <a:t>Step 3.  Compute the value of the test statistic.</a:t>
            </a:r>
          </a:p>
          <a:p>
            <a:pPr marL="342900" indent="-342900">
              <a:lnSpc>
                <a:spcPct val="80000"/>
              </a:lnSpc>
              <a:spcBef>
                <a:spcPct val="20000"/>
              </a:spcBef>
              <a:buSzPct val="75000"/>
              <a:buFont typeface="Arial" panose="020B0604020202020204" pitchFamily="34" charset="0"/>
              <a:buChar char="•"/>
            </a:pPr>
            <a:endParaRPr lang="en-US" sz="2000" b="1" dirty="0"/>
          </a:p>
          <a:p>
            <a:pPr marL="342900" indent="-342900">
              <a:lnSpc>
                <a:spcPct val="80000"/>
              </a:lnSpc>
              <a:spcBef>
                <a:spcPct val="20000"/>
              </a:spcBef>
              <a:buSzPct val="75000"/>
              <a:buFont typeface="Arial" panose="020B0604020202020204" pitchFamily="34" charset="0"/>
              <a:buChar char="•"/>
            </a:pPr>
            <a:endParaRPr lang="en-US" sz="2000" b="1" dirty="0"/>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Wingdings" panose="05000000000000000000" pitchFamily="2" charset="2"/>
              <a:buChar char="v"/>
            </a:pPr>
            <a:r>
              <a:rPr lang="en-US" sz="2000" b="1" dirty="0"/>
              <a:t>P-value approach:</a:t>
            </a:r>
          </a:p>
          <a:p>
            <a:pPr marL="342900" indent="-342900">
              <a:lnSpc>
                <a:spcPct val="80000"/>
              </a:lnSpc>
              <a:spcBef>
                <a:spcPct val="20000"/>
              </a:spcBef>
              <a:buSzPct val="75000"/>
              <a:buFont typeface="Arial" panose="020B0604020202020204" pitchFamily="34" charset="0"/>
              <a:buChar char="•"/>
            </a:pPr>
            <a:r>
              <a:rPr lang="en-US" sz="2000" dirty="0"/>
              <a:t>Step 4.  Compute the </a:t>
            </a:r>
            <a:r>
              <a:rPr lang="en-US" sz="2000" i="1" dirty="0"/>
              <a:t>p</a:t>
            </a:r>
            <a:r>
              <a:rPr lang="en-US" sz="2000" dirty="0"/>
              <a:t> –value.</a:t>
            </a:r>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14" name="Text Box 117">
            <a:extLst>
              <a:ext uri="{FF2B5EF4-FFF2-40B4-BE49-F238E27FC236}">
                <a16:creationId xmlns:a16="http://schemas.microsoft.com/office/drawing/2014/main" id="{C28C75CD-49A2-43F6-8C65-6C3988048B10}"/>
              </a:ext>
            </a:extLst>
          </p:cNvPr>
          <p:cNvSpPr txBox="1">
            <a:spLocks noChangeArrowheads="1"/>
          </p:cNvSpPr>
          <p:nvPr/>
        </p:nvSpPr>
        <p:spPr bwMode="auto">
          <a:xfrm>
            <a:off x="5191251" y="2019550"/>
            <a:ext cx="1582484" cy="830997"/>
          </a:xfrm>
          <a:prstGeom prst="rect">
            <a:avLst/>
          </a:prstGeom>
          <a:solidFill>
            <a:srgbClr val="0070C0"/>
          </a:solidFill>
          <a:ln w="12700">
            <a:noFill/>
            <a:miter lim="800000"/>
            <a:headEnd/>
            <a:tailEnd/>
          </a:ln>
          <a:effectLst/>
        </p:spPr>
        <p:txBody>
          <a:bodyPr wrap="none">
            <a:spAutoFit/>
          </a:bodyPr>
          <a:lstStyle/>
          <a:p>
            <a:pPr algn="l"/>
            <a:r>
              <a:rPr lang="en-US" sz="2400" i="1" dirty="0">
                <a:solidFill>
                  <a:schemeClr val="bg1"/>
                </a:solidFill>
                <a:latin typeface="Book Antiqua" pitchFamily="18" charset="0"/>
              </a:rPr>
              <a:t>H</a:t>
            </a:r>
            <a:r>
              <a:rPr lang="en-US" sz="2400" baseline="-25000" dirty="0">
                <a:solidFill>
                  <a:schemeClr val="bg1"/>
                </a:solidFill>
                <a:latin typeface="Book Antiqua" pitchFamily="18" charset="0"/>
              </a:rPr>
              <a:t>0</a:t>
            </a:r>
            <a:r>
              <a:rPr lang="en-US" sz="2400" dirty="0">
                <a:solidFill>
                  <a:schemeClr val="bg1"/>
                </a:solidFill>
                <a:latin typeface="Book Antiqua" pitchFamily="18" charset="0"/>
              </a:rPr>
              <a:t>:  </a:t>
            </a:r>
            <a:r>
              <a:rPr lang="en-US" sz="2400" i="1" dirty="0">
                <a:solidFill>
                  <a:schemeClr val="bg1"/>
                </a:solidFill>
                <a:latin typeface="Symbol" pitchFamily="18" charset="2"/>
              </a:rPr>
              <a:t></a:t>
            </a:r>
            <a:r>
              <a:rPr lang="en-US" sz="2400" dirty="0">
                <a:solidFill>
                  <a:schemeClr val="bg1"/>
                </a:solidFill>
                <a:latin typeface="Symbol" pitchFamily="18" charset="2"/>
              </a:rPr>
              <a:t></a:t>
            </a:r>
            <a:r>
              <a:rPr lang="en-US" sz="2400" u="sng" dirty="0">
                <a:solidFill>
                  <a:schemeClr val="bg1"/>
                </a:solidFill>
                <a:latin typeface="Symbol" pitchFamily="18" charset="2"/>
              </a:rPr>
              <a:t></a:t>
            </a:r>
            <a:r>
              <a:rPr lang="en-US" sz="2400" dirty="0">
                <a:solidFill>
                  <a:schemeClr val="bg1"/>
                </a:solidFill>
                <a:latin typeface="Symbol" pitchFamily="18" charset="2"/>
              </a:rPr>
              <a:t></a:t>
            </a:r>
          </a:p>
          <a:p>
            <a:pPr algn="l"/>
            <a:r>
              <a:rPr lang="en-US" sz="2400" i="1" dirty="0">
                <a:solidFill>
                  <a:schemeClr val="bg1"/>
                </a:solidFill>
                <a:latin typeface="Book Antiqua" pitchFamily="18" charset="0"/>
              </a:rPr>
              <a:t>H</a:t>
            </a:r>
            <a:r>
              <a:rPr lang="en-US" sz="2800" baseline="-25000" dirty="0">
                <a:solidFill>
                  <a:schemeClr val="bg1"/>
                </a:solidFill>
                <a:latin typeface="Book Antiqua" pitchFamily="18" charset="0"/>
              </a:rPr>
              <a:t>a</a:t>
            </a:r>
            <a:r>
              <a:rPr lang="en-US" sz="2400" dirty="0">
                <a:solidFill>
                  <a:schemeClr val="bg1"/>
                </a:solidFill>
                <a:latin typeface="Book Antiqua" pitchFamily="18" charset="0"/>
              </a:rPr>
              <a:t>:</a:t>
            </a:r>
            <a:r>
              <a:rPr lang="en-US" sz="2400" dirty="0">
                <a:solidFill>
                  <a:schemeClr val="bg1"/>
                </a:solidFill>
                <a:latin typeface="Symbol" pitchFamily="18" charset="2"/>
              </a:rPr>
              <a:t></a:t>
            </a:r>
            <a:r>
              <a:rPr lang="en-US" sz="2400" i="1" dirty="0">
                <a:solidFill>
                  <a:schemeClr val="bg1"/>
                </a:solidFill>
                <a:latin typeface="Symbol" pitchFamily="18" charset="2"/>
              </a:rPr>
              <a:t></a:t>
            </a:r>
            <a:r>
              <a:rPr lang="en-US" sz="2400" dirty="0">
                <a:solidFill>
                  <a:schemeClr val="bg1"/>
                </a:solidFill>
                <a:latin typeface="Symbol" pitchFamily="18" charset="2"/>
              </a:rPr>
              <a:t></a:t>
            </a:r>
            <a:endParaRPr lang="en-US" sz="2400" dirty="0">
              <a:solidFill>
                <a:schemeClr val="bg1"/>
              </a:solidFill>
              <a:latin typeface="Book Antiqua" pitchFamily="18" charset="0"/>
            </a:endParaRPr>
          </a:p>
        </p:txBody>
      </p:sp>
      <p:sp>
        <p:nvSpPr>
          <p:cNvPr id="17" name="Text Box 115">
            <a:extLst>
              <a:ext uri="{FF2B5EF4-FFF2-40B4-BE49-F238E27FC236}">
                <a16:creationId xmlns:a16="http://schemas.microsoft.com/office/drawing/2014/main" id="{2BB3CCED-2500-46FB-91F3-8D809DA0D25C}"/>
              </a:ext>
            </a:extLst>
          </p:cNvPr>
          <p:cNvSpPr txBox="1">
            <a:spLocks noChangeArrowheads="1"/>
          </p:cNvSpPr>
          <p:nvPr/>
        </p:nvSpPr>
        <p:spPr bwMode="auto">
          <a:xfrm>
            <a:off x="5397500" y="3200400"/>
            <a:ext cx="1169987" cy="457200"/>
          </a:xfrm>
          <a:prstGeom prst="rect">
            <a:avLst/>
          </a:prstGeom>
          <a:solidFill>
            <a:srgbClr val="0070C0"/>
          </a:solidFill>
          <a:ln w="12700">
            <a:noFill/>
            <a:miter lim="800000"/>
            <a:headEnd/>
            <a:tailEnd/>
          </a:ln>
          <a:effectLst/>
        </p:spPr>
        <p:txBody>
          <a:bodyPr wrap="none">
            <a:spAutoFit/>
          </a:bodyPr>
          <a:lstStyle/>
          <a:p>
            <a:r>
              <a:rPr lang="en-US" sz="2400" i="1" dirty="0">
                <a:solidFill>
                  <a:schemeClr val="bg1"/>
                </a:solidFill>
                <a:latin typeface="Symbol" pitchFamily="18" charset="2"/>
              </a:rPr>
              <a:t>a </a:t>
            </a:r>
            <a:r>
              <a:rPr lang="en-US" sz="2400" dirty="0">
                <a:solidFill>
                  <a:schemeClr val="bg1"/>
                </a:solidFill>
                <a:latin typeface="Book Antiqua" pitchFamily="18" charset="0"/>
              </a:rPr>
              <a:t> = .05</a:t>
            </a:r>
          </a:p>
        </p:txBody>
      </p:sp>
      <p:graphicFrame>
        <p:nvGraphicFramePr>
          <p:cNvPr id="18" name="Object 135">
            <a:hlinkClick r:id="" action="ppaction://ole?verb=0"/>
            <a:extLst>
              <a:ext uri="{FF2B5EF4-FFF2-40B4-BE49-F238E27FC236}">
                <a16:creationId xmlns:a16="http://schemas.microsoft.com/office/drawing/2014/main" id="{CDE76472-E9D1-4B4B-B5A3-F84F5EAE09E8}"/>
              </a:ext>
            </a:extLst>
          </p:cNvPr>
          <p:cNvGraphicFramePr>
            <a:graphicFrameLocks/>
          </p:cNvGraphicFramePr>
          <p:nvPr>
            <p:extLst>
              <p:ext uri="{D42A27DB-BD31-4B8C-83A1-F6EECF244321}">
                <p14:modId xmlns:p14="http://schemas.microsoft.com/office/powerpoint/2010/main" val="2709473728"/>
              </p:ext>
            </p:extLst>
          </p:nvPr>
        </p:nvGraphicFramePr>
        <p:xfrm>
          <a:off x="4056855" y="4111348"/>
          <a:ext cx="3851275" cy="781050"/>
        </p:xfrm>
        <a:graphic>
          <a:graphicData uri="http://schemas.openxmlformats.org/presentationml/2006/ole">
            <mc:AlternateContent xmlns:mc="http://schemas.openxmlformats.org/markup-compatibility/2006">
              <mc:Choice xmlns:v="urn:schemas-microsoft-com:vml" Requires="v">
                <p:oleObj spid="_x0000_s1026" name="Equation" r:id="rId3" imgW="4647960" imgH="888840" progId="Equation.DSMT4">
                  <p:embed/>
                </p:oleObj>
              </mc:Choice>
              <mc:Fallback>
                <p:oleObj name="Equation" r:id="rId3" imgW="4647960" imgH="888840" progId="Equation.DSMT4">
                  <p:embed/>
                  <p:pic>
                    <p:nvPicPr>
                      <p:cNvPr id="18" name="Object 135">
                        <a:hlinkClick r:id="" action="ppaction://ole?verb=0"/>
                        <a:extLst>
                          <a:ext uri="{FF2B5EF4-FFF2-40B4-BE49-F238E27FC236}">
                            <a16:creationId xmlns:a16="http://schemas.microsoft.com/office/drawing/2014/main" id="{CDE76472-E9D1-4B4B-B5A3-F84F5EAE09E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6855" y="4111348"/>
                        <a:ext cx="3851275" cy="781050"/>
                      </a:xfrm>
                      <a:prstGeom prst="rect">
                        <a:avLst/>
                      </a:prstGeom>
                      <a:solidFill>
                        <a:srgbClr val="0070C0"/>
                      </a:solidFill>
                      <a:ln>
                        <a:noFill/>
                      </a:ln>
                      <a:effectLst>
                        <a:outerShdw dist="17961" dir="2700000" algn="ctr" rotWithShape="0">
                          <a:srgbClr val="000000"/>
                        </a:outerShdw>
                      </a:effectLst>
                      <a:extLst/>
                    </p:spPr>
                  </p:pic>
                </p:oleObj>
              </mc:Fallback>
            </mc:AlternateContent>
          </a:graphicData>
        </a:graphic>
      </p:graphicFrame>
      <p:sp>
        <p:nvSpPr>
          <p:cNvPr id="19" name="Text Box 116">
            <a:extLst>
              <a:ext uri="{FF2B5EF4-FFF2-40B4-BE49-F238E27FC236}">
                <a16:creationId xmlns:a16="http://schemas.microsoft.com/office/drawing/2014/main" id="{C9305203-8E05-40F4-B943-84F857836DF4}"/>
              </a:ext>
            </a:extLst>
          </p:cNvPr>
          <p:cNvSpPr txBox="1">
            <a:spLocks noChangeArrowheads="1"/>
          </p:cNvSpPr>
          <p:nvPr/>
        </p:nvSpPr>
        <p:spPr bwMode="auto">
          <a:xfrm>
            <a:off x="3103954" y="5625910"/>
            <a:ext cx="6123792" cy="954107"/>
          </a:xfrm>
          <a:prstGeom prst="rect">
            <a:avLst/>
          </a:prstGeom>
          <a:solidFill>
            <a:srgbClr val="0070C0"/>
          </a:solidFill>
          <a:ln w="12700">
            <a:noFill/>
            <a:miter lim="800000"/>
            <a:headEnd/>
            <a:tailEnd/>
          </a:ln>
          <a:effectLst/>
        </p:spPr>
        <p:txBody>
          <a:bodyPr wrap="none">
            <a:spAutoFit/>
          </a:bodyPr>
          <a:lstStyle/>
          <a:p>
            <a:r>
              <a:rPr lang="en-US" sz="2400" dirty="0">
                <a:solidFill>
                  <a:schemeClr val="bg1"/>
                </a:solidFill>
                <a:latin typeface="Book Antiqua" pitchFamily="18" charset="0"/>
              </a:rPr>
              <a:t>For </a:t>
            </a:r>
            <a:r>
              <a:rPr lang="en-US" sz="2400" i="1" dirty="0">
                <a:solidFill>
                  <a:schemeClr val="bg1"/>
                </a:solidFill>
                <a:latin typeface="Book Antiqua" pitchFamily="18" charset="0"/>
              </a:rPr>
              <a:t>z</a:t>
            </a:r>
            <a:r>
              <a:rPr lang="en-US" sz="2400" dirty="0">
                <a:solidFill>
                  <a:schemeClr val="bg1"/>
                </a:solidFill>
                <a:latin typeface="Book Antiqua" pitchFamily="18" charset="0"/>
              </a:rPr>
              <a:t> = 2.47, cumulative probability = .9932.</a:t>
            </a:r>
          </a:p>
          <a:p>
            <a:endParaRPr lang="en-US" sz="800" dirty="0">
              <a:solidFill>
                <a:schemeClr val="bg1"/>
              </a:solidFill>
              <a:latin typeface="Book Antiqua" pitchFamily="18" charset="0"/>
            </a:endParaRPr>
          </a:p>
          <a:p>
            <a:r>
              <a:rPr lang="en-US" sz="2400" i="1" dirty="0">
                <a:solidFill>
                  <a:schemeClr val="bg1"/>
                </a:solidFill>
                <a:latin typeface="Book Antiqua" pitchFamily="18" charset="0"/>
              </a:rPr>
              <a:t>p</a:t>
            </a:r>
            <a:r>
              <a:rPr lang="en-US" sz="2400" dirty="0">
                <a:solidFill>
                  <a:schemeClr val="bg1"/>
                </a:solidFill>
                <a:latin typeface="Book Antiqua" pitchFamily="18" charset="0"/>
              </a:rPr>
              <a:t>–value = 1 </a:t>
            </a:r>
            <a:r>
              <a:rPr lang="en-US" sz="2400" dirty="0">
                <a:solidFill>
                  <a:schemeClr val="bg1"/>
                </a:solidFill>
                <a:latin typeface="Symbol" pitchFamily="18" charset="2"/>
              </a:rPr>
              <a:t>-</a:t>
            </a:r>
            <a:r>
              <a:rPr lang="en-US" sz="2400" dirty="0">
                <a:solidFill>
                  <a:schemeClr val="bg1"/>
                </a:solidFill>
                <a:latin typeface="Book Antiqua" pitchFamily="18" charset="0"/>
              </a:rPr>
              <a:t> .9932 =  .0068</a:t>
            </a:r>
          </a:p>
        </p:txBody>
      </p:sp>
      <p:sp>
        <p:nvSpPr>
          <p:cNvPr id="36" name="Freeform 4">
            <a:extLst>
              <a:ext uri="{FF2B5EF4-FFF2-40B4-BE49-F238E27FC236}">
                <a16:creationId xmlns:a16="http://schemas.microsoft.com/office/drawing/2014/main" id="{86F13175-6BB2-4FC6-9B60-F5911E3923D1}"/>
              </a:ext>
            </a:extLst>
          </p:cNvPr>
          <p:cNvSpPr>
            <a:spLocks/>
          </p:cNvSpPr>
          <p:nvPr/>
        </p:nvSpPr>
        <p:spPr bwMode="auto">
          <a:xfrm>
            <a:off x="7779859" y="2401950"/>
            <a:ext cx="3809301" cy="3059113"/>
          </a:xfrm>
          <a:custGeom>
            <a:avLst/>
            <a:gdLst/>
            <a:ahLst/>
            <a:cxnLst>
              <a:cxn ang="0">
                <a:pos x="1356" y="8"/>
              </a:cxn>
              <a:cxn ang="0">
                <a:pos x="1262" y="96"/>
              </a:cxn>
              <a:cxn ang="0">
                <a:pos x="1203" y="196"/>
              </a:cxn>
              <a:cxn ang="0">
                <a:pos x="1144" y="304"/>
              </a:cxn>
              <a:cxn ang="0">
                <a:pos x="1098" y="406"/>
              </a:cxn>
              <a:cxn ang="0">
                <a:pos x="1059" y="508"/>
              </a:cxn>
              <a:cxn ang="0">
                <a:pos x="1014" y="625"/>
              </a:cxn>
              <a:cxn ang="0">
                <a:pos x="975" y="748"/>
              </a:cxn>
              <a:cxn ang="0">
                <a:pos x="948" y="853"/>
              </a:cxn>
              <a:cxn ang="0">
                <a:pos x="922" y="965"/>
              </a:cxn>
              <a:cxn ang="0">
                <a:pos x="885" y="1072"/>
              </a:cxn>
              <a:cxn ang="0">
                <a:pos x="844" y="1177"/>
              </a:cxn>
              <a:cxn ang="0">
                <a:pos x="812" y="1282"/>
              </a:cxn>
              <a:cxn ang="0">
                <a:pos x="748" y="1402"/>
              </a:cxn>
              <a:cxn ang="0">
                <a:pos x="677" y="1516"/>
              </a:cxn>
              <a:cxn ang="0">
                <a:pos x="605" y="1613"/>
              </a:cxn>
              <a:cxn ang="0">
                <a:pos x="504" y="1686"/>
              </a:cxn>
              <a:cxn ang="0">
                <a:pos x="396" y="1740"/>
              </a:cxn>
              <a:cxn ang="0">
                <a:pos x="293" y="1783"/>
              </a:cxn>
              <a:cxn ang="0">
                <a:pos x="204" y="1813"/>
              </a:cxn>
              <a:cxn ang="0">
                <a:pos x="81" y="1849"/>
              </a:cxn>
              <a:cxn ang="0">
                <a:pos x="2" y="1876"/>
              </a:cxn>
              <a:cxn ang="0">
                <a:pos x="2840" y="1924"/>
              </a:cxn>
              <a:cxn ang="0">
                <a:pos x="2796" y="1856"/>
              </a:cxn>
              <a:cxn ang="0">
                <a:pos x="2692" y="1826"/>
              </a:cxn>
              <a:cxn ang="0">
                <a:pos x="2574" y="1792"/>
              </a:cxn>
              <a:cxn ang="0">
                <a:pos x="2460" y="1744"/>
              </a:cxn>
              <a:cxn ang="0">
                <a:pos x="2342" y="1688"/>
              </a:cxn>
              <a:cxn ang="0">
                <a:pos x="2293" y="1658"/>
              </a:cxn>
              <a:cxn ang="0">
                <a:pos x="2212" y="1584"/>
              </a:cxn>
              <a:cxn ang="0">
                <a:pos x="2140" y="1500"/>
              </a:cxn>
              <a:cxn ang="0">
                <a:pos x="2078" y="1402"/>
              </a:cxn>
              <a:cxn ang="0">
                <a:pos x="2024" y="1300"/>
              </a:cxn>
              <a:cxn ang="0">
                <a:pos x="1978" y="1200"/>
              </a:cxn>
              <a:cxn ang="0">
                <a:pos x="1942" y="1106"/>
              </a:cxn>
              <a:cxn ang="0">
                <a:pos x="1910" y="1012"/>
              </a:cxn>
              <a:cxn ang="0">
                <a:pos x="1870" y="890"/>
              </a:cxn>
              <a:cxn ang="0">
                <a:pos x="1840" y="776"/>
              </a:cxn>
              <a:cxn ang="0">
                <a:pos x="1798" y="640"/>
              </a:cxn>
              <a:cxn ang="0">
                <a:pos x="1748" y="507"/>
              </a:cxn>
              <a:cxn ang="0">
                <a:pos x="1704" y="396"/>
              </a:cxn>
              <a:cxn ang="0">
                <a:pos x="1672" y="318"/>
              </a:cxn>
              <a:cxn ang="0">
                <a:pos x="1630" y="232"/>
              </a:cxn>
              <a:cxn ang="0">
                <a:pos x="1598" y="180"/>
              </a:cxn>
              <a:cxn ang="0">
                <a:pos x="1560" y="124"/>
              </a:cxn>
              <a:cxn ang="0">
                <a:pos x="1546" y="106"/>
              </a:cxn>
              <a:cxn ang="0">
                <a:pos x="1490" y="42"/>
              </a:cxn>
              <a:cxn ang="0">
                <a:pos x="1448" y="8"/>
              </a:cxn>
            </a:cxnLst>
            <a:rect l="0" t="0" r="r" b="b"/>
            <a:pathLst>
              <a:path w="2840" h="1927">
                <a:moveTo>
                  <a:pt x="1416" y="0"/>
                </a:moveTo>
                <a:lnTo>
                  <a:pt x="1384" y="0"/>
                </a:lnTo>
                <a:lnTo>
                  <a:pt x="1356" y="8"/>
                </a:lnTo>
                <a:lnTo>
                  <a:pt x="1324" y="30"/>
                </a:lnTo>
                <a:lnTo>
                  <a:pt x="1299" y="55"/>
                </a:lnTo>
                <a:lnTo>
                  <a:pt x="1262" y="96"/>
                </a:lnTo>
                <a:lnTo>
                  <a:pt x="1242" y="128"/>
                </a:lnTo>
                <a:lnTo>
                  <a:pt x="1218" y="162"/>
                </a:lnTo>
                <a:lnTo>
                  <a:pt x="1203" y="196"/>
                </a:lnTo>
                <a:lnTo>
                  <a:pt x="1185" y="232"/>
                </a:lnTo>
                <a:lnTo>
                  <a:pt x="1164" y="268"/>
                </a:lnTo>
                <a:lnTo>
                  <a:pt x="1144" y="304"/>
                </a:lnTo>
                <a:lnTo>
                  <a:pt x="1128" y="343"/>
                </a:lnTo>
                <a:lnTo>
                  <a:pt x="1112" y="372"/>
                </a:lnTo>
                <a:lnTo>
                  <a:pt x="1098" y="406"/>
                </a:lnTo>
                <a:lnTo>
                  <a:pt x="1086" y="439"/>
                </a:lnTo>
                <a:lnTo>
                  <a:pt x="1071" y="475"/>
                </a:lnTo>
                <a:lnTo>
                  <a:pt x="1059" y="508"/>
                </a:lnTo>
                <a:lnTo>
                  <a:pt x="1041" y="547"/>
                </a:lnTo>
                <a:lnTo>
                  <a:pt x="1026" y="589"/>
                </a:lnTo>
                <a:lnTo>
                  <a:pt x="1014" y="625"/>
                </a:lnTo>
                <a:lnTo>
                  <a:pt x="1002" y="664"/>
                </a:lnTo>
                <a:lnTo>
                  <a:pt x="990" y="709"/>
                </a:lnTo>
                <a:lnTo>
                  <a:pt x="975" y="748"/>
                </a:lnTo>
                <a:lnTo>
                  <a:pt x="966" y="784"/>
                </a:lnTo>
                <a:lnTo>
                  <a:pt x="954" y="823"/>
                </a:lnTo>
                <a:lnTo>
                  <a:pt x="948" y="853"/>
                </a:lnTo>
                <a:lnTo>
                  <a:pt x="936" y="892"/>
                </a:lnTo>
                <a:lnTo>
                  <a:pt x="927" y="931"/>
                </a:lnTo>
                <a:lnTo>
                  <a:pt x="922" y="965"/>
                </a:lnTo>
                <a:lnTo>
                  <a:pt x="909" y="1003"/>
                </a:lnTo>
                <a:lnTo>
                  <a:pt x="897" y="1036"/>
                </a:lnTo>
                <a:lnTo>
                  <a:pt x="885" y="1072"/>
                </a:lnTo>
                <a:lnTo>
                  <a:pt x="873" y="1108"/>
                </a:lnTo>
                <a:lnTo>
                  <a:pt x="860" y="1144"/>
                </a:lnTo>
                <a:lnTo>
                  <a:pt x="844" y="1177"/>
                </a:lnTo>
                <a:lnTo>
                  <a:pt x="832" y="1218"/>
                </a:lnTo>
                <a:lnTo>
                  <a:pt x="822" y="1246"/>
                </a:lnTo>
                <a:lnTo>
                  <a:pt x="812" y="1282"/>
                </a:lnTo>
                <a:lnTo>
                  <a:pt x="789" y="1324"/>
                </a:lnTo>
                <a:lnTo>
                  <a:pt x="768" y="1363"/>
                </a:lnTo>
                <a:lnTo>
                  <a:pt x="748" y="1402"/>
                </a:lnTo>
                <a:lnTo>
                  <a:pt x="730" y="1437"/>
                </a:lnTo>
                <a:lnTo>
                  <a:pt x="708" y="1478"/>
                </a:lnTo>
                <a:lnTo>
                  <a:pt x="677" y="1516"/>
                </a:lnTo>
                <a:lnTo>
                  <a:pt x="653" y="1547"/>
                </a:lnTo>
                <a:lnTo>
                  <a:pt x="632" y="1578"/>
                </a:lnTo>
                <a:lnTo>
                  <a:pt x="605" y="1613"/>
                </a:lnTo>
                <a:lnTo>
                  <a:pt x="580" y="1632"/>
                </a:lnTo>
                <a:lnTo>
                  <a:pt x="551" y="1656"/>
                </a:lnTo>
                <a:lnTo>
                  <a:pt x="504" y="1686"/>
                </a:lnTo>
                <a:lnTo>
                  <a:pt x="458" y="1710"/>
                </a:lnTo>
                <a:lnTo>
                  <a:pt x="424" y="1726"/>
                </a:lnTo>
                <a:lnTo>
                  <a:pt x="396" y="1740"/>
                </a:lnTo>
                <a:lnTo>
                  <a:pt x="364" y="1752"/>
                </a:lnTo>
                <a:lnTo>
                  <a:pt x="328" y="1768"/>
                </a:lnTo>
                <a:lnTo>
                  <a:pt x="293" y="1783"/>
                </a:lnTo>
                <a:lnTo>
                  <a:pt x="264" y="1789"/>
                </a:lnTo>
                <a:lnTo>
                  <a:pt x="237" y="1801"/>
                </a:lnTo>
                <a:lnTo>
                  <a:pt x="204" y="1813"/>
                </a:lnTo>
                <a:lnTo>
                  <a:pt x="160" y="1826"/>
                </a:lnTo>
                <a:lnTo>
                  <a:pt x="114" y="1843"/>
                </a:lnTo>
                <a:lnTo>
                  <a:pt x="81" y="1849"/>
                </a:lnTo>
                <a:lnTo>
                  <a:pt x="48" y="1861"/>
                </a:lnTo>
                <a:lnTo>
                  <a:pt x="21" y="1867"/>
                </a:lnTo>
                <a:lnTo>
                  <a:pt x="2" y="1876"/>
                </a:lnTo>
                <a:lnTo>
                  <a:pt x="0" y="1927"/>
                </a:lnTo>
                <a:lnTo>
                  <a:pt x="0" y="1924"/>
                </a:lnTo>
                <a:lnTo>
                  <a:pt x="2840" y="1924"/>
                </a:lnTo>
                <a:lnTo>
                  <a:pt x="2838" y="1886"/>
                </a:lnTo>
                <a:lnTo>
                  <a:pt x="2838" y="1868"/>
                </a:lnTo>
                <a:lnTo>
                  <a:pt x="2796" y="1856"/>
                </a:lnTo>
                <a:lnTo>
                  <a:pt x="2754" y="1846"/>
                </a:lnTo>
                <a:lnTo>
                  <a:pt x="2724" y="1834"/>
                </a:lnTo>
                <a:lnTo>
                  <a:pt x="2692" y="1826"/>
                </a:lnTo>
                <a:lnTo>
                  <a:pt x="2670" y="1820"/>
                </a:lnTo>
                <a:lnTo>
                  <a:pt x="2620" y="1804"/>
                </a:lnTo>
                <a:lnTo>
                  <a:pt x="2574" y="1792"/>
                </a:lnTo>
                <a:lnTo>
                  <a:pt x="2535" y="1774"/>
                </a:lnTo>
                <a:lnTo>
                  <a:pt x="2499" y="1759"/>
                </a:lnTo>
                <a:lnTo>
                  <a:pt x="2460" y="1744"/>
                </a:lnTo>
                <a:lnTo>
                  <a:pt x="2424" y="1730"/>
                </a:lnTo>
                <a:lnTo>
                  <a:pt x="2379" y="1708"/>
                </a:lnTo>
                <a:lnTo>
                  <a:pt x="2342" y="1688"/>
                </a:lnTo>
                <a:lnTo>
                  <a:pt x="2322" y="1676"/>
                </a:lnTo>
                <a:lnTo>
                  <a:pt x="2308" y="1666"/>
                </a:lnTo>
                <a:lnTo>
                  <a:pt x="2293" y="1658"/>
                </a:lnTo>
                <a:lnTo>
                  <a:pt x="2266" y="1636"/>
                </a:lnTo>
                <a:lnTo>
                  <a:pt x="2245" y="1613"/>
                </a:lnTo>
                <a:lnTo>
                  <a:pt x="2212" y="1584"/>
                </a:lnTo>
                <a:lnTo>
                  <a:pt x="2191" y="1565"/>
                </a:lnTo>
                <a:lnTo>
                  <a:pt x="2161" y="1528"/>
                </a:lnTo>
                <a:lnTo>
                  <a:pt x="2140" y="1500"/>
                </a:lnTo>
                <a:lnTo>
                  <a:pt x="2120" y="1466"/>
                </a:lnTo>
                <a:lnTo>
                  <a:pt x="2098" y="1434"/>
                </a:lnTo>
                <a:lnTo>
                  <a:pt x="2078" y="1402"/>
                </a:lnTo>
                <a:lnTo>
                  <a:pt x="2058" y="1362"/>
                </a:lnTo>
                <a:lnTo>
                  <a:pt x="2042" y="1332"/>
                </a:lnTo>
                <a:lnTo>
                  <a:pt x="2024" y="1300"/>
                </a:lnTo>
                <a:lnTo>
                  <a:pt x="2006" y="1270"/>
                </a:lnTo>
                <a:lnTo>
                  <a:pt x="1996" y="1238"/>
                </a:lnTo>
                <a:lnTo>
                  <a:pt x="1978" y="1200"/>
                </a:lnTo>
                <a:lnTo>
                  <a:pt x="1964" y="1164"/>
                </a:lnTo>
                <a:lnTo>
                  <a:pt x="1952" y="1134"/>
                </a:lnTo>
                <a:lnTo>
                  <a:pt x="1942" y="1106"/>
                </a:lnTo>
                <a:lnTo>
                  <a:pt x="1934" y="1080"/>
                </a:lnTo>
                <a:lnTo>
                  <a:pt x="1924" y="1058"/>
                </a:lnTo>
                <a:lnTo>
                  <a:pt x="1910" y="1012"/>
                </a:lnTo>
                <a:lnTo>
                  <a:pt x="1896" y="970"/>
                </a:lnTo>
                <a:lnTo>
                  <a:pt x="1884" y="930"/>
                </a:lnTo>
                <a:lnTo>
                  <a:pt x="1870" y="890"/>
                </a:lnTo>
                <a:lnTo>
                  <a:pt x="1862" y="850"/>
                </a:lnTo>
                <a:lnTo>
                  <a:pt x="1852" y="814"/>
                </a:lnTo>
                <a:lnTo>
                  <a:pt x="1840" y="776"/>
                </a:lnTo>
                <a:lnTo>
                  <a:pt x="1828" y="734"/>
                </a:lnTo>
                <a:lnTo>
                  <a:pt x="1816" y="694"/>
                </a:lnTo>
                <a:lnTo>
                  <a:pt x="1798" y="640"/>
                </a:lnTo>
                <a:lnTo>
                  <a:pt x="1784" y="598"/>
                </a:lnTo>
                <a:lnTo>
                  <a:pt x="1766" y="550"/>
                </a:lnTo>
                <a:lnTo>
                  <a:pt x="1748" y="507"/>
                </a:lnTo>
                <a:lnTo>
                  <a:pt x="1734" y="474"/>
                </a:lnTo>
                <a:lnTo>
                  <a:pt x="1722" y="432"/>
                </a:lnTo>
                <a:lnTo>
                  <a:pt x="1704" y="396"/>
                </a:lnTo>
                <a:lnTo>
                  <a:pt x="1686" y="348"/>
                </a:lnTo>
                <a:lnTo>
                  <a:pt x="1698" y="372"/>
                </a:lnTo>
                <a:lnTo>
                  <a:pt x="1672" y="318"/>
                </a:lnTo>
                <a:lnTo>
                  <a:pt x="1654" y="284"/>
                </a:lnTo>
                <a:lnTo>
                  <a:pt x="1642" y="256"/>
                </a:lnTo>
                <a:lnTo>
                  <a:pt x="1630" y="232"/>
                </a:lnTo>
                <a:lnTo>
                  <a:pt x="1612" y="206"/>
                </a:lnTo>
                <a:lnTo>
                  <a:pt x="1606" y="196"/>
                </a:lnTo>
                <a:lnTo>
                  <a:pt x="1598" y="180"/>
                </a:lnTo>
                <a:lnTo>
                  <a:pt x="1586" y="160"/>
                </a:lnTo>
                <a:lnTo>
                  <a:pt x="1574" y="142"/>
                </a:lnTo>
                <a:lnTo>
                  <a:pt x="1560" y="124"/>
                </a:lnTo>
                <a:lnTo>
                  <a:pt x="1552" y="114"/>
                </a:lnTo>
                <a:lnTo>
                  <a:pt x="1568" y="136"/>
                </a:lnTo>
                <a:lnTo>
                  <a:pt x="1546" y="106"/>
                </a:lnTo>
                <a:lnTo>
                  <a:pt x="1530" y="86"/>
                </a:lnTo>
                <a:lnTo>
                  <a:pt x="1512" y="62"/>
                </a:lnTo>
                <a:lnTo>
                  <a:pt x="1490" y="42"/>
                </a:lnTo>
                <a:lnTo>
                  <a:pt x="1476" y="28"/>
                </a:lnTo>
                <a:lnTo>
                  <a:pt x="1464" y="16"/>
                </a:lnTo>
                <a:lnTo>
                  <a:pt x="1448" y="8"/>
                </a:lnTo>
                <a:lnTo>
                  <a:pt x="1432" y="2"/>
                </a:lnTo>
              </a:path>
            </a:pathLst>
          </a:custGeom>
          <a:gradFill flip="none" rotWithShape="1">
            <a:gsLst>
              <a:gs pos="0">
                <a:srgbClr val="72AF2F">
                  <a:shade val="30000"/>
                  <a:satMod val="115000"/>
                </a:srgbClr>
              </a:gs>
              <a:gs pos="50000">
                <a:srgbClr val="72AF2F">
                  <a:shade val="67500"/>
                  <a:satMod val="115000"/>
                </a:srgbClr>
              </a:gs>
              <a:gs pos="100000">
                <a:srgbClr val="72AF2F">
                  <a:shade val="100000"/>
                  <a:satMod val="115000"/>
                </a:srgbClr>
              </a:gs>
            </a:gsLst>
            <a:lin ang="16200000" scaled="1"/>
            <a:tileRect/>
          </a:gradFill>
          <a:ln w="12700" cap="rnd" cmpd="sng">
            <a:noFill/>
            <a:prstDash val="solid"/>
            <a:round/>
            <a:headEnd type="none" w="med" len="med"/>
            <a:tailEnd type="none" w="med" len="med"/>
          </a:ln>
          <a:effectLst/>
        </p:spPr>
        <p:txBody>
          <a:bodyPr/>
          <a:lstStyle/>
          <a:p>
            <a:endParaRPr lang="en-US" sz="1600"/>
          </a:p>
        </p:txBody>
      </p:sp>
      <p:sp>
        <p:nvSpPr>
          <p:cNvPr id="37" name="Rectangle 5">
            <a:extLst>
              <a:ext uri="{FF2B5EF4-FFF2-40B4-BE49-F238E27FC236}">
                <a16:creationId xmlns:a16="http://schemas.microsoft.com/office/drawing/2014/main" id="{8A898118-F3D9-4685-B7F0-24C4A363386F}"/>
              </a:ext>
            </a:extLst>
          </p:cNvPr>
          <p:cNvSpPr>
            <a:spLocks noChangeArrowheads="1"/>
          </p:cNvSpPr>
          <p:nvPr/>
        </p:nvSpPr>
        <p:spPr bwMode="auto">
          <a:xfrm>
            <a:off x="11362613" y="3931506"/>
            <a:ext cx="852799"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Book Antiqua" pitchFamily="18" charset="0"/>
              </a:rPr>
              <a:t>p</a:t>
            </a:r>
            <a:r>
              <a:rPr lang="en-US" sz="1600" dirty="0">
                <a:latin typeface="Book Antiqua" pitchFamily="18" charset="0"/>
              </a:rPr>
              <a:t>-value</a:t>
            </a:r>
          </a:p>
          <a:p>
            <a:pPr algn="l"/>
            <a:r>
              <a:rPr lang="en-US" sz="1600" i="1" dirty="0">
                <a:latin typeface="Symbol" pitchFamily="18" charset="2"/>
              </a:rPr>
              <a:t></a:t>
            </a:r>
            <a:r>
              <a:rPr lang="en-US" sz="1600" dirty="0">
                <a:latin typeface="Symbol" pitchFamily="18" charset="2"/>
              </a:rPr>
              <a:t></a:t>
            </a:r>
          </a:p>
        </p:txBody>
      </p:sp>
      <p:sp>
        <p:nvSpPr>
          <p:cNvPr id="38" name="Freeform 6">
            <a:extLst>
              <a:ext uri="{FF2B5EF4-FFF2-40B4-BE49-F238E27FC236}">
                <a16:creationId xmlns:a16="http://schemas.microsoft.com/office/drawing/2014/main" id="{D088881D-2801-4C72-906C-F7FA0D8227CA}"/>
              </a:ext>
            </a:extLst>
          </p:cNvPr>
          <p:cNvSpPr>
            <a:spLocks/>
          </p:cNvSpPr>
          <p:nvPr/>
        </p:nvSpPr>
        <p:spPr bwMode="auto">
          <a:xfrm>
            <a:off x="11331630" y="5272150"/>
            <a:ext cx="260213" cy="190500"/>
          </a:xfrm>
          <a:custGeom>
            <a:avLst/>
            <a:gdLst/>
            <a:ahLst/>
            <a:cxnLst>
              <a:cxn ang="0">
                <a:pos x="6" y="6"/>
              </a:cxn>
              <a:cxn ang="0">
                <a:pos x="1" y="0"/>
              </a:cxn>
              <a:cxn ang="0">
                <a:pos x="4" y="15"/>
              </a:cxn>
              <a:cxn ang="0">
                <a:pos x="4" y="26"/>
              </a:cxn>
              <a:cxn ang="0">
                <a:pos x="4" y="42"/>
              </a:cxn>
              <a:cxn ang="0">
                <a:pos x="4" y="54"/>
              </a:cxn>
              <a:cxn ang="0">
                <a:pos x="4" y="68"/>
              </a:cxn>
              <a:cxn ang="0">
                <a:pos x="4" y="90"/>
              </a:cxn>
              <a:cxn ang="0">
                <a:pos x="6" y="118"/>
              </a:cxn>
              <a:cxn ang="0">
                <a:pos x="192" y="120"/>
              </a:cxn>
              <a:cxn ang="0">
                <a:pos x="194" y="64"/>
              </a:cxn>
              <a:cxn ang="0">
                <a:pos x="184" y="58"/>
              </a:cxn>
              <a:cxn ang="0">
                <a:pos x="170" y="54"/>
              </a:cxn>
              <a:cxn ang="0">
                <a:pos x="156" y="52"/>
              </a:cxn>
              <a:cxn ang="0">
                <a:pos x="146" y="50"/>
              </a:cxn>
              <a:cxn ang="0">
                <a:pos x="140" y="48"/>
              </a:cxn>
              <a:cxn ang="0">
                <a:pos x="130" y="46"/>
              </a:cxn>
              <a:cxn ang="0">
                <a:pos x="104" y="38"/>
              </a:cxn>
              <a:cxn ang="0">
                <a:pos x="116" y="44"/>
              </a:cxn>
              <a:cxn ang="0">
                <a:pos x="110" y="42"/>
              </a:cxn>
              <a:cxn ang="0">
                <a:pos x="98" y="38"/>
              </a:cxn>
              <a:cxn ang="0">
                <a:pos x="90" y="34"/>
              </a:cxn>
              <a:cxn ang="0">
                <a:pos x="78" y="30"/>
              </a:cxn>
              <a:cxn ang="0">
                <a:pos x="70" y="28"/>
              </a:cxn>
              <a:cxn ang="0">
                <a:pos x="59" y="26"/>
              </a:cxn>
              <a:cxn ang="0">
                <a:pos x="50" y="22"/>
              </a:cxn>
              <a:cxn ang="0">
                <a:pos x="40" y="19"/>
              </a:cxn>
              <a:cxn ang="0">
                <a:pos x="31" y="15"/>
              </a:cxn>
              <a:cxn ang="0">
                <a:pos x="22" y="7"/>
              </a:cxn>
              <a:cxn ang="0">
                <a:pos x="13" y="4"/>
              </a:cxn>
              <a:cxn ang="0">
                <a:pos x="0" y="4"/>
              </a:cxn>
              <a:cxn ang="0">
                <a:pos x="8" y="8"/>
              </a:cxn>
            </a:cxnLst>
            <a:rect l="0" t="0" r="r" b="b"/>
            <a:pathLst>
              <a:path w="194" h="120">
                <a:moveTo>
                  <a:pt x="6" y="6"/>
                </a:moveTo>
                <a:lnTo>
                  <a:pt x="1" y="0"/>
                </a:lnTo>
                <a:lnTo>
                  <a:pt x="4" y="15"/>
                </a:lnTo>
                <a:lnTo>
                  <a:pt x="4" y="26"/>
                </a:lnTo>
                <a:lnTo>
                  <a:pt x="4" y="42"/>
                </a:lnTo>
                <a:lnTo>
                  <a:pt x="4" y="54"/>
                </a:lnTo>
                <a:lnTo>
                  <a:pt x="4" y="68"/>
                </a:lnTo>
                <a:lnTo>
                  <a:pt x="4" y="90"/>
                </a:lnTo>
                <a:lnTo>
                  <a:pt x="6" y="118"/>
                </a:lnTo>
                <a:lnTo>
                  <a:pt x="192" y="120"/>
                </a:lnTo>
                <a:lnTo>
                  <a:pt x="194" y="64"/>
                </a:lnTo>
                <a:lnTo>
                  <a:pt x="184" y="58"/>
                </a:lnTo>
                <a:lnTo>
                  <a:pt x="170" y="54"/>
                </a:lnTo>
                <a:lnTo>
                  <a:pt x="156" y="52"/>
                </a:lnTo>
                <a:lnTo>
                  <a:pt x="146" y="50"/>
                </a:lnTo>
                <a:lnTo>
                  <a:pt x="140" y="48"/>
                </a:lnTo>
                <a:lnTo>
                  <a:pt x="130" y="46"/>
                </a:lnTo>
                <a:lnTo>
                  <a:pt x="104" y="38"/>
                </a:lnTo>
                <a:lnTo>
                  <a:pt x="116" y="44"/>
                </a:lnTo>
                <a:lnTo>
                  <a:pt x="110" y="42"/>
                </a:lnTo>
                <a:lnTo>
                  <a:pt x="98" y="38"/>
                </a:lnTo>
                <a:lnTo>
                  <a:pt x="90" y="34"/>
                </a:lnTo>
                <a:lnTo>
                  <a:pt x="78" y="30"/>
                </a:lnTo>
                <a:lnTo>
                  <a:pt x="70" y="28"/>
                </a:lnTo>
                <a:lnTo>
                  <a:pt x="59" y="26"/>
                </a:lnTo>
                <a:lnTo>
                  <a:pt x="50" y="22"/>
                </a:lnTo>
                <a:lnTo>
                  <a:pt x="40" y="19"/>
                </a:lnTo>
                <a:lnTo>
                  <a:pt x="31" y="15"/>
                </a:lnTo>
                <a:lnTo>
                  <a:pt x="22" y="7"/>
                </a:lnTo>
                <a:lnTo>
                  <a:pt x="13" y="4"/>
                </a:lnTo>
                <a:lnTo>
                  <a:pt x="0" y="4"/>
                </a:lnTo>
                <a:lnTo>
                  <a:pt x="8" y="8"/>
                </a:lnTo>
              </a:path>
            </a:pathLst>
          </a:custGeom>
          <a:solidFill>
            <a:srgbClr val="002060"/>
          </a:solidFill>
          <a:ln w="12700" cap="rnd" cmpd="sng">
            <a:noFill/>
            <a:prstDash val="solid"/>
            <a:round/>
            <a:headEnd type="none" w="med" len="med"/>
            <a:tailEnd type="none" w="med" len="med"/>
          </a:ln>
          <a:effectLst/>
        </p:spPr>
        <p:txBody>
          <a:bodyPr/>
          <a:lstStyle/>
          <a:p>
            <a:endParaRPr lang="en-US" sz="1600"/>
          </a:p>
        </p:txBody>
      </p:sp>
      <p:sp>
        <p:nvSpPr>
          <p:cNvPr id="39" name="Line 7">
            <a:extLst>
              <a:ext uri="{FF2B5EF4-FFF2-40B4-BE49-F238E27FC236}">
                <a16:creationId xmlns:a16="http://schemas.microsoft.com/office/drawing/2014/main" id="{F6C2D267-F283-44AA-BD67-2FD6EC6A26C3}"/>
              </a:ext>
            </a:extLst>
          </p:cNvPr>
          <p:cNvSpPr>
            <a:spLocks noChangeShapeType="1"/>
          </p:cNvSpPr>
          <p:nvPr/>
        </p:nvSpPr>
        <p:spPr bwMode="auto">
          <a:xfrm flipV="1">
            <a:off x="10946297" y="2850547"/>
            <a:ext cx="396066" cy="0"/>
          </a:xfrm>
          <a:prstGeom prst="line">
            <a:avLst/>
          </a:prstGeom>
          <a:noFill/>
          <a:ln w="12700">
            <a:solidFill>
              <a:schemeClr val="tx1"/>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40" name="Rectangle 8">
            <a:extLst>
              <a:ext uri="{FF2B5EF4-FFF2-40B4-BE49-F238E27FC236}">
                <a16:creationId xmlns:a16="http://schemas.microsoft.com/office/drawing/2014/main" id="{BF211D2B-BA15-4AA5-9294-9FCFEFB2E092}"/>
              </a:ext>
            </a:extLst>
          </p:cNvPr>
          <p:cNvSpPr>
            <a:spLocks noChangeArrowheads="1"/>
          </p:cNvSpPr>
          <p:nvPr/>
        </p:nvSpPr>
        <p:spPr bwMode="auto">
          <a:xfrm>
            <a:off x="9550379" y="5794438"/>
            <a:ext cx="285336"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a:latin typeface="Book Antiqua" pitchFamily="18" charset="0"/>
              </a:rPr>
              <a:t>0</a:t>
            </a:r>
          </a:p>
        </p:txBody>
      </p:sp>
      <p:sp>
        <p:nvSpPr>
          <p:cNvPr id="42" name="Rectangle 10">
            <a:extLst>
              <a:ext uri="{FF2B5EF4-FFF2-40B4-BE49-F238E27FC236}">
                <a16:creationId xmlns:a16="http://schemas.microsoft.com/office/drawing/2014/main" id="{E769D66D-BD64-42F4-A0F6-DBD64A0DA4A8}"/>
              </a:ext>
            </a:extLst>
          </p:cNvPr>
          <p:cNvSpPr>
            <a:spLocks noChangeArrowheads="1"/>
          </p:cNvSpPr>
          <p:nvPr/>
        </p:nvSpPr>
        <p:spPr bwMode="auto">
          <a:xfrm>
            <a:off x="11260412" y="2662745"/>
            <a:ext cx="796694"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Symbol" pitchFamily="18" charset="2"/>
              </a:rPr>
              <a:t>a</a:t>
            </a:r>
            <a:r>
              <a:rPr lang="en-US" sz="1600" dirty="0">
                <a:latin typeface="Book Antiqua" pitchFamily="18" charset="0"/>
              </a:rPr>
              <a:t> = .05</a:t>
            </a:r>
            <a:endParaRPr lang="en-US" sz="1600" baseline="-25000" dirty="0">
              <a:latin typeface="Book Antiqua" pitchFamily="18" charset="0"/>
            </a:endParaRPr>
          </a:p>
        </p:txBody>
      </p:sp>
      <p:sp>
        <p:nvSpPr>
          <p:cNvPr id="43" name="Line 11">
            <a:extLst>
              <a:ext uri="{FF2B5EF4-FFF2-40B4-BE49-F238E27FC236}">
                <a16:creationId xmlns:a16="http://schemas.microsoft.com/office/drawing/2014/main" id="{BAD7F93E-CB61-4FD3-AC25-AB2E7B238C63}"/>
              </a:ext>
            </a:extLst>
          </p:cNvPr>
          <p:cNvSpPr>
            <a:spLocks noChangeShapeType="1"/>
          </p:cNvSpPr>
          <p:nvPr/>
        </p:nvSpPr>
        <p:spPr bwMode="auto">
          <a:xfrm>
            <a:off x="7580006" y="5464238"/>
            <a:ext cx="4226446" cy="0"/>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sp>
        <p:nvSpPr>
          <p:cNvPr id="44" name="Rectangle 12">
            <a:extLst>
              <a:ext uri="{FF2B5EF4-FFF2-40B4-BE49-F238E27FC236}">
                <a16:creationId xmlns:a16="http://schemas.microsoft.com/office/drawing/2014/main" id="{FDA6EA3C-9492-4F40-B877-D32F3A0124C1}"/>
              </a:ext>
            </a:extLst>
          </p:cNvPr>
          <p:cNvSpPr>
            <a:spLocks noChangeArrowheads="1"/>
          </p:cNvSpPr>
          <p:nvPr/>
        </p:nvSpPr>
        <p:spPr bwMode="auto">
          <a:xfrm>
            <a:off x="11888271" y="5241988"/>
            <a:ext cx="274115"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z</a:t>
            </a:r>
          </a:p>
        </p:txBody>
      </p:sp>
      <p:sp>
        <p:nvSpPr>
          <p:cNvPr id="45" name="Rectangle 13">
            <a:extLst>
              <a:ext uri="{FF2B5EF4-FFF2-40B4-BE49-F238E27FC236}">
                <a16:creationId xmlns:a16="http://schemas.microsoft.com/office/drawing/2014/main" id="{A9151D89-D8EE-49AE-8EDE-3BDB4AE810D9}"/>
              </a:ext>
            </a:extLst>
          </p:cNvPr>
          <p:cNvSpPr>
            <a:spLocks noChangeArrowheads="1"/>
          </p:cNvSpPr>
          <p:nvPr/>
        </p:nvSpPr>
        <p:spPr bwMode="auto">
          <a:xfrm>
            <a:off x="11276637" y="5756338"/>
            <a:ext cx="541816"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 z</a:t>
            </a:r>
            <a:r>
              <a:rPr lang="en-US" sz="1600">
                <a:latin typeface="Book Antiqua" pitchFamily="18" charset="0"/>
              </a:rPr>
              <a:t> =</a:t>
            </a:r>
          </a:p>
          <a:p>
            <a:pPr algn="l"/>
            <a:r>
              <a:rPr lang="en-US" sz="1600">
                <a:latin typeface="Book Antiqua" pitchFamily="18" charset="0"/>
              </a:rPr>
              <a:t>2.47</a:t>
            </a:r>
          </a:p>
        </p:txBody>
      </p:sp>
      <p:sp>
        <p:nvSpPr>
          <p:cNvPr id="46" name="Freeform 14">
            <a:extLst>
              <a:ext uri="{FF2B5EF4-FFF2-40B4-BE49-F238E27FC236}">
                <a16:creationId xmlns:a16="http://schemas.microsoft.com/office/drawing/2014/main" id="{3104DE58-0E71-4320-B0E0-440A5075F567}"/>
              </a:ext>
            </a:extLst>
          </p:cNvPr>
          <p:cNvSpPr>
            <a:spLocks noChangeArrowheads="1"/>
          </p:cNvSpPr>
          <p:nvPr/>
        </p:nvSpPr>
        <p:spPr bwMode="auto">
          <a:xfrm>
            <a:off x="9688534" y="5338825"/>
            <a:ext cx="1342" cy="428625"/>
          </a:xfrm>
          <a:custGeom>
            <a:avLst/>
            <a:gdLst/>
            <a:ahLst/>
            <a:cxnLst>
              <a:cxn ang="0">
                <a:pos x="0" y="0"/>
              </a:cxn>
              <a:cxn ang="0">
                <a:pos x="1" y="270"/>
              </a:cxn>
            </a:cxnLst>
            <a:rect l="0" t="0" r="r" b="b"/>
            <a:pathLst>
              <a:path w="1" h="270">
                <a:moveTo>
                  <a:pt x="0" y="0"/>
                </a:moveTo>
                <a:lnTo>
                  <a:pt x="1" y="270"/>
                </a:lnTo>
              </a:path>
            </a:pathLst>
          </a:cu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grpSp>
        <p:nvGrpSpPr>
          <p:cNvPr id="47" name="Group 124">
            <a:extLst>
              <a:ext uri="{FF2B5EF4-FFF2-40B4-BE49-F238E27FC236}">
                <a16:creationId xmlns:a16="http://schemas.microsoft.com/office/drawing/2014/main" id="{4A4C561F-4245-483B-800E-B0B9CEEB2AF5}"/>
              </a:ext>
            </a:extLst>
          </p:cNvPr>
          <p:cNvGrpSpPr>
            <a:grpSpLocks/>
          </p:cNvGrpSpPr>
          <p:nvPr/>
        </p:nvGrpSpPr>
        <p:grpSpPr bwMode="auto">
          <a:xfrm>
            <a:off x="11268589" y="4046600"/>
            <a:ext cx="148885" cy="1765300"/>
            <a:chOff x="3645" y="2256"/>
            <a:chExt cx="111" cy="1112"/>
          </a:xfrm>
        </p:grpSpPr>
        <p:sp>
          <p:nvSpPr>
            <p:cNvPr id="48" name="Freeform 125">
              <a:extLst>
                <a:ext uri="{FF2B5EF4-FFF2-40B4-BE49-F238E27FC236}">
                  <a16:creationId xmlns:a16="http://schemas.microsoft.com/office/drawing/2014/main" id="{78DB5040-95E1-4B95-BC83-2F3278E4AF40}"/>
                </a:ext>
              </a:extLst>
            </p:cNvPr>
            <p:cNvSpPr>
              <a:spLocks noChangeArrowheads="1"/>
            </p:cNvSpPr>
            <p:nvPr/>
          </p:nvSpPr>
          <p:spPr bwMode="auto">
            <a:xfrm flipH="1">
              <a:off x="3645" y="2256"/>
              <a:ext cx="47" cy="959"/>
            </a:xfrm>
            <a:custGeom>
              <a:avLst/>
              <a:gdLst/>
              <a:ahLst/>
              <a:cxnLst>
                <a:cxn ang="0">
                  <a:pos x="0" y="0"/>
                </a:cxn>
                <a:cxn ang="0">
                  <a:pos x="0" y="263"/>
                </a:cxn>
              </a:cxnLst>
              <a:rect l="0" t="0" r="r" b="b"/>
              <a:pathLst>
                <a:path w="1" h="263">
                  <a:moveTo>
                    <a:pt x="0" y="0"/>
                  </a:moveTo>
                  <a:lnTo>
                    <a:pt x="0" y="263"/>
                  </a:lnTo>
                </a:path>
              </a:pathLst>
            </a:custGeom>
            <a:noFill/>
            <a:ln w="12700">
              <a:solidFill>
                <a:srgbClr val="66FFFF"/>
              </a:solidFill>
              <a:round/>
              <a:headEnd/>
              <a:tailEnd/>
            </a:ln>
            <a:effectLst>
              <a:outerShdw dist="17961" dir="2700000" algn="ctr" rotWithShape="0">
                <a:srgbClr val="000000"/>
              </a:outerShdw>
            </a:effectLst>
          </p:spPr>
          <p:txBody>
            <a:bodyPr wrap="none" anchor="ctr"/>
            <a:lstStyle/>
            <a:p>
              <a:endParaRPr lang="en-US" sz="1600"/>
            </a:p>
          </p:txBody>
        </p:sp>
        <p:sp>
          <p:nvSpPr>
            <p:cNvPr id="49" name="Line 126">
              <a:extLst>
                <a:ext uri="{FF2B5EF4-FFF2-40B4-BE49-F238E27FC236}">
                  <a16:creationId xmlns:a16="http://schemas.microsoft.com/office/drawing/2014/main" id="{7E826950-BB0E-4624-B810-47EB5DAE41FE}"/>
                </a:ext>
              </a:extLst>
            </p:cNvPr>
            <p:cNvSpPr>
              <a:spLocks noChangeShapeType="1"/>
            </p:cNvSpPr>
            <p:nvPr/>
          </p:nvSpPr>
          <p:spPr bwMode="auto">
            <a:xfrm>
              <a:off x="3692" y="3216"/>
              <a:ext cx="64" cy="152"/>
            </a:xfrm>
            <a:prstGeom prst="line">
              <a:avLst/>
            </a:prstGeom>
            <a:noFill/>
            <a:ln w="12700">
              <a:solidFill>
                <a:srgbClr val="66FFFF"/>
              </a:solidFill>
              <a:round/>
              <a:headEnd/>
              <a:tailEnd/>
            </a:ln>
            <a:effectLst>
              <a:outerShdw dist="17961" dir="2700000" algn="ctr" rotWithShape="0">
                <a:srgbClr val="000000"/>
              </a:outerShdw>
            </a:effectLst>
          </p:spPr>
          <p:txBody>
            <a:bodyPr/>
            <a:lstStyle/>
            <a:p>
              <a:endParaRPr lang="en-US" sz="1600"/>
            </a:p>
          </p:txBody>
        </p:sp>
      </p:grpSp>
      <p:grpSp>
        <p:nvGrpSpPr>
          <p:cNvPr id="50" name="Group 127">
            <a:extLst>
              <a:ext uri="{FF2B5EF4-FFF2-40B4-BE49-F238E27FC236}">
                <a16:creationId xmlns:a16="http://schemas.microsoft.com/office/drawing/2014/main" id="{3C82013D-ECAB-4617-BACD-0FD06A1F3AC7}"/>
              </a:ext>
            </a:extLst>
          </p:cNvPr>
          <p:cNvGrpSpPr>
            <a:grpSpLocks/>
          </p:cNvGrpSpPr>
          <p:nvPr/>
        </p:nvGrpSpPr>
        <p:grpSpPr bwMode="auto">
          <a:xfrm>
            <a:off x="10848760" y="2748025"/>
            <a:ext cx="85843" cy="3076575"/>
            <a:chOff x="3380" y="1438"/>
            <a:chExt cx="64" cy="1938"/>
          </a:xfrm>
        </p:grpSpPr>
        <p:sp>
          <p:nvSpPr>
            <p:cNvPr id="51" name="Line 128">
              <a:extLst>
                <a:ext uri="{FF2B5EF4-FFF2-40B4-BE49-F238E27FC236}">
                  <a16:creationId xmlns:a16="http://schemas.microsoft.com/office/drawing/2014/main" id="{43C68AE5-C848-4F96-B42D-4965DD6C6709}"/>
                </a:ext>
              </a:extLst>
            </p:cNvPr>
            <p:cNvSpPr>
              <a:spLocks noChangeShapeType="1"/>
            </p:cNvSpPr>
            <p:nvPr/>
          </p:nvSpPr>
          <p:spPr bwMode="auto">
            <a:xfrm>
              <a:off x="3444" y="1438"/>
              <a:ext cx="0" cy="1792"/>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dirty="0"/>
            </a:p>
          </p:txBody>
        </p:sp>
        <p:sp>
          <p:nvSpPr>
            <p:cNvPr id="52" name="Line 129">
              <a:extLst>
                <a:ext uri="{FF2B5EF4-FFF2-40B4-BE49-F238E27FC236}">
                  <a16:creationId xmlns:a16="http://schemas.microsoft.com/office/drawing/2014/main" id="{9F4F6B87-2FF1-4FC4-8AC9-6DCAF2CDD076}"/>
                </a:ext>
              </a:extLst>
            </p:cNvPr>
            <p:cNvSpPr>
              <a:spLocks noChangeShapeType="1"/>
            </p:cNvSpPr>
            <p:nvPr/>
          </p:nvSpPr>
          <p:spPr bwMode="auto">
            <a:xfrm flipH="1">
              <a:off x="3380" y="3224"/>
              <a:ext cx="64" cy="152"/>
            </a:xfrm>
            <a:prstGeom prst="line">
              <a:avLst/>
            </a:prstGeom>
            <a:noFill/>
            <a:ln w="12700">
              <a:solidFill>
                <a:schemeClr val="tx1"/>
              </a:solidFill>
              <a:round/>
              <a:headEnd/>
              <a:tailEnd/>
            </a:ln>
            <a:effectLst>
              <a:outerShdw dist="17961" dir="2700000" algn="ctr" rotWithShape="0">
                <a:srgbClr val="000000"/>
              </a:outerShdw>
            </a:effectLst>
          </p:spPr>
          <p:txBody>
            <a:bodyPr/>
            <a:lstStyle/>
            <a:p>
              <a:endParaRPr lang="en-US" sz="1600"/>
            </a:p>
          </p:txBody>
        </p:sp>
      </p:grpSp>
      <p:sp>
        <p:nvSpPr>
          <p:cNvPr id="53" name="Line 130">
            <a:extLst>
              <a:ext uri="{FF2B5EF4-FFF2-40B4-BE49-F238E27FC236}">
                <a16:creationId xmlns:a16="http://schemas.microsoft.com/office/drawing/2014/main" id="{546B5392-D59C-4FC0-845E-842679AF9FEB}"/>
              </a:ext>
            </a:extLst>
          </p:cNvPr>
          <p:cNvSpPr>
            <a:spLocks noChangeShapeType="1"/>
          </p:cNvSpPr>
          <p:nvPr/>
        </p:nvSpPr>
        <p:spPr bwMode="auto">
          <a:xfrm flipV="1">
            <a:off x="11342362" y="4246624"/>
            <a:ext cx="160956" cy="1"/>
          </a:xfrm>
          <a:prstGeom prst="line">
            <a:avLst/>
          </a:prstGeom>
          <a:noFill/>
          <a:ln w="12700">
            <a:solidFill>
              <a:srgbClr val="66FFFF"/>
            </a:solidFill>
            <a:round/>
            <a:headEnd/>
            <a:tailEnd type="triangle" w="med" len="med"/>
          </a:ln>
          <a:effectLst>
            <a:outerShdw dist="17961" dir="2700000" algn="ctr" rotWithShape="0">
              <a:srgbClr val="000000"/>
            </a:outerShdw>
          </a:effectLst>
        </p:spPr>
        <p:txBody>
          <a:bodyPr wrap="none" anchor="ctr"/>
          <a:lstStyle/>
          <a:p>
            <a:endParaRPr lang="en-US" sz="1600"/>
          </a:p>
        </p:txBody>
      </p:sp>
    </p:spTree>
    <p:extLst>
      <p:ext uri="{BB962C8B-B14F-4D97-AF65-F5344CB8AC3E}">
        <p14:creationId xmlns:p14="http://schemas.microsoft.com/office/powerpoint/2010/main" val="190360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14"/>
                                        </p:tgtEl>
                                        <p:attrNameLst>
                                          <p:attrName>style.visibility</p:attrName>
                                        </p:attrNameLst>
                                      </p:cBhvr>
                                      <p:to>
                                        <p:strVal val="visible"/>
                                      </p:to>
                                    </p:set>
                                    <p:animEffect transition="in" filter="slide(fromTop)">
                                      <p:cBhvr>
                                        <p:cTn id="7" dur="500"/>
                                        <p:tgtEl>
                                          <p:spTgt spid="14"/>
                                        </p:tgtEl>
                                      </p:cBhvr>
                                    </p:animEffect>
                                  </p:childTnLst>
                                </p:cTn>
                              </p:par>
                            </p:childTnLst>
                          </p:cTn>
                        </p:par>
                        <p:par>
                          <p:cTn id="8" fill="hold">
                            <p:stCondLst>
                              <p:cond delay="2500"/>
                            </p:stCondLst>
                            <p:childTnLst>
                              <p:par>
                                <p:cTn id="9" presetID="12" presetClass="entr" presetSubtype="1" fill="hold" grpId="0" nodeType="afterEffect">
                                  <p:stCondLst>
                                    <p:cond delay="2000"/>
                                  </p:stCondLst>
                                  <p:childTnLst>
                                    <p:set>
                                      <p:cBhvr>
                                        <p:cTn id="10" dur="1" fill="hold">
                                          <p:stCondLst>
                                            <p:cond delay="0"/>
                                          </p:stCondLst>
                                        </p:cTn>
                                        <p:tgtEl>
                                          <p:spTgt spid="17"/>
                                        </p:tgtEl>
                                        <p:attrNameLst>
                                          <p:attrName>style.visibility</p:attrName>
                                        </p:attrNameLst>
                                      </p:cBhvr>
                                      <p:to>
                                        <p:strVal val="visible"/>
                                      </p:to>
                                    </p:set>
                                    <p:animEffect transition="in" filter="slide(fromTop)">
                                      <p:cBhvr>
                                        <p:cTn id="11" dur="500"/>
                                        <p:tgtEl>
                                          <p:spTgt spid="17"/>
                                        </p:tgtEl>
                                      </p:cBhvr>
                                    </p:animEffect>
                                  </p:childTnLst>
                                </p:cTn>
                              </p:par>
                            </p:childTnLst>
                          </p:cTn>
                        </p:par>
                        <p:par>
                          <p:cTn id="12" fill="hold">
                            <p:stCondLst>
                              <p:cond delay="5000"/>
                            </p:stCondLst>
                            <p:childTnLst>
                              <p:par>
                                <p:cTn id="13" presetID="12" presetClass="entr" presetSubtype="1" fill="hold" nodeType="afterEffect">
                                  <p:stCondLst>
                                    <p:cond delay="2000"/>
                                  </p:stCondLst>
                                  <p:childTnLst>
                                    <p:set>
                                      <p:cBhvr>
                                        <p:cTn id="14" dur="1" fill="hold">
                                          <p:stCondLst>
                                            <p:cond delay="0"/>
                                          </p:stCondLst>
                                        </p:cTn>
                                        <p:tgtEl>
                                          <p:spTgt spid="18"/>
                                        </p:tgtEl>
                                        <p:attrNameLst>
                                          <p:attrName>style.visibility</p:attrName>
                                        </p:attrNameLst>
                                      </p:cBhvr>
                                      <p:to>
                                        <p:strVal val="visible"/>
                                      </p:to>
                                    </p:set>
                                    <p:animEffect transition="in" filter="slide(fromTop)">
                                      <p:cBhvr>
                                        <p:cTn id="15" dur="500"/>
                                        <p:tgtEl>
                                          <p:spTgt spid="18"/>
                                        </p:tgtEl>
                                      </p:cBhvr>
                                    </p:animEffect>
                                  </p:childTnLst>
                                </p:cTn>
                              </p:par>
                            </p:childTnLst>
                          </p:cTn>
                        </p:par>
                        <p:par>
                          <p:cTn id="16" fill="hold">
                            <p:stCondLst>
                              <p:cond delay="7500"/>
                            </p:stCondLst>
                            <p:childTnLst>
                              <p:par>
                                <p:cTn id="17" presetID="12" presetClass="entr" presetSubtype="1" fill="hold" grpId="0" nodeType="afterEffect">
                                  <p:stCondLst>
                                    <p:cond delay="2000"/>
                                  </p:stCondLst>
                                  <p:childTnLst>
                                    <p:set>
                                      <p:cBhvr>
                                        <p:cTn id="18" dur="1" fill="hold">
                                          <p:stCondLst>
                                            <p:cond delay="0"/>
                                          </p:stCondLst>
                                        </p:cTn>
                                        <p:tgtEl>
                                          <p:spTgt spid="19"/>
                                        </p:tgtEl>
                                        <p:attrNameLst>
                                          <p:attrName>style.visibility</p:attrName>
                                        </p:attrNameLst>
                                      </p:cBhvr>
                                      <p:to>
                                        <p:strVal val="visible"/>
                                      </p:to>
                                    </p:set>
                                    <p:animEffect transition="in" filter="slide(fromTop)">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7" grpId="0" animBg="1" autoUpdateAnimBg="0"/>
      <p:bldP spid="19"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Example of One-Tailed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10</a:t>
            </a:fld>
            <a:endParaRPr lang="en-IN"/>
          </a:p>
        </p:txBody>
      </p:sp>
      <p:sp>
        <p:nvSpPr>
          <p:cNvPr id="16" name="TextBox 15">
            <a:extLst>
              <a:ext uri="{FF2B5EF4-FFF2-40B4-BE49-F238E27FC236}">
                <a16:creationId xmlns:a16="http://schemas.microsoft.com/office/drawing/2014/main" id="{5EDBD69D-0207-4008-958A-565098D5D346}"/>
              </a:ext>
            </a:extLst>
          </p:cNvPr>
          <p:cNvSpPr txBox="1"/>
          <p:nvPr/>
        </p:nvSpPr>
        <p:spPr>
          <a:xfrm>
            <a:off x="139700" y="614999"/>
            <a:ext cx="11893274" cy="348109"/>
          </a:xfrm>
          <a:prstGeom prst="rect">
            <a:avLst/>
          </a:prstGeom>
          <a:noFill/>
        </p:spPr>
        <p:txBody>
          <a:bodyPr wrap="square" rtlCol="0">
            <a:spAutoFit/>
          </a:bodyPr>
          <a:lstStyle/>
          <a:p>
            <a:pPr marL="342900" indent="-342900">
              <a:lnSpc>
                <a:spcPct val="80000"/>
              </a:lnSpc>
              <a:spcBef>
                <a:spcPct val="20000"/>
              </a:spcBef>
              <a:buSzPct val="75000"/>
              <a:buFont typeface="Arial" panose="020B0604020202020204" pitchFamily="34" charset="0"/>
              <a:buChar char="•"/>
            </a:pPr>
            <a:r>
              <a:rPr lang="en-US" sz="2000" dirty="0"/>
              <a:t>Step 5.  Determine whether to reject </a:t>
            </a:r>
            <a:r>
              <a:rPr lang="en-US" sz="2000" i="1" dirty="0"/>
              <a:t>H</a:t>
            </a:r>
            <a:r>
              <a:rPr lang="en-US" sz="2000" baseline="-25000" dirty="0"/>
              <a:t>0</a:t>
            </a:r>
            <a:r>
              <a:rPr lang="en-US" sz="2000" dirty="0"/>
              <a:t>.</a:t>
            </a:r>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744872" y="6688723"/>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10" name="Text Box 118">
            <a:extLst>
              <a:ext uri="{FF2B5EF4-FFF2-40B4-BE49-F238E27FC236}">
                <a16:creationId xmlns:a16="http://schemas.microsoft.com/office/drawing/2014/main" id="{2AD6FDB7-FB67-4EF2-A5A6-D162B81CEEE7}"/>
              </a:ext>
            </a:extLst>
          </p:cNvPr>
          <p:cNvSpPr txBox="1">
            <a:spLocks noChangeArrowheads="1"/>
          </p:cNvSpPr>
          <p:nvPr/>
        </p:nvSpPr>
        <p:spPr bwMode="auto">
          <a:xfrm>
            <a:off x="544305" y="1011993"/>
            <a:ext cx="6492875" cy="457200"/>
          </a:xfrm>
          <a:prstGeom prst="rect">
            <a:avLst/>
          </a:prstGeom>
          <a:solidFill>
            <a:srgbClr val="0070C0"/>
          </a:solidFill>
          <a:ln w="12700">
            <a:noFill/>
            <a:miter lim="800000"/>
            <a:headEnd/>
            <a:tailEnd/>
          </a:ln>
          <a:effectLst/>
        </p:spPr>
        <p:txBody>
          <a:bodyPr wrap="none">
            <a:spAutoFit/>
          </a:bodyPr>
          <a:lstStyle/>
          <a:p>
            <a:pPr algn="l"/>
            <a:r>
              <a:rPr lang="en-US" sz="2400" dirty="0">
                <a:solidFill>
                  <a:schemeClr val="bg1"/>
                </a:solidFill>
                <a:latin typeface="Book Antiqua" pitchFamily="18" charset="0"/>
              </a:rPr>
              <a:t>Because </a:t>
            </a:r>
            <a:r>
              <a:rPr lang="en-US" sz="2400" i="1" dirty="0">
                <a:solidFill>
                  <a:schemeClr val="bg1"/>
                </a:solidFill>
                <a:latin typeface="Book Antiqua" pitchFamily="18" charset="0"/>
              </a:rPr>
              <a:t>p</a:t>
            </a:r>
            <a:r>
              <a:rPr lang="en-US" sz="2400" dirty="0">
                <a:solidFill>
                  <a:schemeClr val="bg1"/>
                </a:solidFill>
                <a:latin typeface="Book Antiqua" pitchFamily="18" charset="0"/>
              </a:rPr>
              <a:t>–value = .0068 </a:t>
            </a:r>
            <a:r>
              <a:rPr lang="en-US" sz="2400" u="sng" dirty="0">
                <a:solidFill>
                  <a:schemeClr val="bg1"/>
                </a:solidFill>
                <a:latin typeface="Book Antiqua" pitchFamily="18" charset="0"/>
              </a:rPr>
              <a:t>&lt;</a:t>
            </a:r>
            <a:r>
              <a:rPr lang="en-US" sz="2400" dirty="0">
                <a:solidFill>
                  <a:schemeClr val="bg1"/>
                </a:solidFill>
                <a:latin typeface="Book Antiqua" pitchFamily="18" charset="0"/>
              </a:rPr>
              <a:t> </a:t>
            </a:r>
            <a:r>
              <a:rPr lang="en-US" sz="2400" i="1" dirty="0">
                <a:solidFill>
                  <a:schemeClr val="bg1"/>
                </a:solidFill>
                <a:latin typeface="Symbol" pitchFamily="18" charset="2"/>
              </a:rPr>
              <a:t>a</a:t>
            </a:r>
            <a:r>
              <a:rPr lang="en-US" sz="2400" dirty="0">
                <a:solidFill>
                  <a:schemeClr val="bg1"/>
                </a:solidFill>
                <a:latin typeface="Book Antiqua" pitchFamily="18" charset="0"/>
              </a:rPr>
              <a:t> = .05, we reject </a:t>
            </a:r>
            <a:r>
              <a:rPr lang="en-US" sz="2400" i="1" dirty="0">
                <a:solidFill>
                  <a:schemeClr val="bg1"/>
                </a:solidFill>
                <a:latin typeface="Book Antiqua" pitchFamily="18" charset="0"/>
              </a:rPr>
              <a:t>H</a:t>
            </a:r>
            <a:r>
              <a:rPr lang="en-US" sz="2400" baseline="-25000" dirty="0">
                <a:solidFill>
                  <a:schemeClr val="bg1"/>
                </a:solidFill>
                <a:latin typeface="Book Antiqua" pitchFamily="18" charset="0"/>
              </a:rPr>
              <a:t>0</a:t>
            </a:r>
            <a:r>
              <a:rPr lang="en-US" sz="2400" dirty="0">
                <a:solidFill>
                  <a:schemeClr val="bg1"/>
                </a:solidFill>
                <a:latin typeface="Book Antiqua" pitchFamily="18" charset="0"/>
              </a:rPr>
              <a:t>.</a:t>
            </a:r>
          </a:p>
        </p:txBody>
      </p:sp>
      <p:sp>
        <p:nvSpPr>
          <p:cNvPr id="11" name="Rectangle 119">
            <a:extLst>
              <a:ext uri="{FF2B5EF4-FFF2-40B4-BE49-F238E27FC236}">
                <a16:creationId xmlns:a16="http://schemas.microsoft.com/office/drawing/2014/main" id="{3C342637-52E7-46D1-9882-98113CC6C117}"/>
              </a:ext>
            </a:extLst>
          </p:cNvPr>
          <p:cNvSpPr>
            <a:spLocks noChangeArrowheads="1"/>
          </p:cNvSpPr>
          <p:nvPr/>
        </p:nvSpPr>
        <p:spPr bwMode="auto">
          <a:xfrm>
            <a:off x="190968" y="1533433"/>
            <a:ext cx="11572764" cy="704724"/>
          </a:xfrm>
          <a:prstGeom prst="rect">
            <a:avLst/>
          </a:prstGeom>
          <a:noFill/>
          <a:ln w="12700">
            <a:noFill/>
            <a:miter lim="800000"/>
            <a:headEnd/>
            <a:tailEnd/>
          </a:ln>
          <a:effectLst/>
        </p:spPr>
        <p:txBody>
          <a:bodyPr lIns="90488" tIns="44450" rIns="90488" bIns="44450"/>
          <a:lstStyle/>
          <a:p>
            <a:pPr>
              <a:lnSpc>
                <a:spcPct val="80000"/>
              </a:lnSpc>
              <a:spcBef>
                <a:spcPct val="20000"/>
              </a:spcBef>
              <a:buClr>
                <a:srgbClr val="66FFFF"/>
              </a:buClr>
              <a:buSzPct val="75000"/>
              <a:buFont typeface="Monotype Sorts" pitchFamily="2" charset="2"/>
              <a:buNone/>
            </a:pPr>
            <a:r>
              <a:rPr lang="en-US" sz="2000" dirty="0"/>
              <a:t>Hence, there is sufficient statistical evidence to infer that Metro EMS is </a:t>
            </a:r>
            <a:r>
              <a:rPr lang="en-US" sz="2000" u="sng" dirty="0"/>
              <a:t>not</a:t>
            </a:r>
            <a:r>
              <a:rPr lang="en-US" sz="2000" dirty="0"/>
              <a:t> meeting the response goal of 12 minutes.</a:t>
            </a:r>
          </a:p>
        </p:txBody>
      </p:sp>
      <p:sp>
        <p:nvSpPr>
          <p:cNvPr id="5" name="Rectangle 4">
            <a:extLst>
              <a:ext uri="{FF2B5EF4-FFF2-40B4-BE49-F238E27FC236}">
                <a16:creationId xmlns:a16="http://schemas.microsoft.com/office/drawing/2014/main" id="{51D53237-12B3-4994-88D4-5FF52D82F659}"/>
              </a:ext>
            </a:extLst>
          </p:cNvPr>
          <p:cNvSpPr/>
          <p:nvPr/>
        </p:nvSpPr>
        <p:spPr>
          <a:xfrm>
            <a:off x="90056" y="2084492"/>
            <a:ext cx="6327806" cy="652486"/>
          </a:xfrm>
          <a:prstGeom prst="rect">
            <a:avLst/>
          </a:prstGeom>
        </p:spPr>
        <p:txBody>
          <a:bodyPr wrap="square">
            <a:spAutoFit/>
          </a:bodyPr>
          <a:lstStyle/>
          <a:p>
            <a:pPr marL="342900" indent="-342900">
              <a:lnSpc>
                <a:spcPct val="80000"/>
              </a:lnSpc>
              <a:spcBef>
                <a:spcPct val="20000"/>
              </a:spcBef>
              <a:buSzPct val="75000"/>
              <a:buFont typeface="Wingdings" panose="05000000000000000000" pitchFamily="2" charset="2"/>
              <a:buChar char="v"/>
            </a:pPr>
            <a:r>
              <a:rPr lang="en-US" sz="2000" b="1" dirty="0"/>
              <a:t>Critical value approach:</a:t>
            </a:r>
          </a:p>
          <a:p>
            <a:pPr marL="342900" indent="-342900">
              <a:lnSpc>
                <a:spcPct val="80000"/>
              </a:lnSpc>
              <a:spcBef>
                <a:spcPct val="20000"/>
              </a:spcBef>
              <a:buSzPct val="75000"/>
              <a:buFont typeface="Arial" panose="020B0604020202020204" pitchFamily="34" charset="0"/>
              <a:buChar char="•"/>
            </a:pPr>
            <a:r>
              <a:rPr lang="en-US" sz="2000" dirty="0"/>
              <a:t>Step 4. Determine the critical value and rejection rule.</a:t>
            </a:r>
          </a:p>
        </p:txBody>
      </p:sp>
      <p:sp>
        <p:nvSpPr>
          <p:cNvPr id="13" name="Text Box 121">
            <a:extLst>
              <a:ext uri="{FF2B5EF4-FFF2-40B4-BE49-F238E27FC236}">
                <a16:creationId xmlns:a16="http://schemas.microsoft.com/office/drawing/2014/main" id="{F5803144-58B3-4749-97E6-E8073F2D218E}"/>
              </a:ext>
            </a:extLst>
          </p:cNvPr>
          <p:cNvSpPr txBox="1">
            <a:spLocks noChangeArrowheads="1"/>
          </p:cNvSpPr>
          <p:nvPr/>
        </p:nvSpPr>
        <p:spPr bwMode="auto">
          <a:xfrm>
            <a:off x="1592464" y="2777327"/>
            <a:ext cx="3267075" cy="457200"/>
          </a:xfrm>
          <a:prstGeom prst="rect">
            <a:avLst/>
          </a:prstGeom>
          <a:solidFill>
            <a:srgbClr val="0070C0"/>
          </a:solidFill>
          <a:ln w="12700">
            <a:noFill/>
            <a:miter lim="800000"/>
            <a:headEnd/>
            <a:tailEnd/>
          </a:ln>
          <a:effectLst/>
        </p:spPr>
        <p:txBody>
          <a:bodyPr wrap="none">
            <a:spAutoFit/>
          </a:bodyPr>
          <a:lstStyle/>
          <a:p>
            <a:r>
              <a:rPr lang="en-US" sz="2400" dirty="0">
                <a:solidFill>
                  <a:schemeClr val="bg1"/>
                </a:solidFill>
                <a:latin typeface="Book Antiqua" pitchFamily="18" charset="0"/>
              </a:rPr>
              <a:t>For </a:t>
            </a:r>
            <a:r>
              <a:rPr lang="en-US" sz="2400" i="1" dirty="0">
                <a:solidFill>
                  <a:schemeClr val="bg1"/>
                </a:solidFill>
                <a:latin typeface="Symbol" pitchFamily="18" charset="2"/>
              </a:rPr>
              <a:t>a</a:t>
            </a:r>
            <a:r>
              <a:rPr lang="en-US" sz="2400" dirty="0">
                <a:solidFill>
                  <a:schemeClr val="bg1"/>
                </a:solidFill>
                <a:latin typeface="Book Antiqua" pitchFamily="18" charset="0"/>
              </a:rPr>
              <a:t> = .05,  </a:t>
            </a:r>
            <a:r>
              <a:rPr lang="en-US" sz="2400" i="1" dirty="0">
                <a:solidFill>
                  <a:schemeClr val="bg1"/>
                </a:solidFill>
                <a:latin typeface="Book Antiqua" pitchFamily="18" charset="0"/>
              </a:rPr>
              <a:t>z</a:t>
            </a:r>
            <a:r>
              <a:rPr lang="en-US" sz="2400" baseline="-25000" dirty="0">
                <a:solidFill>
                  <a:schemeClr val="bg1"/>
                </a:solidFill>
                <a:latin typeface="Book Antiqua" pitchFamily="18" charset="0"/>
              </a:rPr>
              <a:t>.05</a:t>
            </a:r>
            <a:r>
              <a:rPr lang="en-US" sz="2400" dirty="0">
                <a:solidFill>
                  <a:schemeClr val="bg1"/>
                </a:solidFill>
                <a:latin typeface="Book Antiqua" pitchFamily="18" charset="0"/>
              </a:rPr>
              <a:t> = 1.645</a:t>
            </a:r>
          </a:p>
        </p:txBody>
      </p:sp>
      <p:sp>
        <p:nvSpPr>
          <p:cNvPr id="15" name="Text Box 125">
            <a:extLst>
              <a:ext uri="{FF2B5EF4-FFF2-40B4-BE49-F238E27FC236}">
                <a16:creationId xmlns:a16="http://schemas.microsoft.com/office/drawing/2014/main" id="{ABBB4198-44CF-48E6-B6B5-F9D21BB86536}"/>
              </a:ext>
            </a:extLst>
          </p:cNvPr>
          <p:cNvSpPr txBox="1">
            <a:spLocks noChangeArrowheads="1"/>
          </p:cNvSpPr>
          <p:nvPr/>
        </p:nvSpPr>
        <p:spPr bwMode="auto">
          <a:xfrm>
            <a:off x="1775821" y="3386723"/>
            <a:ext cx="2900362" cy="457200"/>
          </a:xfrm>
          <a:prstGeom prst="rect">
            <a:avLst/>
          </a:prstGeom>
          <a:solidFill>
            <a:srgbClr val="0070C0"/>
          </a:solidFill>
          <a:ln w="12700">
            <a:noFill/>
            <a:miter lim="800000"/>
            <a:headEnd/>
            <a:tailEnd/>
          </a:ln>
          <a:effectLst/>
        </p:spPr>
        <p:txBody>
          <a:bodyPr wrap="none">
            <a:spAutoFit/>
          </a:bodyPr>
          <a:lstStyle/>
          <a:p>
            <a:r>
              <a:rPr lang="en-US" sz="2400" dirty="0">
                <a:solidFill>
                  <a:schemeClr val="bg1"/>
                </a:solidFill>
                <a:latin typeface="Book Antiqua" pitchFamily="18" charset="0"/>
              </a:rPr>
              <a:t>Reject </a:t>
            </a:r>
            <a:r>
              <a:rPr lang="en-US" sz="2400" i="1" dirty="0">
                <a:solidFill>
                  <a:schemeClr val="bg1"/>
                </a:solidFill>
                <a:latin typeface="Book Antiqua" pitchFamily="18" charset="0"/>
              </a:rPr>
              <a:t>H</a:t>
            </a:r>
            <a:r>
              <a:rPr lang="en-US" sz="2400" baseline="-25000" dirty="0">
                <a:solidFill>
                  <a:schemeClr val="bg1"/>
                </a:solidFill>
                <a:latin typeface="Book Antiqua" pitchFamily="18" charset="0"/>
              </a:rPr>
              <a:t>0</a:t>
            </a:r>
            <a:r>
              <a:rPr lang="en-US" sz="2400" dirty="0">
                <a:solidFill>
                  <a:schemeClr val="bg1"/>
                </a:solidFill>
                <a:latin typeface="Book Antiqua" pitchFamily="18" charset="0"/>
              </a:rPr>
              <a:t> if </a:t>
            </a:r>
            <a:r>
              <a:rPr lang="en-US" sz="2400" i="1" dirty="0">
                <a:solidFill>
                  <a:schemeClr val="bg1"/>
                </a:solidFill>
                <a:latin typeface="Book Antiqua" pitchFamily="18" charset="0"/>
              </a:rPr>
              <a:t>z</a:t>
            </a:r>
            <a:r>
              <a:rPr lang="en-US" sz="2400" dirty="0">
                <a:solidFill>
                  <a:schemeClr val="bg1"/>
                </a:solidFill>
                <a:latin typeface="Book Antiqua" pitchFamily="18" charset="0"/>
              </a:rPr>
              <a:t> </a:t>
            </a:r>
            <a:r>
              <a:rPr lang="en-US" sz="2400" u="sng" dirty="0">
                <a:solidFill>
                  <a:schemeClr val="bg1"/>
                </a:solidFill>
                <a:latin typeface="Book Antiqua" pitchFamily="18" charset="0"/>
              </a:rPr>
              <a:t>&gt;</a:t>
            </a:r>
            <a:r>
              <a:rPr lang="en-US" sz="2400" dirty="0">
                <a:solidFill>
                  <a:schemeClr val="bg1"/>
                </a:solidFill>
                <a:latin typeface="Book Antiqua" pitchFamily="18" charset="0"/>
              </a:rPr>
              <a:t> 1.645</a:t>
            </a:r>
          </a:p>
        </p:txBody>
      </p:sp>
      <p:sp>
        <p:nvSpPr>
          <p:cNvPr id="20" name="Text Box 112">
            <a:extLst>
              <a:ext uri="{FF2B5EF4-FFF2-40B4-BE49-F238E27FC236}">
                <a16:creationId xmlns:a16="http://schemas.microsoft.com/office/drawing/2014/main" id="{F454ED3D-49B7-4315-B547-6D8ABC90865B}"/>
              </a:ext>
            </a:extLst>
          </p:cNvPr>
          <p:cNvSpPr txBox="1">
            <a:spLocks noChangeArrowheads="1"/>
          </p:cNvSpPr>
          <p:nvPr/>
        </p:nvSpPr>
        <p:spPr bwMode="auto">
          <a:xfrm>
            <a:off x="139700" y="4434640"/>
            <a:ext cx="4662174" cy="400110"/>
          </a:xfrm>
          <a:prstGeom prst="rect">
            <a:avLst/>
          </a:prstGeom>
          <a:noFill/>
          <a:ln w="12700">
            <a:noFill/>
            <a:miter lim="800000"/>
            <a:headEnd/>
            <a:tailEnd/>
          </a:ln>
          <a:effectLst/>
        </p:spPr>
        <p:txBody>
          <a:bodyPr wrap="none">
            <a:spAutoFit/>
          </a:bodyPr>
          <a:lstStyle/>
          <a:p>
            <a:pPr marL="285750" indent="-285750" algn="l">
              <a:buFont typeface="Arial" panose="020B0604020202020204" pitchFamily="34" charset="0"/>
              <a:buChar char="•"/>
            </a:pPr>
            <a:r>
              <a:rPr lang="en-US" sz="2000" dirty="0"/>
              <a:t>Step 5.  Determine whether to reject H</a:t>
            </a:r>
            <a:r>
              <a:rPr lang="en-US" sz="2000" baseline="-25000" dirty="0"/>
              <a:t>0</a:t>
            </a:r>
            <a:r>
              <a:rPr lang="en-US" sz="2000" dirty="0"/>
              <a:t>.</a:t>
            </a:r>
          </a:p>
        </p:txBody>
      </p:sp>
      <p:sp>
        <p:nvSpPr>
          <p:cNvPr id="21" name="Rectangle 114">
            <a:extLst>
              <a:ext uri="{FF2B5EF4-FFF2-40B4-BE49-F238E27FC236}">
                <a16:creationId xmlns:a16="http://schemas.microsoft.com/office/drawing/2014/main" id="{E76E4A0A-5815-4075-ACE7-5AA77FEB2DDA}"/>
              </a:ext>
            </a:extLst>
          </p:cNvPr>
          <p:cNvSpPr>
            <a:spLocks noChangeArrowheads="1"/>
          </p:cNvSpPr>
          <p:nvPr/>
        </p:nvSpPr>
        <p:spPr bwMode="auto">
          <a:xfrm>
            <a:off x="186807" y="5821679"/>
            <a:ext cx="6054968" cy="593498"/>
          </a:xfrm>
          <a:prstGeom prst="rect">
            <a:avLst/>
          </a:prstGeom>
          <a:noFill/>
          <a:ln w="12700">
            <a:noFill/>
            <a:miter lim="800000"/>
            <a:headEnd/>
            <a:tailEnd/>
          </a:ln>
          <a:effectLst/>
        </p:spPr>
        <p:txBody>
          <a:bodyPr lIns="90488" tIns="44450" rIns="90488" bIns="44450"/>
          <a:lstStyle/>
          <a:p>
            <a:pPr>
              <a:lnSpc>
                <a:spcPct val="80000"/>
              </a:lnSpc>
              <a:spcBef>
                <a:spcPct val="20000"/>
              </a:spcBef>
              <a:buSzPct val="75000"/>
            </a:pPr>
            <a:r>
              <a:rPr lang="en-US" sz="2000" dirty="0">
                <a:latin typeface="Book Antiqua" pitchFamily="18" charset="0"/>
              </a:rPr>
              <a:t>Hence, there is sufficient statistical evidence to infer that Metro  MS is </a:t>
            </a:r>
            <a:r>
              <a:rPr lang="en-US" sz="2000" u="sng" dirty="0">
                <a:latin typeface="Book Antiqua" pitchFamily="18" charset="0"/>
              </a:rPr>
              <a:t>not</a:t>
            </a:r>
            <a:r>
              <a:rPr lang="en-US" sz="2000" dirty="0">
                <a:latin typeface="Book Antiqua" pitchFamily="18" charset="0"/>
              </a:rPr>
              <a:t> meeting the response goal of 12 minutes.</a:t>
            </a:r>
          </a:p>
        </p:txBody>
      </p:sp>
      <p:sp>
        <p:nvSpPr>
          <p:cNvPr id="22" name="Text Box 115">
            <a:extLst>
              <a:ext uri="{FF2B5EF4-FFF2-40B4-BE49-F238E27FC236}">
                <a16:creationId xmlns:a16="http://schemas.microsoft.com/office/drawing/2014/main" id="{97A7867A-DCAB-4A51-A340-25AC44480B9C}"/>
              </a:ext>
            </a:extLst>
          </p:cNvPr>
          <p:cNvSpPr txBox="1">
            <a:spLocks noChangeArrowheads="1"/>
          </p:cNvSpPr>
          <p:nvPr/>
        </p:nvSpPr>
        <p:spPr bwMode="auto">
          <a:xfrm>
            <a:off x="987252" y="4863527"/>
            <a:ext cx="4732337" cy="457200"/>
          </a:xfrm>
          <a:prstGeom prst="rect">
            <a:avLst/>
          </a:prstGeom>
          <a:solidFill>
            <a:srgbClr val="0070C0"/>
          </a:solidFill>
          <a:ln w="12700">
            <a:noFill/>
            <a:miter lim="800000"/>
            <a:headEnd/>
            <a:tailEnd/>
          </a:ln>
          <a:effectLst/>
        </p:spPr>
        <p:txBody>
          <a:bodyPr wrap="none">
            <a:spAutoFit/>
          </a:bodyPr>
          <a:lstStyle/>
          <a:p>
            <a:pPr algn="l"/>
            <a:r>
              <a:rPr lang="en-US" sz="2400" dirty="0">
                <a:solidFill>
                  <a:schemeClr val="bg1"/>
                </a:solidFill>
                <a:latin typeface="Book Antiqua" pitchFamily="18" charset="0"/>
              </a:rPr>
              <a:t>Because 2.47 </a:t>
            </a:r>
            <a:r>
              <a:rPr lang="en-US" sz="2400" u="sng" dirty="0">
                <a:solidFill>
                  <a:schemeClr val="bg1"/>
                </a:solidFill>
                <a:latin typeface="Book Antiqua" pitchFamily="18" charset="0"/>
              </a:rPr>
              <a:t>&gt;</a:t>
            </a:r>
            <a:r>
              <a:rPr lang="en-US" sz="2400" dirty="0">
                <a:solidFill>
                  <a:schemeClr val="bg1"/>
                </a:solidFill>
                <a:latin typeface="Book Antiqua" pitchFamily="18" charset="0"/>
              </a:rPr>
              <a:t> 1.645, we reject </a:t>
            </a:r>
            <a:r>
              <a:rPr lang="en-US" sz="2400" i="1" dirty="0">
                <a:solidFill>
                  <a:schemeClr val="bg1"/>
                </a:solidFill>
                <a:latin typeface="Book Antiqua" pitchFamily="18" charset="0"/>
              </a:rPr>
              <a:t>H</a:t>
            </a:r>
            <a:r>
              <a:rPr lang="en-US" sz="2400" baseline="-25000" dirty="0">
                <a:solidFill>
                  <a:schemeClr val="bg1"/>
                </a:solidFill>
                <a:latin typeface="Book Antiqua" pitchFamily="18" charset="0"/>
              </a:rPr>
              <a:t>0</a:t>
            </a:r>
            <a:r>
              <a:rPr lang="en-US" sz="2400" dirty="0">
                <a:solidFill>
                  <a:schemeClr val="bg1"/>
                </a:solidFill>
                <a:latin typeface="Book Antiqua" pitchFamily="18" charset="0"/>
              </a:rPr>
              <a:t>.</a:t>
            </a:r>
          </a:p>
        </p:txBody>
      </p:sp>
      <p:sp>
        <p:nvSpPr>
          <p:cNvPr id="24" name="Freeform 4">
            <a:extLst>
              <a:ext uri="{FF2B5EF4-FFF2-40B4-BE49-F238E27FC236}">
                <a16:creationId xmlns:a16="http://schemas.microsoft.com/office/drawing/2014/main" id="{A2D3EE96-F133-49F5-A868-D71AADD98B26}"/>
              </a:ext>
            </a:extLst>
          </p:cNvPr>
          <p:cNvSpPr>
            <a:spLocks/>
          </p:cNvSpPr>
          <p:nvPr/>
        </p:nvSpPr>
        <p:spPr bwMode="auto">
          <a:xfrm>
            <a:off x="6687087" y="2098349"/>
            <a:ext cx="3809301" cy="3059113"/>
          </a:xfrm>
          <a:custGeom>
            <a:avLst/>
            <a:gdLst/>
            <a:ahLst/>
            <a:cxnLst>
              <a:cxn ang="0">
                <a:pos x="1356" y="8"/>
              </a:cxn>
              <a:cxn ang="0">
                <a:pos x="1262" y="96"/>
              </a:cxn>
              <a:cxn ang="0">
                <a:pos x="1203" y="196"/>
              </a:cxn>
              <a:cxn ang="0">
                <a:pos x="1144" y="304"/>
              </a:cxn>
              <a:cxn ang="0">
                <a:pos x="1098" y="406"/>
              </a:cxn>
              <a:cxn ang="0">
                <a:pos x="1059" y="508"/>
              </a:cxn>
              <a:cxn ang="0">
                <a:pos x="1014" y="625"/>
              </a:cxn>
              <a:cxn ang="0">
                <a:pos x="975" y="748"/>
              </a:cxn>
              <a:cxn ang="0">
                <a:pos x="948" y="853"/>
              </a:cxn>
              <a:cxn ang="0">
                <a:pos x="922" y="965"/>
              </a:cxn>
              <a:cxn ang="0">
                <a:pos x="885" y="1072"/>
              </a:cxn>
              <a:cxn ang="0">
                <a:pos x="844" y="1177"/>
              </a:cxn>
              <a:cxn ang="0">
                <a:pos x="812" y="1282"/>
              </a:cxn>
              <a:cxn ang="0">
                <a:pos x="748" y="1402"/>
              </a:cxn>
              <a:cxn ang="0">
                <a:pos x="677" y="1516"/>
              </a:cxn>
              <a:cxn ang="0">
                <a:pos x="605" y="1613"/>
              </a:cxn>
              <a:cxn ang="0">
                <a:pos x="504" y="1686"/>
              </a:cxn>
              <a:cxn ang="0">
                <a:pos x="396" y="1740"/>
              </a:cxn>
              <a:cxn ang="0">
                <a:pos x="293" y="1783"/>
              </a:cxn>
              <a:cxn ang="0">
                <a:pos x="204" y="1813"/>
              </a:cxn>
              <a:cxn ang="0">
                <a:pos x="81" y="1849"/>
              </a:cxn>
              <a:cxn ang="0">
                <a:pos x="2" y="1876"/>
              </a:cxn>
              <a:cxn ang="0">
                <a:pos x="2840" y="1924"/>
              </a:cxn>
              <a:cxn ang="0">
                <a:pos x="2796" y="1856"/>
              </a:cxn>
              <a:cxn ang="0">
                <a:pos x="2692" y="1826"/>
              </a:cxn>
              <a:cxn ang="0">
                <a:pos x="2574" y="1792"/>
              </a:cxn>
              <a:cxn ang="0">
                <a:pos x="2460" y="1744"/>
              </a:cxn>
              <a:cxn ang="0">
                <a:pos x="2342" y="1688"/>
              </a:cxn>
              <a:cxn ang="0">
                <a:pos x="2293" y="1658"/>
              </a:cxn>
              <a:cxn ang="0">
                <a:pos x="2212" y="1584"/>
              </a:cxn>
              <a:cxn ang="0">
                <a:pos x="2140" y="1500"/>
              </a:cxn>
              <a:cxn ang="0">
                <a:pos x="2078" y="1402"/>
              </a:cxn>
              <a:cxn ang="0">
                <a:pos x="2024" y="1300"/>
              </a:cxn>
              <a:cxn ang="0">
                <a:pos x="1978" y="1200"/>
              </a:cxn>
              <a:cxn ang="0">
                <a:pos x="1942" y="1106"/>
              </a:cxn>
              <a:cxn ang="0">
                <a:pos x="1910" y="1012"/>
              </a:cxn>
              <a:cxn ang="0">
                <a:pos x="1870" y="890"/>
              </a:cxn>
              <a:cxn ang="0">
                <a:pos x="1840" y="776"/>
              </a:cxn>
              <a:cxn ang="0">
                <a:pos x="1798" y="640"/>
              </a:cxn>
              <a:cxn ang="0">
                <a:pos x="1748" y="507"/>
              </a:cxn>
              <a:cxn ang="0">
                <a:pos x="1704" y="396"/>
              </a:cxn>
              <a:cxn ang="0">
                <a:pos x="1672" y="318"/>
              </a:cxn>
              <a:cxn ang="0">
                <a:pos x="1630" y="232"/>
              </a:cxn>
              <a:cxn ang="0">
                <a:pos x="1598" y="180"/>
              </a:cxn>
              <a:cxn ang="0">
                <a:pos x="1560" y="124"/>
              </a:cxn>
              <a:cxn ang="0">
                <a:pos x="1546" y="106"/>
              </a:cxn>
              <a:cxn ang="0">
                <a:pos x="1490" y="42"/>
              </a:cxn>
              <a:cxn ang="0">
                <a:pos x="1448" y="8"/>
              </a:cxn>
            </a:cxnLst>
            <a:rect l="0" t="0" r="r" b="b"/>
            <a:pathLst>
              <a:path w="2840" h="1927">
                <a:moveTo>
                  <a:pt x="1416" y="0"/>
                </a:moveTo>
                <a:lnTo>
                  <a:pt x="1384" y="0"/>
                </a:lnTo>
                <a:lnTo>
                  <a:pt x="1356" y="8"/>
                </a:lnTo>
                <a:lnTo>
                  <a:pt x="1324" y="30"/>
                </a:lnTo>
                <a:lnTo>
                  <a:pt x="1299" y="55"/>
                </a:lnTo>
                <a:lnTo>
                  <a:pt x="1262" y="96"/>
                </a:lnTo>
                <a:lnTo>
                  <a:pt x="1242" y="128"/>
                </a:lnTo>
                <a:lnTo>
                  <a:pt x="1218" y="162"/>
                </a:lnTo>
                <a:lnTo>
                  <a:pt x="1203" y="196"/>
                </a:lnTo>
                <a:lnTo>
                  <a:pt x="1185" y="232"/>
                </a:lnTo>
                <a:lnTo>
                  <a:pt x="1164" y="268"/>
                </a:lnTo>
                <a:lnTo>
                  <a:pt x="1144" y="304"/>
                </a:lnTo>
                <a:lnTo>
                  <a:pt x="1128" y="343"/>
                </a:lnTo>
                <a:lnTo>
                  <a:pt x="1112" y="372"/>
                </a:lnTo>
                <a:lnTo>
                  <a:pt x="1098" y="406"/>
                </a:lnTo>
                <a:lnTo>
                  <a:pt x="1086" y="439"/>
                </a:lnTo>
                <a:lnTo>
                  <a:pt x="1071" y="475"/>
                </a:lnTo>
                <a:lnTo>
                  <a:pt x="1059" y="508"/>
                </a:lnTo>
                <a:lnTo>
                  <a:pt x="1041" y="547"/>
                </a:lnTo>
                <a:lnTo>
                  <a:pt x="1026" y="589"/>
                </a:lnTo>
                <a:lnTo>
                  <a:pt x="1014" y="625"/>
                </a:lnTo>
                <a:lnTo>
                  <a:pt x="1002" y="664"/>
                </a:lnTo>
                <a:lnTo>
                  <a:pt x="990" y="709"/>
                </a:lnTo>
                <a:lnTo>
                  <a:pt x="975" y="748"/>
                </a:lnTo>
                <a:lnTo>
                  <a:pt x="966" y="784"/>
                </a:lnTo>
                <a:lnTo>
                  <a:pt x="954" y="823"/>
                </a:lnTo>
                <a:lnTo>
                  <a:pt x="948" y="853"/>
                </a:lnTo>
                <a:lnTo>
                  <a:pt x="936" y="892"/>
                </a:lnTo>
                <a:lnTo>
                  <a:pt x="927" y="931"/>
                </a:lnTo>
                <a:lnTo>
                  <a:pt x="922" y="965"/>
                </a:lnTo>
                <a:lnTo>
                  <a:pt x="909" y="1003"/>
                </a:lnTo>
                <a:lnTo>
                  <a:pt x="897" y="1036"/>
                </a:lnTo>
                <a:lnTo>
                  <a:pt x="885" y="1072"/>
                </a:lnTo>
                <a:lnTo>
                  <a:pt x="873" y="1108"/>
                </a:lnTo>
                <a:lnTo>
                  <a:pt x="860" y="1144"/>
                </a:lnTo>
                <a:lnTo>
                  <a:pt x="844" y="1177"/>
                </a:lnTo>
                <a:lnTo>
                  <a:pt x="832" y="1218"/>
                </a:lnTo>
                <a:lnTo>
                  <a:pt x="822" y="1246"/>
                </a:lnTo>
                <a:lnTo>
                  <a:pt x="812" y="1282"/>
                </a:lnTo>
                <a:lnTo>
                  <a:pt x="789" y="1324"/>
                </a:lnTo>
                <a:lnTo>
                  <a:pt x="768" y="1363"/>
                </a:lnTo>
                <a:lnTo>
                  <a:pt x="748" y="1402"/>
                </a:lnTo>
                <a:lnTo>
                  <a:pt x="730" y="1437"/>
                </a:lnTo>
                <a:lnTo>
                  <a:pt x="708" y="1478"/>
                </a:lnTo>
                <a:lnTo>
                  <a:pt x="677" y="1516"/>
                </a:lnTo>
                <a:lnTo>
                  <a:pt x="653" y="1547"/>
                </a:lnTo>
                <a:lnTo>
                  <a:pt x="632" y="1578"/>
                </a:lnTo>
                <a:lnTo>
                  <a:pt x="605" y="1613"/>
                </a:lnTo>
                <a:lnTo>
                  <a:pt x="580" y="1632"/>
                </a:lnTo>
                <a:lnTo>
                  <a:pt x="551" y="1656"/>
                </a:lnTo>
                <a:lnTo>
                  <a:pt x="504" y="1686"/>
                </a:lnTo>
                <a:lnTo>
                  <a:pt x="458" y="1710"/>
                </a:lnTo>
                <a:lnTo>
                  <a:pt x="424" y="1726"/>
                </a:lnTo>
                <a:lnTo>
                  <a:pt x="396" y="1740"/>
                </a:lnTo>
                <a:lnTo>
                  <a:pt x="364" y="1752"/>
                </a:lnTo>
                <a:lnTo>
                  <a:pt x="328" y="1768"/>
                </a:lnTo>
                <a:lnTo>
                  <a:pt x="293" y="1783"/>
                </a:lnTo>
                <a:lnTo>
                  <a:pt x="264" y="1789"/>
                </a:lnTo>
                <a:lnTo>
                  <a:pt x="237" y="1801"/>
                </a:lnTo>
                <a:lnTo>
                  <a:pt x="204" y="1813"/>
                </a:lnTo>
                <a:lnTo>
                  <a:pt x="160" y="1826"/>
                </a:lnTo>
                <a:lnTo>
                  <a:pt x="114" y="1843"/>
                </a:lnTo>
                <a:lnTo>
                  <a:pt x="81" y="1849"/>
                </a:lnTo>
                <a:lnTo>
                  <a:pt x="48" y="1861"/>
                </a:lnTo>
                <a:lnTo>
                  <a:pt x="21" y="1867"/>
                </a:lnTo>
                <a:lnTo>
                  <a:pt x="2" y="1876"/>
                </a:lnTo>
                <a:lnTo>
                  <a:pt x="0" y="1927"/>
                </a:lnTo>
                <a:lnTo>
                  <a:pt x="0" y="1924"/>
                </a:lnTo>
                <a:lnTo>
                  <a:pt x="2840" y="1924"/>
                </a:lnTo>
                <a:lnTo>
                  <a:pt x="2838" y="1886"/>
                </a:lnTo>
                <a:lnTo>
                  <a:pt x="2838" y="1868"/>
                </a:lnTo>
                <a:lnTo>
                  <a:pt x="2796" y="1856"/>
                </a:lnTo>
                <a:lnTo>
                  <a:pt x="2754" y="1846"/>
                </a:lnTo>
                <a:lnTo>
                  <a:pt x="2724" y="1834"/>
                </a:lnTo>
                <a:lnTo>
                  <a:pt x="2692" y="1826"/>
                </a:lnTo>
                <a:lnTo>
                  <a:pt x="2670" y="1820"/>
                </a:lnTo>
                <a:lnTo>
                  <a:pt x="2620" y="1804"/>
                </a:lnTo>
                <a:lnTo>
                  <a:pt x="2574" y="1792"/>
                </a:lnTo>
                <a:lnTo>
                  <a:pt x="2535" y="1774"/>
                </a:lnTo>
                <a:lnTo>
                  <a:pt x="2499" y="1759"/>
                </a:lnTo>
                <a:lnTo>
                  <a:pt x="2460" y="1744"/>
                </a:lnTo>
                <a:lnTo>
                  <a:pt x="2424" y="1730"/>
                </a:lnTo>
                <a:lnTo>
                  <a:pt x="2379" y="1708"/>
                </a:lnTo>
                <a:lnTo>
                  <a:pt x="2342" y="1688"/>
                </a:lnTo>
                <a:lnTo>
                  <a:pt x="2322" y="1676"/>
                </a:lnTo>
                <a:lnTo>
                  <a:pt x="2308" y="1666"/>
                </a:lnTo>
                <a:lnTo>
                  <a:pt x="2293" y="1658"/>
                </a:lnTo>
                <a:lnTo>
                  <a:pt x="2266" y="1636"/>
                </a:lnTo>
                <a:lnTo>
                  <a:pt x="2245" y="1613"/>
                </a:lnTo>
                <a:lnTo>
                  <a:pt x="2212" y="1584"/>
                </a:lnTo>
                <a:lnTo>
                  <a:pt x="2191" y="1565"/>
                </a:lnTo>
                <a:lnTo>
                  <a:pt x="2161" y="1528"/>
                </a:lnTo>
                <a:lnTo>
                  <a:pt x="2140" y="1500"/>
                </a:lnTo>
                <a:lnTo>
                  <a:pt x="2120" y="1466"/>
                </a:lnTo>
                <a:lnTo>
                  <a:pt x="2098" y="1434"/>
                </a:lnTo>
                <a:lnTo>
                  <a:pt x="2078" y="1402"/>
                </a:lnTo>
                <a:lnTo>
                  <a:pt x="2058" y="1362"/>
                </a:lnTo>
                <a:lnTo>
                  <a:pt x="2042" y="1332"/>
                </a:lnTo>
                <a:lnTo>
                  <a:pt x="2024" y="1300"/>
                </a:lnTo>
                <a:lnTo>
                  <a:pt x="2006" y="1270"/>
                </a:lnTo>
                <a:lnTo>
                  <a:pt x="1996" y="1238"/>
                </a:lnTo>
                <a:lnTo>
                  <a:pt x="1978" y="1200"/>
                </a:lnTo>
                <a:lnTo>
                  <a:pt x="1964" y="1164"/>
                </a:lnTo>
                <a:lnTo>
                  <a:pt x="1952" y="1134"/>
                </a:lnTo>
                <a:lnTo>
                  <a:pt x="1942" y="1106"/>
                </a:lnTo>
                <a:lnTo>
                  <a:pt x="1934" y="1080"/>
                </a:lnTo>
                <a:lnTo>
                  <a:pt x="1924" y="1058"/>
                </a:lnTo>
                <a:lnTo>
                  <a:pt x="1910" y="1012"/>
                </a:lnTo>
                <a:lnTo>
                  <a:pt x="1896" y="970"/>
                </a:lnTo>
                <a:lnTo>
                  <a:pt x="1884" y="930"/>
                </a:lnTo>
                <a:lnTo>
                  <a:pt x="1870" y="890"/>
                </a:lnTo>
                <a:lnTo>
                  <a:pt x="1862" y="850"/>
                </a:lnTo>
                <a:lnTo>
                  <a:pt x="1852" y="814"/>
                </a:lnTo>
                <a:lnTo>
                  <a:pt x="1840" y="776"/>
                </a:lnTo>
                <a:lnTo>
                  <a:pt x="1828" y="734"/>
                </a:lnTo>
                <a:lnTo>
                  <a:pt x="1816" y="694"/>
                </a:lnTo>
                <a:lnTo>
                  <a:pt x="1798" y="640"/>
                </a:lnTo>
                <a:lnTo>
                  <a:pt x="1784" y="598"/>
                </a:lnTo>
                <a:lnTo>
                  <a:pt x="1766" y="550"/>
                </a:lnTo>
                <a:lnTo>
                  <a:pt x="1748" y="507"/>
                </a:lnTo>
                <a:lnTo>
                  <a:pt x="1734" y="474"/>
                </a:lnTo>
                <a:lnTo>
                  <a:pt x="1722" y="432"/>
                </a:lnTo>
                <a:lnTo>
                  <a:pt x="1704" y="396"/>
                </a:lnTo>
                <a:lnTo>
                  <a:pt x="1686" y="348"/>
                </a:lnTo>
                <a:lnTo>
                  <a:pt x="1698" y="372"/>
                </a:lnTo>
                <a:lnTo>
                  <a:pt x="1672" y="318"/>
                </a:lnTo>
                <a:lnTo>
                  <a:pt x="1654" y="284"/>
                </a:lnTo>
                <a:lnTo>
                  <a:pt x="1642" y="256"/>
                </a:lnTo>
                <a:lnTo>
                  <a:pt x="1630" y="232"/>
                </a:lnTo>
                <a:lnTo>
                  <a:pt x="1612" y="206"/>
                </a:lnTo>
                <a:lnTo>
                  <a:pt x="1606" y="196"/>
                </a:lnTo>
                <a:lnTo>
                  <a:pt x="1598" y="180"/>
                </a:lnTo>
                <a:lnTo>
                  <a:pt x="1586" y="160"/>
                </a:lnTo>
                <a:lnTo>
                  <a:pt x="1574" y="142"/>
                </a:lnTo>
                <a:lnTo>
                  <a:pt x="1560" y="124"/>
                </a:lnTo>
                <a:lnTo>
                  <a:pt x="1552" y="114"/>
                </a:lnTo>
                <a:lnTo>
                  <a:pt x="1568" y="136"/>
                </a:lnTo>
                <a:lnTo>
                  <a:pt x="1546" y="106"/>
                </a:lnTo>
                <a:lnTo>
                  <a:pt x="1530" y="86"/>
                </a:lnTo>
                <a:lnTo>
                  <a:pt x="1512" y="62"/>
                </a:lnTo>
                <a:lnTo>
                  <a:pt x="1490" y="42"/>
                </a:lnTo>
                <a:lnTo>
                  <a:pt x="1476" y="28"/>
                </a:lnTo>
                <a:lnTo>
                  <a:pt x="1464" y="16"/>
                </a:lnTo>
                <a:lnTo>
                  <a:pt x="1448" y="8"/>
                </a:lnTo>
                <a:lnTo>
                  <a:pt x="1432" y="2"/>
                </a:lnTo>
              </a:path>
            </a:pathLst>
          </a:custGeom>
          <a:gradFill flip="none" rotWithShape="1">
            <a:gsLst>
              <a:gs pos="0">
                <a:srgbClr val="72AF2F">
                  <a:shade val="30000"/>
                  <a:satMod val="115000"/>
                </a:srgbClr>
              </a:gs>
              <a:gs pos="50000">
                <a:srgbClr val="72AF2F">
                  <a:shade val="67500"/>
                  <a:satMod val="115000"/>
                </a:srgbClr>
              </a:gs>
              <a:gs pos="100000">
                <a:srgbClr val="72AF2F">
                  <a:shade val="100000"/>
                  <a:satMod val="115000"/>
                </a:srgbClr>
              </a:gs>
            </a:gsLst>
            <a:lin ang="16200000" scaled="1"/>
            <a:tileRect/>
          </a:gradFill>
          <a:ln w="12700" cap="rnd" cmpd="sng">
            <a:noFill/>
            <a:prstDash val="solid"/>
            <a:round/>
            <a:headEnd type="none" w="med" len="med"/>
            <a:tailEnd type="none" w="med" len="med"/>
          </a:ln>
          <a:effectLst/>
        </p:spPr>
        <p:txBody>
          <a:bodyPr/>
          <a:lstStyle/>
          <a:p>
            <a:endParaRPr lang="en-US" sz="1600"/>
          </a:p>
        </p:txBody>
      </p:sp>
      <p:sp>
        <p:nvSpPr>
          <p:cNvPr id="25" name="Rectangle 5">
            <a:extLst>
              <a:ext uri="{FF2B5EF4-FFF2-40B4-BE49-F238E27FC236}">
                <a16:creationId xmlns:a16="http://schemas.microsoft.com/office/drawing/2014/main" id="{CD5AFB74-1F31-490B-94AB-15BD897B8E37}"/>
              </a:ext>
            </a:extLst>
          </p:cNvPr>
          <p:cNvSpPr>
            <a:spLocks noChangeArrowheads="1"/>
          </p:cNvSpPr>
          <p:nvPr/>
        </p:nvSpPr>
        <p:spPr bwMode="auto">
          <a:xfrm>
            <a:off x="10892073" y="3681087"/>
            <a:ext cx="852799"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Book Antiqua" pitchFamily="18" charset="0"/>
              </a:rPr>
              <a:t>p</a:t>
            </a:r>
            <a:r>
              <a:rPr lang="en-US" sz="1600" dirty="0">
                <a:latin typeface="Book Antiqua" pitchFamily="18" charset="0"/>
              </a:rPr>
              <a:t>-value</a:t>
            </a:r>
          </a:p>
          <a:p>
            <a:pPr algn="l"/>
            <a:r>
              <a:rPr lang="en-US" sz="1600" i="1" dirty="0">
                <a:latin typeface="Symbol" pitchFamily="18" charset="2"/>
              </a:rPr>
              <a:t></a:t>
            </a:r>
            <a:r>
              <a:rPr lang="en-US" sz="1600" dirty="0">
                <a:latin typeface="Symbol" pitchFamily="18" charset="2"/>
              </a:rPr>
              <a:t></a:t>
            </a:r>
          </a:p>
        </p:txBody>
      </p:sp>
      <p:sp>
        <p:nvSpPr>
          <p:cNvPr id="26" name="Freeform 6">
            <a:extLst>
              <a:ext uri="{FF2B5EF4-FFF2-40B4-BE49-F238E27FC236}">
                <a16:creationId xmlns:a16="http://schemas.microsoft.com/office/drawing/2014/main" id="{697555DA-891D-474B-A4E4-8DA9803BE626}"/>
              </a:ext>
            </a:extLst>
          </p:cNvPr>
          <p:cNvSpPr>
            <a:spLocks/>
          </p:cNvSpPr>
          <p:nvPr/>
        </p:nvSpPr>
        <p:spPr bwMode="auto">
          <a:xfrm>
            <a:off x="10238858" y="4968549"/>
            <a:ext cx="260213" cy="190500"/>
          </a:xfrm>
          <a:custGeom>
            <a:avLst/>
            <a:gdLst/>
            <a:ahLst/>
            <a:cxnLst>
              <a:cxn ang="0">
                <a:pos x="6" y="6"/>
              </a:cxn>
              <a:cxn ang="0">
                <a:pos x="1" y="0"/>
              </a:cxn>
              <a:cxn ang="0">
                <a:pos x="4" y="15"/>
              </a:cxn>
              <a:cxn ang="0">
                <a:pos x="4" y="26"/>
              </a:cxn>
              <a:cxn ang="0">
                <a:pos x="4" y="42"/>
              </a:cxn>
              <a:cxn ang="0">
                <a:pos x="4" y="54"/>
              </a:cxn>
              <a:cxn ang="0">
                <a:pos x="4" y="68"/>
              </a:cxn>
              <a:cxn ang="0">
                <a:pos x="4" y="90"/>
              </a:cxn>
              <a:cxn ang="0">
                <a:pos x="6" y="118"/>
              </a:cxn>
              <a:cxn ang="0">
                <a:pos x="192" y="120"/>
              </a:cxn>
              <a:cxn ang="0">
                <a:pos x="194" y="64"/>
              </a:cxn>
              <a:cxn ang="0">
                <a:pos x="184" y="58"/>
              </a:cxn>
              <a:cxn ang="0">
                <a:pos x="170" y="54"/>
              </a:cxn>
              <a:cxn ang="0">
                <a:pos x="156" y="52"/>
              </a:cxn>
              <a:cxn ang="0">
                <a:pos x="146" y="50"/>
              </a:cxn>
              <a:cxn ang="0">
                <a:pos x="140" y="48"/>
              </a:cxn>
              <a:cxn ang="0">
                <a:pos x="130" y="46"/>
              </a:cxn>
              <a:cxn ang="0">
                <a:pos x="104" y="38"/>
              </a:cxn>
              <a:cxn ang="0">
                <a:pos x="116" y="44"/>
              </a:cxn>
              <a:cxn ang="0">
                <a:pos x="110" y="42"/>
              </a:cxn>
              <a:cxn ang="0">
                <a:pos x="98" y="38"/>
              </a:cxn>
              <a:cxn ang="0">
                <a:pos x="90" y="34"/>
              </a:cxn>
              <a:cxn ang="0">
                <a:pos x="78" y="30"/>
              </a:cxn>
              <a:cxn ang="0">
                <a:pos x="70" y="28"/>
              </a:cxn>
              <a:cxn ang="0">
                <a:pos x="59" y="26"/>
              </a:cxn>
              <a:cxn ang="0">
                <a:pos x="50" y="22"/>
              </a:cxn>
              <a:cxn ang="0">
                <a:pos x="40" y="19"/>
              </a:cxn>
              <a:cxn ang="0">
                <a:pos x="31" y="15"/>
              </a:cxn>
              <a:cxn ang="0">
                <a:pos x="22" y="7"/>
              </a:cxn>
              <a:cxn ang="0">
                <a:pos x="13" y="4"/>
              </a:cxn>
              <a:cxn ang="0">
                <a:pos x="0" y="4"/>
              </a:cxn>
              <a:cxn ang="0">
                <a:pos x="8" y="8"/>
              </a:cxn>
            </a:cxnLst>
            <a:rect l="0" t="0" r="r" b="b"/>
            <a:pathLst>
              <a:path w="194" h="120">
                <a:moveTo>
                  <a:pt x="6" y="6"/>
                </a:moveTo>
                <a:lnTo>
                  <a:pt x="1" y="0"/>
                </a:lnTo>
                <a:lnTo>
                  <a:pt x="4" y="15"/>
                </a:lnTo>
                <a:lnTo>
                  <a:pt x="4" y="26"/>
                </a:lnTo>
                <a:lnTo>
                  <a:pt x="4" y="42"/>
                </a:lnTo>
                <a:lnTo>
                  <a:pt x="4" y="54"/>
                </a:lnTo>
                <a:lnTo>
                  <a:pt x="4" y="68"/>
                </a:lnTo>
                <a:lnTo>
                  <a:pt x="4" y="90"/>
                </a:lnTo>
                <a:lnTo>
                  <a:pt x="6" y="118"/>
                </a:lnTo>
                <a:lnTo>
                  <a:pt x="192" y="120"/>
                </a:lnTo>
                <a:lnTo>
                  <a:pt x="194" y="64"/>
                </a:lnTo>
                <a:lnTo>
                  <a:pt x="184" y="58"/>
                </a:lnTo>
                <a:lnTo>
                  <a:pt x="170" y="54"/>
                </a:lnTo>
                <a:lnTo>
                  <a:pt x="156" y="52"/>
                </a:lnTo>
                <a:lnTo>
                  <a:pt x="146" y="50"/>
                </a:lnTo>
                <a:lnTo>
                  <a:pt x="140" y="48"/>
                </a:lnTo>
                <a:lnTo>
                  <a:pt x="130" y="46"/>
                </a:lnTo>
                <a:lnTo>
                  <a:pt x="104" y="38"/>
                </a:lnTo>
                <a:lnTo>
                  <a:pt x="116" y="44"/>
                </a:lnTo>
                <a:lnTo>
                  <a:pt x="110" y="42"/>
                </a:lnTo>
                <a:lnTo>
                  <a:pt x="98" y="38"/>
                </a:lnTo>
                <a:lnTo>
                  <a:pt x="90" y="34"/>
                </a:lnTo>
                <a:lnTo>
                  <a:pt x="78" y="30"/>
                </a:lnTo>
                <a:lnTo>
                  <a:pt x="70" y="28"/>
                </a:lnTo>
                <a:lnTo>
                  <a:pt x="59" y="26"/>
                </a:lnTo>
                <a:lnTo>
                  <a:pt x="50" y="22"/>
                </a:lnTo>
                <a:lnTo>
                  <a:pt x="40" y="19"/>
                </a:lnTo>
                <a:lnTo>
                  <a:pt x="31" y="15"/>
                </a:lnTo>
                <a:lnTo>
                  <a:pt x="22" y="7"/>
                </a:lnTo>
                <a:lnTo>
                  <a:pt x="13" y="4"/>
                </a:lnTo>
                <a:lnTo>
                  <a:pt x="0" y="4"/>
                </a:lnTo>
                <a:lnTo>
                  <a:pt x="8" y="8"/>
                </a:lnTo>
              </a:path>
            </a:pathLst>
          </a:custGeom>
          <a:solidFill>
            <a:srgbClr val="002060"/>
          </a:solidFill>
          <a:ln w="12700" cap="rnd" cmpd="sng">
            <a:noFill/>
            <a:prstDash val="solid"/>
            <a:round/>
            <a:headEnd type="none" w="med" len="med"/>
            <a:tailEnd type="none" w="med" len="med"/>
          </a:ln>
          <a:effectLst/>
        </p:spPr>
        <p:txBody>
          <a:bodyPr/>
          <a:lstStyle/>
          <a:p>
            <a:endParaRPr lang="en-US" sz="1600"/>
          </a:p>
        </p:txBody>
      </p:sp>
      <p:sp>
        <p:nvSpPr>
          <p:cNvPr id="27" name="Line 7">
            <a:extLst>
              <a:ext uri="{FF2B5EF4-FFF2-40B4-BE49-F238E27FC236}">
                <a16:creationId xmlns:a16="http://schemas.microsoft.com/office/drawing/2014/main" id="{D795E461-92A0-45F6-B1A2-A72F50F94337}"/>
              </a:ext>
            </a:extLst>
          </p:cNvPr>
          <p:cNvSpPr>
            <a:spLocks noChangeShapeType="1"/>
          </p:cNvSpPr>
          <p:nvPr/>
        </p:nvSpPr>
        <p:spPr bwMode="auto">
          <a:xfrm>
            <a:off x="9863294" y="2628574"/>
            <a:ext cx="547251" cy="0"/>
          </a:xfrm>
          <a:prstGeom prst="line">
            <a:avLst/>
          </a:prstGeom>
          <a:noFill/>
          <a:ln w="12700">
            <a:solidFill>
              <a:schemeClr val="tx1"/>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28" name="Rectangle 8">
            <a:extLst>
              <a:ext uri="{FF2B5EF4-FFF2-40B4-BE49-F238E27FC236}">
                <a16:creationId xmlns:a16="http://schemas.microsoft.com/office/drawing/2014/main" id="{FAA1E467-6CC5-43FD-B57D-53C8EDC31E65}"/>
              </a:ext>
            </a:extLst>
          </p:cNvPr>
          <p:cNvSpPr>
            <a:spLocks noChangeArrowheads="1"/>
          </p:cNvSpPr>
          <p:nvPr/>
        </p:nvSpPr>
        <p:spPr bwMode="auto">
          <a:xfrm>
            <a:off x="8457607" y="5490837"/>
            <a:ext cx="285336"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a:latin typeface="Book Antiqua" pitchFamily="18" charset="0"/>
              </a:rPr>
              <a:t>0</a:t>
            </a:r>
          </a:p>
        </p:txBody>
      </p:sp>
      <p:sp>
        <p:nvSpPr>
          <p:cNvPr id="29" name="Rectangle 9">
            <a:extLst>
              <a:ext uri="{FF2B5EF4-FFF2-40B4-BE49-F238E27FC236}">
                <a16:creationId xmlns:a16="http://schemas.microsoft.com/office/drawing/2014/main" id="{27B665CB-5E23-4117-BDFA-494E060B305D}"/>
              </a:ext>
            </a:extLst>
          </p:cNvPr>
          <p:cNvSpPr>
            <a:spLocks noChangeArrowheads="1"/>
          </p:cNvSpPr>
          <p:nvPr/>
        </p:nvSpPr>
        <p:spPr bwMode="auto">
          <a:xfrm>
            <a:off x="9218126" y="5452737"/>
            <a:ext cx="644408"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a:latin typeface="Book Antiqua" pitchFamily="18" charset="0"/>
              </a:rPr>
              <a:t> </a:t>
            </a:r>
            <a:r>
              <a:rPr lang="en-US" sz="1600" i="1">
                <a:latin typeface="Book Antiqua" pitchFamily="18" charset="0"/>
              </a:rPr>
              <a:t>z</a:t>
            </a:r>
            <a:r>
              <a:rPr lang="en-US" sz="1600" i="1" baseline="-25000">
                <a:latin typeface="Symbol" pitchFamily="18" charset="2"/>
              </a:rPr>
              <a:t>a</a:t>
            </a:r>
            <a:r>
              <a:rPr lang="en-US" sz="1600">
                <a:latin typeface="Book Antiqua" pitchFamily="18" charset="0"/>
              </a:rPr>
              <a:t> =</a:t>
            </a:r>
          </a:p>
          <a:p>
            <a:pPr algn="l"/>
            <a:r>
              <a:rPr lang="en-US" sz="1600">
                <a:latin typeface="Book Antiqua" pitchFamily="18" charset="0"/>
              </a:rPr>
              <a:t>1.645</a:t>
            </a:r>
          </a:p>
        </p:txBody>
      </p:sp>
      <p:sp>
        <p:nvSpPr>
          <p:cNvPr id="30" name="Rectangle 10">
            <a:extLst>
              <a:ext uri="{FF2B5EF4-FFF2-40B4-BE49-F238E27FC236}">
                <a16:creationId xmlns:a16="http://schemas.microsoft.com/office/drawing/2014/main" id="{7396DDDE-4705-4FFC-A272-BE128B653BE9}"/>
              </a:ext>
            </a:extLst>
          </p:cNvPr>
          <p:cNvSpPr>
            <a:spLocks noChangeArrowheads="1"/>
          </p:cNvSpPr>
          <p:nvPr/>
        </p:nvSpPr>
        <p:spPr bwMode="auto">
          <a:xfrm>
            <a:off x="10473587" y="2385687"/>
            <a:ext cx="796694"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Symbol" pitchFamily="18" charset="2"/>
              </a:rPr>
              <a:t>a</a:t>
            </a:r>
            <a:r>
              <a:rPr lang="en-US" sz="1600">
                <a:latin typeface="Book Antiqua" pitchFamily="18" charset="0"/>
              </a:rPr>
              <a:t> = .05</a:t>
            </a:r>
            <a:endParaRPr lang="en-US" sz="1600" baseline="-25000">
              <a:latin typeface="Book Antiqua" pitchFamily="18" charset="0"/>
            </a:endParaRPr>
          </a:p>
        </p:txBody>
      </p:sp>
      <p:sp>
        <p:nvSpPr>
          <p:cNvPr id="31" name="Line 11">
            <a:extLst>
              <a:ext uri="{FF2B5EF4-FFF2-40B4-BE49-F238E27FC236}">
                <a16:creationId xmlns:a16="http://schemas.microsoft.com/office/drawing/2014/main" id="{465C7256-CFEC-4D42-9D0B-402B32E61FC3}"/>
              </a:ext>
            </a:extLst>
          </p:cNvPr>
          <p:cNvSpPr>
            <a:spLocks noChangeShapeType="1"/>
          </p:cNvSpPr>
          <p:nvPr/>
        </p:nvSpPr>
        <p:spPr bwMode="auto">
          <a:xfrm>
            <a:off x="6487234" y="5160637"/>
            <a:ext cx="4226446" cy="0"/>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sp>
        <p:nvSpPr>
          <p:cNvPr id="32" name="Rectangle 12">
            <a:extLst>
              <a:ext uri="{FF2B5EF4-FFF2-40B4-BE49-F238E27FC236}">
                <a16:creationId xmlns:a16="http://schemas.microsoft.com/office/drawing/2014/main" id="{D6D118FA-5B12-4DC9-867D-54C64ED7AD6D}"/>
              </a:ext>
            </a:extLst>
          </p:cNvPr>
          <p:cNvSpPr>
            <a:spLocks noChangeArrowheads="1"/>
          </p:cNvSpPr>
          <p:nvPr/>
        </p:nvSpPr>
        <p:spPr bwMode="auto">
          <a:xfrm>
            <a:off x="10795499" y="4938387"/>
            <a:ext cx="274115"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z</a:t>
            </a:r>
          </a:p>
        </p:txBody>
      </p:sp>
      <p:sp>
        <p:nvSpPr>
          <p:cNvPr id="33" name="Rectangle 13">
            <a:extLst>
              <a:ext uri="{FF2B5EF4-FFF2-40B4-BE49-F238E27FC236}">
                <a16:creationId xmlns:a16="http://schemas.microsoft.com/office/drawing/2014/main" id="{A13D9DB9-E335-45EB-8731-071CB201AA35}"/>
              </a:ext>
            </a:extLst>
          </p:cNvPr>
          <p:cNvSpPr>
            <a:spLocks noChangeArrowheads="1"/>
          </p:cNvSpPr>
          <p:nvPr/>
        </p:nvSpPr>
        <p:spPr bwMode="auto">
          <a:xfrm>
            <a:off x="10183865" y="5452737"/>
            <a:ext cx="541816"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 z</a:t>
            </a:r>
            <a:r>
              <a:rPr lang="en-US" sz="1600">
                <a:latin typeface="Book Antiqua" pitchFamily="18" charset="0"/>
              </a:rPr>
              <a:t> =</a:t>
            </a:r>
          </a:p>
          <a:p>
            <a:pPr algn="l"/>
            <a:r>
              <a:rPr lang="en-US" sz="1600">
                <a:latin typeface="Book Antiqua" pitchFamily="18" charset="0"/>
              </a:rPr>
              <a:t>2.47</a:t>
            </a:r>
          </a:p>
        </p:txBody>
      </p:sp>
      <p:sp>
        <p:nvSpPr>
          <p:cNvPr id="34" name="Freeform 14">
            <a:extLst>
              <a:ext uri="{FF2B5EF4-FFF2-40B4-BE49-F238E27FC236}">
                <a16:creationId xmlns:a16="http://schemas.microsoft.com/office/drawing/2014/main" id="{B04DF6C2-1938-42EE-8F02-E8FEC5B7861E}"/>
              </a:ext>
            </a:extLst>
          </p:cNvPr>
          <p:cNvSpPr>
            <a:spLocks noChangeArrowheads="1"/>
          </p:cNvSpPr>
          <p:nvPr/>
        </p:nvSpPr>
        <p:spPr bwMode="auto">
          <a:xfrm>
            <a:off x="8595762" y="5035224"/>
            <a:ext cx="1342" cy="428625"/>
          </a:xfrm>
          <a:custGeom>
            <a:avLst/>
            <a:gdLst/>
            <a:ahLst/>
            <a:cxnLst>
              <a:cxn ang="0">
                <a:pos x="0" y="0"/>
              </a:cxn>
              <a:cxn ang="0">
                <a:pos x="1" y="270"/>
              </a:cxn>
            </a:cxnLst>
            <a:rect l="0" t="0" r="r" b="b"/>
            <a:pathLst>
              <a:path w="1" h="270">
                <a:moveTo>
                  <a:pt x="0" y="0"/>
                </a:moveTo>
                <a:lnTo>
                  <a:pt x="1" y="270"/>
                </a:lnTo>
              </a:path>
            </a:pathLst>
          </a:cu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grpSp>
        <p:nvGrpSpPr>
          <p:cNvPr id="42" name="Group 124">
            <a:extLst>
              <a:ext uri="{FF2B5EF4-FFF2-40B4-BE49-F238E27FC236}">
                <a16:creationId xmlns:a16="http://schemas.microsoft.com/office/drawing/2014/main" id="{1FACB5EE-DA55-4345-BF74-3812F901F545}"/>
              </a:ext>
            </a:extLst>
          </p:cNvPr>
          <p:cNvGrpSpPr>
            <a:grpSpLocks/>
          </p:cNvGrpSpPr>
          <p:nvPr/>
        </p:nvGrpSpPr>
        <p:grpSpPr bwMode="auto">
          <a:xfrm>
            <a:off x="10175817" y="3742999"/>
            <a:ext cx="148885" cy="1765300"/>
            <a:chOff x="3645" y="2256"/>
            <a:chExt cx="111" cy="1112"/>
          </a:xfrm>
        </p:grpSpPr>
        <p:sp>
          <p:nvSpPr>
            <p:cNvPr id="43" name="Freeform 125">
              <a:extLst>
                <a:ext uri="{FF2B5EF4-FFF2-40B4-BE49-F238E27FC236}">
                  <a16:creationId xmlns:a16="http://schemas.microsoft.com/office/drawing/2014/main" id="{DFF04D73-2870-4949-B6F7-DE684AF6E913}"/>
                </a:ext>
              </a:extLst>
            </p:cNvPr>
            <p:cNvSpPr>
              <a:spLocks noChangeArrowheads="1"/>
            </p:cNvSpPr>
            <p:nvPr/>
          </p:nvSpPr>
          <p:spPr bwMode="auto">
            <a:xfrm flipH="1">
              <a:off x="3645" y="2256"/>
              <a:ext cx="47" cy="959"/>
            </a:xfrm>
            <a:custGeom>
              <a:avLst/>
              <a:gdLst/>
              <a:ahLst/>
              <a:cxnLst>
                <a:cxn ang="0">
                  <a:pos x="0" y="0"/>
                </a:cxn>
                <a:cxn ang="0">
                  <a:pos x="0" y="263"/>
                </a:cxn>
              </a:cxnLst>
              <a:rect l="0" t="0" r="r" b="b"/>
              <a:pathLst>
                <a:path w="1" h="263">
                  <a:moveTo>
                    <a:pt x="0" y="0"/>
                  </a:moveTo>
                  <a:lnTo>
                    <a:pt x="0" y="263"/>
                  </a:lnTo>
                </a:path>
              </a:pathLst>
            </a:custGeom>
            <a:noFill/>
            <a:ln w="12700">
              <a:solidFill>
                <a:srgbClr val="66FFFF"/>
              </a:solidFill>
              <a:round/>
              <a:headEnd/>
              <a:tailEnd/>
            </a:ln>
            <a:effectLst>
              <a:outerShdw dist="17961" dir="2700000" algn="ctr" rotWithShape="0">
                <a:srgbClr val="000000"/>
              </a:outerShdw>
            </a:effectLst>
          </p:spPr>
          <p:txBody>
            <a:bodyPr wrap="none" anchor="ctr"/>
            <a:lstStyle/>
            <a:p>
              <a:endParaRPr lang="en-US" sz="1600"/>
            </a:p>
          </p:txBody>
        </p:sp>
        <p:sp>
          <p:nvSpPr>
            <p:cNvPr id="44" name="Line 126">
              <a:extLst>
                <a:ext uri="{FF2B5EF4-FFF2-40B4-BE49-F238E27FC236}">
                  <a16:creationId xmlns:a16="http://schemas.microsoft.com/office/drawing/2014/main" id="{9E71DC11-9536-4C56-8982-C2BB020EDD35}"/>
                </a:ext>
              </a:extLst>
            </p:cNvPr>
            <p:cNvSpPr>
              <a:spLocks noChangeShapeType="1"/>
            </p:cNvSpPr>
            <p:nvPr/>
          </p:nvSpPr>
          <p:spPr bwMode="auto">
            <a:xfrm>
              <a:off x="3692" y="3216"/>
              <a:ext cx="64" cy="152"/>
            </a:xfrm>
            <a:prstGeom prst="line">
              <a:avLst/>
            </a:prstGeom>
            <a:noFill/>
            <a:ln w="12700">
              <a:solidFill>
                <a:srgbClr val="66FFFF"/>
              </a:solidFill>
              <a:round/>
              <a:headEnd/>
              <a:tailEnd/>
            </a:ln>
            <a:effectLst>
              <a:outerShdw dist="17961" dir="2700000" algn="ctr" rotWithShape="0">
                <a:srgbClr val="000000"/>
              </a:outerShdw>
            </a:effectLst>
          </p:spPr>
          <p:txBody>
            <a:bodyPr/>
            <a:lstStyle/>
            <a:p>
              <a:endParaRPr lang="en-US" sz="1600"/>
            </a:p>
          </p:txBody>
        </p:sp>
      </p:grpSp>
      <p:grpSp>
        <p:nvGrpSpPr>
          <p:cNvPr id="45" name="Group 127">
            <a:extLst>
              <a:ext uri="{FF2B5EF4-FFF2-40B4-BE49-F238E27FC236}">
                <a16:creationId xmlns:a16="http://schemas.microsoft.com/office/drawing/2014/main" id="{2AAC3881-9478-4898-A8C7-0234523A865F}"/>
              </a:ext>
            </a:extLst>
          </p:cNvPr>
          <p:cNvGrpSpPr>
            <a:grpSpLocks/>
          </p:cNvGrpSpPr>
          <p:nvPr/>
        </p:nvGrpSpPr>
        <p:grpSpPr bwMode="auto">
          <a:xfrm>
            <a:off x="9755988" y="2444424"/>
            <a:ext cx="85843" cy="3076575"/>
            <a:chOff x="3380" y="1438"/>
            <a:chExt cx="64" cy="1938"/>
          </a:xfrm>
        </p:grpSpPr>
        <p:sp>
          <p:nvSpPr>
            <p:cNvPr id="46" name="Line 128">
              <a:extLst>
                <a:ext uri="{FF2B5EF4-FFF2-40B4-BE49-F238E27FC236}">
                  <a16:creationId xmlns:a16="http://schemas.microsoft.com/office/drawing/2014/main" id="{2FC4CBFE-7937-4EED-B1B5-EA2018356BAB}"/>
                </a:ext>
              </a:extLst>
            </p:cNvPr>
            <p:cNvSpPr>
              <a:spLocks noChangeShapeType="1"/>
            </p:cNvSpPr>
            <p:nvPr/>
          </p:nvSpPr>
          <p:spPr bwMode="auto">
            <a:xfrm>
              <a:off x="3444" y="1438"/>
              <a:ext cx="0" cy="1792"/>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dirty="0"/>
            </a:p>
          </p:txBody>
        </p:sp>
        <p:sp>
          <p:nvSpPr>
            <p:cNvPr id="47" name="Line 129">
              <a:extLst>
                <a:ext uri="{FF2B5EF4-FFF2-40B4-BE49-F238E27FC236}">
                  <a16:creationId xmlns:a16="http://schemas.microsoft.com/office/drawing/2014/main" id="{321A059D-D733-4E13-BF40-475856C114EA}"/>
                </a:ext>
              </a:extLst>
            </p:cNvPr>
            <p:cNvSpPr>
              <a:spLocks noChangeShapeType="1"/>
            </p:cNvSpPr>
            <p:nvPr/>
          </p:nvSpPr>
          <p:spPr bwMode="auto">
            <a:xfrm flipH="1">
              <a:off x="3380" y="3224"/>
              <a:ext cx="64" cy="152"/>
            </a:xfrm>
            <a:prstGeom prst="line">
              <a:avLst/>
            </a:prstGeom>
            <a:noFill/>
            <a:ln w="12700">
              <a:solidFill>
                <a:schemeClr val="tx1"/>
              </a:solidFill>
              <a:round/>
              <a:headEnd/>
              <a:tailEnd/>
            </a:ln>
            <a:effectLst>
              <a:outerShdw dist="17961" dir="2700000" algn="ctr" rotWithShape="0">
                <a:srgbClr val="000000"/>
              </a:outerShdw>
            </a:effectLst>
          </p:spPr>
          <p:txBody>
            <a:bodyPr/>
            <a:lstStyle/>
            <a:p>
              <a:endParaRPr lang="en-US" sz="1600"/>
            </a:p>
          </p:txBody>
        </p:sp>
      </p:grpSp>
      <p:sp>
        <p:nvSpPr>
          <p:cNvPr id="48" name="Line 130">
            <a:extLst>
              <a:ext uri="{FF2B5EF4-FFF2-40B4-BE49-F238E27FC236}">
                <a16:creationId xmlns:a16="http://schemas.microsoft.com/office/drawing/2014/main" id="{E3CA3A31-414B-49D7-B06F-E2663DBA88AA}"/>
              </a:ext>
            </a:extLst>
          </p:cNvPr>
          <p:cNvSpPr>
            <a:spLocks noChangeShapeType="1"/>
          </p:cNvSpPr>
          <p:nvPr/>
        </p:nvSpPr>
        <p:spPr bwMode="auto">
          <a:xfrm>
            <a:off x="10249589" y="3943024"/>
            <a:ext cx="547251" cy="0"/>
          </a:xfrm>
          <a:prstGeom prst="line">
            <a:avLst/>
          </a:prstGeom>
          <a:noFill/>
          <a:ln w="12700">
            <a:solidFill>
              <a:srgbClr val="66FFFF"/>
            </a:solidFill>
            <a:round/>
            <a:headEnd/>
            <a:tailEnd type="triangle" w="med" len="med"/>
          </a:ln>
          <a:effectLst>
            <a:outerShdw dist="17961" dir="2700000" algn="ctr" rotWithShape="0">
              <a:srgbClr val="000000"/>
            </a:outerShdw>
          </a:effectLst>
        </p:spPr>
        <p:txBody>
          <a:bodyPr wrap="none" anchor="ctr"/>
          <a:lstStyle/>
          <a:p>
            <a:endParaRPr lang="en-US" sz="1600"/>
          </a:p>
        </p:txBody>
      </p:sp>
      <p:grpSp>
        <p:nvGrpSpPr>
          <p:cNvPr id="51" name="Group 134">
            <a:extLst>
              <a:ext uri="{FF2B5EF4-FFF2-40B4-BE49-F238E27FC236}">
                <a16:creationId xmlns:a16="http://schemas.microsoft.com/office/drawing/2014/main" id="{F331D03B-1778-4B94-B114-0E9E188434A6}"/>
              </a:ext>
            </a:extLst>
          </p:cNvPr>
          <p:cNvGrpSpPr>
            <a:grpSpLocks/>
          </p:cNvGrpSpPr>
          <p:nvPr/>
        </p:nvGrpSpPr>
        <p:grpSpPr bwMode="auto">
          <a:xfrm>
            <a:off x="6384500" y="2106741"/>
            <a:ext cx="1495553" cy="1181100"/>
            <a:chOff x="895" y="1663"/>
            <a:chExt cx="1115" cy="744"/>
          </a:xfrm>
        </p:grpSpPr>
        <p:sp>
          <p:nvSpPr>
            <p:cNvPr id="52" name="Rectangle 135">
              <a:extLst>
                <a:ext uri="{FF2B5EF4-FFF2-40B4-BE49-F238E27FC236}">
                  <a16:creationId xmlns:a16="http://schemas.microsoft.com/office/drawing/2014/main" id="{21DF416A-84B6-4221-B3DA-651EBCCF20BA}"/>
                </a:ext>
              </a:extLst>
            </p:cNvPr>
            <p:cNvSpPr>
              <a:spLocks noChangeArrowheads="1"/>
            </p:cNvSpPr>
            <p:nvPr/>
          </p:nvSpPr>
          <p:spPr bwMode="auto">
            <a:xfrm>
              <a:off x="895" y="1663"/>
              <a:ext cx="938" cy="677"/>
            </a:xfrm>
            <a:prstGeom prst="rect">
              <a:avLst/>
            </a:prstGeom>
            <a:noFill/>
            <a:ln w="12700">
              <a:noFill/>
              <a:miter lim="800000"/>
              <a:headEnd/>
              <a:tailEnd/>
            </a:ln>
            <a:effectLst>
              <a:outerShdw dist="17961" dir="2700000" algn="ctr" rotWithShape="0">
                <a:srgbClr val="000000"/>
              </a:outerShdw>
            </a:effectLst>
          </p:spPr>
          <p:txBody>
            <a:bodyPr wrap="square" lIns="90488" tIns="44450" rIns="90488" bIns="44450">
              <a:spAutoFit/>
            </a:bodyPr>
            <a:lstStyle/>
            <a:p>
              <a:pPr algn="l"/>
              <a:r>
                <a:rPr lang="en-US" sz="1600" dirty="0">
                  <a:latin typeface="Book Antiqua" pitchFamily="18" charset="0"/>
                </a:rPr>
                <a:t>  </a:t>
              </a:r>
              <a:r>
                <a:rPr lang="en-US" sz="1600" dirty="0">
                  <a:effectLst>
                    <a:outerShdw blurRad="50800" dist="38100" dir="2700000" algn="tl" rotWithShape="0">
                      <a:prstClr val="black">
                        <a:alpha val="40000"/>
                      </a:prstClr>
                    </a:outerShdw>
                  </a:effectLst>
                  <a:latin typeface="Book Antiqua" pitchFamily="18" charset="0"/>
                </a:rPr>
                <a:t>Sampling</a:t>
              </a:r>
            </a:p>
            <a:p>
              <a:pPr algn="l"/>
              <a:r>
                <a:rPr lang="en-US" sz="1600" dirty="0">
                  <a:effectLst>
                    <a:outerShdw blurRad="50800" dist="38100" dir="2700000" algn="tl" rotWithShape="0">
                      <a:prstClr val="black">
                        <a:alpha val="40000"/>
                      </a:prstClr>
                    </a:outerShdw>
                  </a:effectLst>
                  <a:latin typeface="Book Antiqua" pitchFamily="18" charset="0"/>
                </a:rPr>
                <a:t>distribution</a:t>
              </a:r>
            </a:p>
            <a:p>
              <a:pPr algn="l"/>
              <a:endParaRPr lang="en-US" sz="1600" dirty="0">
                <a:effectLst>
                  <a:outerShdw blurRad="50800" dist="38100" dir="2700000" algn="tl" rotWithShape="0">
                    <a:prstClr val="black">
                      <a:alpha val="40000"/>
                    </a:prstClr>
                  </a:outerShdw>
                </a:effectLst>
                <a:latin typeface="Book Antiqua" pitchFamily="18" charset="0"/>
              </a:endParaRPr>
            </a:p>
            <a:p>
              <a:pPr algn="l"/>
              <a:r>
                <a:rPr lang="en-US" sz="1600" dirty="0">
                  <a:effectLst>
                    <a:outerShdw blurRad="50800" dist="38100" dir="2700000" algn="tl" rotWithShape="0">
                      <a:prstClr val="black">
                        <a:alpha val="40000"/>
                      </a:prstClr>
                    </a:outerShdw>
                  </a:effectLst>
                  <a:latin typeface="Book Antiqua" pitchFamily="18" charset="0"/>
                </a:rPr>
                <a:t> of </a:t>
              </a:r>
            </a:p>
          </p:txBody>
        </p:sp>
        <p:graphicFrame>
          <p:nvGraphicFramePr>
            <p:cNvPr id="53" name="Object 136">
              <a:hlinkClick r:id="" action="ppaction://ole?verb=0"/>
              <a:extLst>
                <a:ext uri="{FF2B5EF4-FFF2-40B4-BE49-F238E27FC236}">
                  <a16:creationId xmlns:a16="http://schemas.microsoft.com/office/drawing/2014/main" id="{372452DC-19F3-42E4-9EB5-E1EFCECEA726}"/>
                </a:ext>
              </a:extLst>
            </p:cNvPr>
            <p:cNvGraphicFramePr>
              <a:graphicFrameLocks/>
            </p:cNvGraphicFramePr>
            <p:nvPr>
              <p:extLst>
                <p:ext uri="{D42A27DB-BD31-4B8C-83A1-F6EECF244321}">
                  <p14:modId xmlns:p14="http://schemas.microsoft.com/office/powerpoint/2010/main" val="487718248"/>
                </p:ext>
              </p:extLst>
            </p:nvPr>
          </p:nvGraphicFramePr>
          <p:xfrm>
            <a:off x="1257" y="2030"/>
            <a:ext cx="753" cy="377"/>
          </p:xfrm>
          <a:graphic>
            <a:graphicData uri="http://schemas.openxmlformats.org/presentationml/2006/ole">
              <mc:AlternateContent xmlns:mc="http://schemas.openxmlformats.org/markup-compatibility/2006">
                <mc:Choice xmlns:v="urn:schemas-microsoft-com:vml" Requires="v">
                  <p:oleObj spid="_x0000_s2050" name="Equation" r:id="rId3" imgW="1204560" imgH="607680" progId="Equation">
                    <p:embed/>
                  </p:oleObj>
                </mc:Choice>
                <mc:Fallback>
                  <p:oleObj name="Equation" r:id="rId3" imgW="1204560" imgH="607680" progId="Equation">
                    <p:embed/>
                    <p:pic>
                      <p:nvPicPr>
                        <p:cNvPr id="53" name="Object 136">
                          <a:hlinkClick r:id="" action="ppaction://ole?verb=0"/>
                          <a:extLst>
                            <a:ext uri="{FF2B5EF4-FFF2-40B4-BE49-F238E27FC236}">
                              <a16:creationId xmlns:a16="http://schemas.microsoft.com/office/drawing/2014/main" id="{372452DC-19F3-42E4-9EB5-E1EFCECEA72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7" y="2030"/>
                          <a:ext cx="753" cy="377"/>
                        </a:xfrm>
                        <a:prstGeom prst="rect">
                          <a:avLst/>
                        </a:prstGeom>
                        <a:solidFill>
                          <a:srgbClr val="0070C0"/>
                        </a:solidFill>
                        <a:ln>
                          <a:noFill/>
                        </a:ln>
                        <a:effectLst>
                          <a:outerShdw dist="17961" dir="2700000" algn="ctr" rotWithShape="0">
                            <a:srgbClr val="000000"/>
                          </a:outerShdw>
                        </a:effectLst>
                        <a:extLst/>
                      </p:spPr>
                    </p:pic>
                  </p:oleObj>
                </mc:Fallback>
              </mc:AlternateContent>
            </a:graphicData>
          </a:graphic>
        </p:graphicFrame>
      </p:grpSp>
    </p:spTree>
    <p:extLst>
      <p:ext uri="{BB962C8B-B14F-4D97-AF65-F5344CB8AC3E}">
        <p14:creationId xmlns:p14="http://schemas.microsoft.com/office/powerpoint/2010/main" val="158243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10"/>
                                        </p:tgtEl>
                                        <p:attrNameLst>
                                          <p:attrName>style.visibility</p:attrName>
                                        </p:attrNameLst>
                                      </p:cBhvr>
                                      <p:to>
                                        <p:strVal val="visible"/>
                                      </p:to>
                                    </p:set>
                                    <p:animEffect transition="in" filter="slide(fromTop)">
                                      <p:cBhvr>
                                        <p:cTn id="7" dur="500"/>
                                        <p:tgtEl>
                                          <p:spTgt spid="10"/>
                                        </p:tgtEl>
                                      </p:cBhvr>
                                    </p:animEffect>
                                  </p:childTnLst>
                                </p:cTn>
                              </p:par>
                            </p:childTnLst>
                          </p:cTn>
                        </p:par>
                        <p:par>
                          <p:cTn id="8" fill="hold">
                            <p:stCondLst>
                              <p:cond delay="2500"/>
                            </p:stCondLst>
                            <p:childTnLst>
                              <p:par>
                                <p:cTn id="9" presetID="12" presetClass="entr" presetSubtype="1" fill="hold" grpId="0" nodeType="afterEffect">
                                  <p:stCondLst>
                                    <p:cond delay="2000"/>
                                  </p:stCondLst>
                                  <p:childTnLst>
                                    <p:set>
                                      <p:cBhvr>
                                        <p:cTn id="10" dur="1" fill="hold">
                                          <p:stCondLst>
                                            <p:cond delay="0"/>
                                          </p:stCondLst>
                                        </p:cTn>
                                        <p:tgtEl>
                                          <p:spTgt spid="11"/>
                                        </p:tgtEl>
                                        <p:attrNameLst>
                                          <p:attrName>style.visibility</p:attrName>
                                        </p:attrNameLst>
                                      </p:cBhvr>
                                      <p:to>
                                        <p:strVal val="visible"/>
                                      </p:to>
                                    </p:set>
                                    <p:animEffect transition="in" filter="slide(fromTop)">
                                      <p:cBhvr>
                                        <p:cTn id="11" dur="500"/>
                                        <p:tgtEl>
                                          <p:spTgt spid="11"/>
                                        </p:tgtEl>
                                      </p:cBhvr>
                                    </p:animEffect>
                                  </p:childTnLst>
                                </p:cTn>
                              </p:par>
                            </p:childTnLst>
                          </p:cTn>
                        </p:par>
                        <p:par>
                          <p:cTn id="12" fill="hold">
                            <p:stCondLst>
                              <p:cond delay="5000"/>
                            </p:stCondLst>
                            <p:childTnLst>
                              <p:par>
                                <p:cTn id="13" presetID="12" presetClass="entr" presetSubtype="1" fill="hold" grpId="0" nodeType="afterEffect">
                                  <p:stCondLst>
                                    <p:cond delay="2000"/>
                                  </p:stCondLst>
                                  <p:childTnLst>
                                    <p:set>
                                      <p:cBhvr>
                                        <p:cTn id="14" dur="1" fill="hold">
                                          <p:stCondLst>
                                            <p:cond delay="0"/>
                                          </p:stCondLst>
                                        </p:cTn>
                                        <p:tgtEl>
                                          <p:spTgt spid="13"/>
                                        </p:tgtEl>
                                        <p:attrNameLst>
                                          <p:attrName>style.visibility</p:attrName>
                                        </p:attrNameLst>
                                      </p:cBhvr>
                                      <p:to>
                                        <p:strVal val="visible"/>
                                      </p:to>
                                    </p:set>
                                    <p:animEffect transition="in" filter="slide(fromTop)">
                                      <p:cBhvr>
                                        <p:cTn id="15" dur="500"/>
                                        <p:tgtEl>
                                          <p:spTgt spid="13"/>
                                        </p:tgtEl>
                                      </p:cBhvr>
                                    </p:animEffect>
                                  </p:childTnLst>
                                </p:cTn>
                              </p:par>
                            </p:childTnLst>
                          </p:cTn>
                        </p:par>
                        <p:par>
                          <p:cTn id="16" fill="hold">
                            <p:stCondLst>
                              <p:cond delay="7500"/>
                            </p:stCondLst>
                            <p:childTnLst>
                              <p:par>
                                <p:cTn id="17" presetID="12" presetClass="entr" presetSubtype="1" fill="hold" grpId="0" nodeType="afterEffect">
                                  <p:stCondLst>
                                    <p:cond delay="2000"/>
                                  </p:stCondLst>
                                  <p:childTnLst>
                                    <p:set>
                                      <p:cBhvr>
                                        <p:cTn id="18" dur="1" fill="hold">
                                          <p:stCondLst>
                                            <p:cond delay="0"/>
                                          </p:stCondLst>
                                        </p:cTn>
                                        <p:tgtEl>
                                          <p:spTgt spid="15"/>
                                        </p:tgtEl>
                                        <p:attrNameLst>
                                          <p:attrName>style.visibility</p:attrName>
                                        </p:attrNameLst>
                                      </p:cBhvr>
                                      <p:to>
                                        <p:strVal val="visible"/>
                                      </p:to>
                                    </p:set>
                                    <p:animEffect transition="in" filter="slide(fromTop)">
                                      <p:cBhvr>
                                        <p:cTn id="19" dur="500"/>
                                        <p:tgtEl>
                                          <p:spTgt spid="15"/>
                                        </p:tgtEl>
                                      </p:cBhvr>
                                    </p:animEffect>
                                  </p:childTnLst>
                                </p:cTn>
                              </p:par>
                            </p:childTnLst>
                          </p:cTn>
                        </p:par>
                        <p:par>
                          <p:cTn id="20" fill="hold">
                            <p:stCondLst>
                              <p:cond delay="10000"/>
                            </p:stCondLst>
                            <p:childTnLst>
                              <p:par>
                                <p:cTn id="21" presetID="23" presetClass="entr" presetSubtype="272" fill="hold" grpId="0" nodeType="afterEffect">
                                  <p:stCondLst>
                                    <p:cond delay="100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strVal val="2/3*#ppt_w"/>
                                          </p:val>
                                        </p:tav>
                                        <p:tav tm="100000">
                                          <p:val>
                                            <p:strVal val="#ppt_w"/>
                                          </p:val>
                                        </p:tav>
                                      </p:tavLst>
                                    </p:anim>
                                    <p:anim calcmode="lin" valueType="num">
                                      <p:cBhvr>
                                        <p:cTn id="24" dur="500" fill="hold"/>
                                        <p:tgtEl>
                                          <p:spTgt spid="20"/>
                                        </p:tgtEl>
                                        <p:attrNameLst>
                                          <p:attrName>ppt_h</p:attrName>
                                        </p:attrNameLst>
                                      </p:cBhvr>
                                      <p:tavLst>
                                        <p:tav tm="0">
                                          <p:val>
                                            <p:strVal val="2/3*#ppt_h"/>
                                          </p:val>
                                        </p:tav>
                                        <p:tav tm="100000">
                                          <p:val>
                                            <p:strVal val="#ppt_h"/>
                                          </p:val>
                                        </p:tav>
                                      </p:tavLst>
                                    </p:anim>
                                  </p:childTnLst>
                                </p:cTn>
                              </p:par>
                            </p:childTnLst>
                          </p:cTn>
                        </p:par>
                        <p:par>
                          <p:cTn id="25" fill="hold">
                            <p:stCondLst>
                              <p:cond delay="11500"/>
                            </p:stCondLst>
                            <p:childTnLst>
                              <p:par>
                                <p:cTn id="26" presetID="12" presetClass="entr" presetSubtype="1" fill="hold" grpId="0" nodeType="afterEffect">
                                  <p:stCondLst>
                                    <p:cond delay="2000"/>
                                  </p:stCondLst>
                                  <p:childTnLst>
                                    <p:set>
                                      <p:cBhvr>
                                        <p:cTn id="27" dur="1" fill="hold">
                                          <p:stCondLst>
                                            <p:cond delay="0"/>
                                          </p:stCondLst>
                                        </p:cTn>
                                        <p:tgtEl>
                                          <p:spTgt spid="22"/>
                                        </p:tgtEl>
                                        <p:attrNameLst>
                                          <p:attrName>style.visibility</p:attrName>
                                        </p:attrNameLst>
                                      </p:cBhvr>
                                      <p:to>
                                        <p:strVal val="visible"/>
                                      </p:to>
                                    </p:set>
                                    <p:animEffect transition="in" filter="slide(fromTop)">
                                      <p:cBhvr>
                                        <p:cTn id="28" dur="500"/>
                                        <p:tgtEl>
                                          <p:spTgt spid="22"/>
                                        </p:tgtEl>
                                      </p:cBhvr>
                                    </p:animEffect>
                                  </p:childTnLst>
                                </p:cTn>
                              </p:par>
                            </p:childTnLst>
                          </p:cTn>
                        </p:par>
                        <p:par>
                          <p:cTn id="29" fill="hold">
                            <p:stCondLst>
                              <p:cond delay="14000"/>
                            </p:stCondLst>
                            <p:childTnLst>
                              <p:par>
                                <p:cTn id="30" presetID="12" presetClass="entr" presetSubtype="1" fill="hold" grpId="0" nodeType="afterEffect">
                                  <p:stCondLst>
                                    <p:cond delay="2000"/>
                                  </p:stCondLst>
                                  <p:childTnLst>
                                    <p:set>
                                      <p:cBhvr>
                                        <p:cTn id="31" dur="1" fill="hold">
                                          <p:stCondLst>
                                            <p:cond delay="0"/>
                                          </p:stCondLst>
                                        </p:cTn>
                                        <p:tgtEl>
                                          <p:spTgt spid="21"/>
                                        </p:tgtEl>
                                        <p:attrNameLst>
                                          <p:attrName>style.visibility</p:attrName>
                                        </p:attrNameLst>
                                      </p:cBhvr>
                                      <p:to>
                                        <p:strVal val="visible"/>
                                      </p:to>
                                    </p:set>
                                    <p:animEffect transition="in" filter="slide(fromTop)">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1" grpId="0" autoUpdateAnimBg="0"/>
      <p:bldP spid="13" grpId="0" animBg="1" autoUpdateAnimBg="0"/>
      <p:bldP spid="15" grpId="0" animBg="1" autoUpdateAnimBg="0"/>
      <p:bldP spid="20" grpId="0" autoUpdateAnimBg="0"/>
      <p:bldP spid="21" grpId="0" autoUpdateAnimBg="0"/>
      <p:bldP spid="22"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Two-Tailed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11</a:t>
            </a:fld>
            <a:endParaRPr lang="en-IN"/>
          </a:p>
        </p:txBody>
      </p:sp>
      <p:sp>
        <p:nvSpPr>
          <p:cNvPr id="16" name="TextBox 15">
            <a:extLst>
              <a:ext uri="{FF2B5EF4-FFF2-40B4-BE49-F238E27FC236}">
                <a16:creationId xmlns:a16="http://schemas.microsoft.com/office/drawing/2014/main" id="{5EDBD69D-0207-4008-958A-565098D5D346}"/>
              </a:ext>
            </a:extLst>
          </p:cNvPr>
          <p:cNvSpPr txBox="1"/>
          <p:nvPr/>
        </p:nvSpPr>
        <p:spPr>
          <a:xfrm>
            <a:off x="307864" y="1036771"/>
            <a:ext cx="11569701" cy="2544286"/>
          </a:xfrm>
          <a:prstGeom prst="rect">
            <a:avLst/>
          </a:prstGeom>
          <a:noFill/>
        </p:spPr>
        <p:txBody>
          <a:bodyPr wrap="square" rtlCol="0">
            <a:spAutoFit/>
          </a:bodyPr>
          <a:lstStyle/>
          <a:p>
            <a:pPr marL="228600" indent="-228600">
              <a:spcBef>
                <a:spcPts val="1000"/>
              </a:spcBef>
              <a:buSzPct val="90000"/>
              <a:buFont typeface="Arial" panose="020B0604020202020204" pitchFamily="34" charset="0"/>
              <a:buChar char="•"/>
            </a:pPr>
            <a:r>
              <a:rPr lang="en-US" dirty="0"/>
              <a:t>Compute the p-value using the following three steps:</a:t>
            </a:r>
          </a:p>
          <a:p>
            <a:pPr marL="685800" lvl="1" indent="-228600">
              <a:spcBef>
                <a:spcPts val="1000"/>
              </a:spcBef>
              <a:buSzPct val="90000"/>
              <a:buFont typeface="Arial" panose="020B0604020202020204" pitchFamily="34" charset="0"/>
              <a:buChar char="•"/>
            </a:pPr>
            <a:r>
              <a:rPr lang="en-US" dirty="0"/>
              <a:t>Compute the value of the test statistic z.</a:t>
            </a:r>
          </a:p>
          <a:p>
            <a:pPr marL="685800" lvl="1" indent="-228600">
              <a:spcBef>
                <a:spcPts val="1000"/>
              </a:spcBef>
              <a:buSzPct val="90000"/>
              <a:buFont typeface="Arial" panose="020B0604020202020204" pitchFamily="34" charset="0"/>
              <a:buChar char="•"/>
            </a:pPr>
            <a:r>
              <a:rPr lang="en-US" dirty="0"/>
              <a:t>If z is in the upper tail (z &gt; 0), compute the probability that z is greater than or equal to the value of the test statistic. If z is in the lower tail (z &lt; 0), compute the probability that z is less than or equal to the value of the test statistic.</a:t>
            </a:r>
          </a:p>
          <a:p>
            <a:pPr marL="685800" lvl="1" indent="-228600">
              <a:spcBef>
                <a:spcPts val="1000"/>
              </a:spcBef>
              <a:buSzPct val="90000"/>
              <a:buFont typeface="Arial" panose="020B0604020202020204" pitchFamily="34" charset="0"/>
              <a:buChar char="•"/>
            </a:pPr>
            <a:r>
              <a:rPr lang="en-US" dirty="0"/>
              <a:t>Double the tail area obtained in step 2 to obtain the p–value.</a:t>
            </a:r>
          </a:p>
          <a:p>
            <a:pPr marL="228600" indent="-228600">
              <a:spcBef>
                <a:spcPts val="1000"/>
              </a:spcBef>
              <a:buSzPct val="90000"/>
              <a:buFont typeface="Arial" panose="020B0604020202020204" pitchFamily="34" charset="0"/>
              <a:buChar char="•"/>
            </a:pPr>
            <a:r>
              <a:rPr lang="en-US" b="1" dirty="0"/>
              <a:t>The rejection rule</a:t>
            </a:r>
            <a:r>
              <a:rPr lang="en-US" dirty="0"/>
              <a:t>: Reject H</a:t>
            </a:r>
            <a:r>
              <a:rPr lang="en-US" baseline="-25000" dirty="0"/>
              <a:t>0</a:t>
            </a:r>
            <a:r>
              <a:rPr lang="en-US" dirty="0"/>
              <a:t> if the p-value </a:t>
            </a:r>
            <a:r>
              <a:rPr lang="en-US" u="sng" dirty="0"/>
              <a:t>&lt;</a:t>
            </a:r>
            <a:r>
              <a:rPr lang="en-US" dirty="0"/>
              <a:t> </a:t>
            </a:r>
            <a:r>
              <a:rPr lang="en-US" dirty="0">
                <a:sym typeface="Symbol" panose="05050102010706020507" pitchFamily="18" charset="2"/>
              </a:rPr>
              <a:t></a:t>
            </a:r>
            <a:r>
              <a:rPr lang="en-US" dirty="0"/>
              <a:t>.</a:t>
            </a:r>
          </a:p>
        </p:txBody>
      </p:sp>
      <p:grpSp>
        <p:nvGrpSpPr>
          <p:cNvPr id="25" name="Group 24">
            <a:extLst>
              <a:ext uri="{FF2B5EF4-FFF2-40B4-BE49-F238E27FC236}">
                <a16:creationId xmlns:a16="http://schemas.microsoft.com/office/drawing/2014/main" id="{EA1E8A90-6E61-467A-92CE-FA8E60AEC7F3}"/>
              </a:ext>
            </a:extLst>
          </p:cNvPr>
          <p:cNvGrpSpPr/>
          <p:nvPr/>
        </p:nvGrpSpPr>
        <p:grpSpPr>
          <a:xfrm>
            <a:off x="8604276" y="3549984"/>
            <a:ext cx="3273289" cy="2216551"/>
            <a:chOff x="2213115" y="1140063"/>
            <a:chExt cx="7315200" cy="3127532"/>
          </a:xfrm>
        </p:grpSpPr>
        <p:sp>
          <p:nvSpPr>
            <p:cNvPr id="26" name="Freeform: Shape 25">
              <a:extLst>
                <a:ext uri="{FF2B5EF4-FFF2-40B4-BE49-F238E27FC236}">
                  <a16:creationId xmlns:a16="http://schemas.microsoft.com/office/drawing/2014/main" id="{C24FF658-D796-4DF9-B60E-7024E4710894}"/>
                </a:ext>
              </a:extLst>
            </p:cNvPr>
            <p:cNvSpPr/>
            <p:nvPr/>
          </p:nvSpPr>
          <p:spPr>
            <a:xfrm>
              <a:off x="2213115" y="1140063"/>
              <a:ext cx="7315200" cy="3114280"/>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ED032EEE-5E61-4FA1-B770-194F2FF5BDAD}"/>
                </a:ext>
              </a:extLst>
            </p:cNvPr>
            <p:cNvCxnSpPr>
              <a:stCxn id="26" idx="2"/>
            </p:cNvCxnSpPr>
            <p:nvPr/>
          </p:nvCxnSpPr>
          <p:spPr>
            <a:xfrm>
              <a:off x="5897219" y="1140082"/>
              <a:ext cx="0" cy="31142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FA9F41-5BA1-4107-94F8-AB5D0DBAF9F3}"/>
                </a:ext>
              </a:extLst>
            </p:cNvPr>
            <p:cNvCxnSpPr>
              <a:endCxn id="26" idx="4"/>
            </p:cNvCxnSpPr>
            <p:nvPr/>
          </p:nvCxnSpPr>
          <p:spPr>
            <a:xfrm flipV="1">
              <a:off x="2213115" y="4227838"/>
              <a:ext cx="7315200" cy="26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183907-EDBA-448C-91B5-19280B2315D5}"/>
                </a:ext>
              </a:extLst>
            </p:cNvPr>
            <p:cNvCxnSpPr/>
            <p:nvPr/>
          </p:nvCxnSpPr>
          <p:spPr>
            <a:xfrm>
              <a:off x="3047999" y="4041913"/>
              <a:ext cx="0" cy="2256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86C3E1-4263-4230-BBDD-84B295C77404}"/>
                </a:ext>
              </a:extLst>
            </p:cNvPr>
            <p:cNvCxnSpPr/>
            <p:nvPr/>
          </p:nvCxnSpPr>
          <p:spPr>
            <a:xfrm>
              <a:off x="8554278" y="4002156"/>
              <a:ext cx="0" cy="22568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E60F3E26-EF49-442B-9287-66605FA231B0}"/>
              </a:ext>
            </a:extLst>
          </p:cNvPr>
          <p:cNvSpPr txBox="1"/>
          <p:nvPr/>
        </p:nvSpPr>
        <p:spPr>
          <a:xfrm>
            <a:off x="8860076" y="5980390"/>
            <a:ext cx="874632" cy="307777"/>
          </a:xfrm>
          <a:prstGeom prst="rect">
            <a:avLst/>
          </a:prstGeom>
          <a:noFill/>
        </p:spPr>
        <p:txBody>
          <a:bodyPr wrap="square" rtlCol="0">
            <a:spAutoFit/>
          </a:bodyPr>
          <a:lstStyle/>
          <a:p>
            <a:pPr algn="ctr"/>
            <a:r>
              <a:rPr lang="en-US" sz="1400" dirty="0">
                <a:sym typeface="Symbol" panose="05050102010706020507" pitchFamily="18" charset="2"/>
              </a:rPr>
              <a:t>/2</a:t>
            </a:r>
            <a:endParaRPr lang="en-IN" sz="1400" dirty="0"/>
          </a:p>
        </p:txBody>
      </p:sp>
      <p:cxnSp>
        <p:nvCxnSpPr>
          <p:cNvPr id="32" name="Straight Arrow Connector 31">
            <a:extLst>
              <a:ext uri="{FF2B5EF4-FFF2-40B4-BE49-F238E27FC236}">
                <a16:creationId xmlns:a16="http://schemas.microsoft.com/office/drawing/2014/main" id="{6E8E726A-F1C1-43F5-8D95-628C00910B91}"/>
              </a:ext>
            </a:extLst>
          </p:cNvPr>
          <p:cNvCxnSpPr>
            <a:cxnSpLocks/>
          </p:cNvCxnSpPr>
          <p:nvPr/>
        </p:nvCxnSpPr>
        <p:spPr>
          <a:xfrm flipH="1" flipV="1">
            <a:off x="8860076" y="5766535"/>
            <a:ext cx="334563" cy="253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6675FC6-BD6D-4EE3-A35B-B0A962B42517}"/>
              </a:ext>
            </a:extLst>
          </p:cNvPr>
          <p:cNvSpPr txBox="1"/>
          <p:nvPr/>
        </p:nvSpPr>
        <p:spPr>
          <a:xfrm>
            <a:off x="11130754" y="5917466"/>
            <a:ext cx="874632" cy="307777"/>
          </a:xfrm>
          <a:prstGeom prst="rect">
            <a:avLst/>
          </a:prstGeom>
          <a:noFill/>
        </p:spPr>
        <p:txBody>
          <a:bodyPr wrap="square" rtlCol="0">
            <a:spAutoFit/>
          </a:bodyPr>
          <a:lstStyle/>
          <a:p>
            <a:pPr algn="ctr"/>
            <a:r>
              <a:rPr lang="en-US" sz="1400" dirty="0">
                <a:sym typeface="Symbol" panose="05050102010706020507" pitchFamily="18" charset="2"/>
              </a:rPr>
              <a:t>/2</a:t>
            </a:r>
            <a:endParaRPr lang="en-IN" sz="1400" dirty="0"/>
          </a:p>
        </p:txBody>
      </p:sp>
      <p:cxnSp>
        <p:nvCxnSpPr>
          <p:cNvPr id="34" name="Straight Arrow Connector 33">
            <a:extLst>
              <a:ext uri="{FF2B5EF4-FFF2-40B4-BE49-F238E27FC236}">
                <a16:creationId xmlns:a16="http://schemas.microsoft.com/office/drawing/2014/main" id="{45B874C8-AC68-4105-A52A-C75EE46C85D5}"/>
              </a:ext>
            </a:extLst>
          </p:cNvPr>
          <p:cNvCxnSpPr>
            <a:cxnSpLocks/>
          </p:cNvCxnSpPr>
          <p:nvPr/>
        </p:nvCxnSpPr>
        <p:spPr>
          <a:xfrm flipV="1">
            <a:off x="11508617" y="5766535"/>
            <a:ext cx="0" cy="203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5" name="Rectangle 4">
            <a:extLst>
              <a:ext uri="{FF2B5EF4-FFF2-40B4-BE49-F238E27FC236}">
                <a16:creationId xmlns:a16="http://schemas.microsoft.com/office/drawing/2014/main" id="{1EBD4027-E429-461B-BA72-646D03FB2731}"/>
              </a:ext>
            </a:extLst>
          </p:cNvPr>
          <p:cNvSpPr/>
          <p:nvPr/>
        </p:nvSpPr>
        <p:spPr>
          <a:xfrm>
            <a:off x="336500" y="4399508"/>
            <a:ext cx="8006547" cy="1733808"/>
          </a:xfrm>
          <a:prstGeom prst="rect">
            <a:avLst/>
          </a:prstGeom>
        </p:spPr>
        <p:txBody>
          <a:bodyPr wrap="square">
            <a:spAutoFit/>
          </a:bodyPr>
          <a:lstStyle/>
          <a:p>
            <a:pPr marL="228600" indent="-228600">
              <a:spcBef>
                <a:spcPts val="1000"/>
              </a:spcBef>
              <a:buSzPct val="90000"/>
              <a:buFont typeface="Arial" panose="020B0604020202020204" pitchFamily="34" charset="0"/>
              <a:buChar char="•"/>
            </a:pPr>
            <a:r>
              <a:rPr lang="en-US" dirty="0"/>
              <a:t>The critical values will occur in both the lower and upper tails of the standard normal curve.</a:t>
            </a:r>
          </a:p>
          <a:p>
            <a:pPr marL="228600" indent="-228600">
              <a:spcBef>
                <a:spcPts val="1000"/>
              </a:spcBef>
              <a:buSzPct val="90000"/>
              <a:buFont typeface="Arial" panose="020B0604020202020204" pitchFamily="34" charset="0"/>
              <a:buChar char="•"/>
            </a:pPr>
            <a:r>
              <a:rPr lang="en-US" dirty="0"/>
              <a:t>Use the standard normal probability distribution table to find z</a:t>
            </a:r>
            <a:r>
              <a:rPr lang="en-US" baseline="-25000" dirty="0">
                <a:sym typeface="Symbol" panose="05050102010706020507" pitchFamily="18" charset="2"/>
              </a:rPr>
              <a:t></a:t>
            </a:r>
            <a:r>
              <a:rPr lang="en-US" baseline="-25000" dirty="0"/>
              <a:t>/2</a:t>
            </a:r>
            <a:r>
              <a:rPr lang="en-US" dirty="0"/>
              <a:t> (the z-value with an area of </a:t>
            </a:r>
            <a:r>
              <a:rPr lang="en-US" dirty="0">
                <a:sym typeface="Symbol" panose="05050102010706020507" pitchFamily="18" charset="2"/>
              </a:rPr>
              <a:t></a:t>
            </a:r>
            <a:r>
              <a:rPr lang="en-US" dirty="0"/>
              <a:t>/2 in the upper tail of the distribution).</a:t>
            </a:r>
          </a:p>
          <a:p>
            <a:pPr marL="228600" indent="-228600">
              <a:spcBef>
                <a:spcPts val="1000"/>
              </a:spcBef>
              <a:buSzPct val="90000"/>
              <a:buFont typeface="Arial" panose="020B0604020202020204" pitchFamily="34" charset="0"/>
              <a:buChar char="•"/>
            </a:pPr>
            <a:r>
              <a:rPr lang="en-US" b="1" dirty="0"/>
              <a:t>The rejection rule</a:t>
            </a:r>
            <a:r>
              <a:rPr lang="en-US" dirty="0"/>
              <a:t>: Reject H</a:t>
            </a:r>
            <a:r>
              <a:rPr lang="en-US" baseline="-25000" dirty="0"/>
              <a:t>0</a:t>
            </a:r>
            <a:r>
              <a:rPr lang="en-US" dirty="0"/>
              <a:t> if z </a:t>
            </a:r>
            <a:r>
              <a:rPr lang="en-US" u="sng" dirty="0"/>
              <a:t>&lt;</a:t>
            </a:r>
            <a:r>
              <a:rPr lang="en-US" dirty="0"/>
              <a:t> -z</a:t>
            </a:r>
            <a:r>
              <a:rPr lang="en-US" baseline="-25000" dirty="0">
                <a:sym typeface="Symbol" panose="05050102010706020507" pitchFamily="18" charset="2"/>
              </a:rPr>
              <a:t></a:t>
            </a:r>
            <a:r>
              <a:rPr lang="en-US" baseline="-25000" dirty="0"/>
              <a:t>/2</a:t>
            </a:r>
            <a:r>
              <a:rPr lang="en-US" dirty="0"/>
              <a:t>  or  z </a:t>
            </a:r>
            <a:r>
              <a:rPr lang="en-US" u="sng" dirty="0"/>
              <a:t>&gt;</a:t>
            </a:r>
            <a:r>
              <a:rPr lang="en-US" dirty="0"/>
              <a:t> z</a:t>
            </a:r>
            <a:r>
              <a:rPr lang="en-US" baseline="-25000" dirty="0">
                <a:sym typeface="Symbol" panose="05050102010706020507" pitchFamily="18" charset="2"/>
              </a:rPr>
              <a:t></a:t>
            </a:r>
            <a:r>
              <a:rPr lang="en-US" baseline="-25000" dirty="0"/>
              <a:t>/2</a:t>
            </a:r>
            <a:r>
              <a:rPr lang="en-US" dirty="0"/>
              <a:t>.</a:t>
            </a:r>
          </a:p>
        </p:txBody>
      </p:sp>
      <p:sp>
        <p:nvSpPr>
          <p:cNvPr id="6" name="Rectangle 5">
            <a:extLst>
              <a:ext uri="{FF2B5EF4-FFF2-40B4-BE49-F238E27FC236}">
                <a16:creationId xmlns:a16="http://schemas.microsoft.com/office/drawing/2014/main" id="{153232F1-0741-49CD-B792-B5367BF22EA1}"/>
              </a:ext>
            </a:extLst>
          </p:cNvPr>
          <p:cNvSpPr/>
          <p:nvPr/>
        </p:nvSpPr>
        <p:spPr>
          <a:xfrm>
            <a:off x="2328075" y="3787653"/>
            <a:ext cx="5716318" cy="32574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Critical Value Approach to Two-Tailed Hypothesis Testing</a:t>
            </a:r>
          </a:p>
        </p:txBody>
      </p:sp>
      <p:sp>
        <p:nvSpPr>
          <p:cNvPr id="39" name="Rectangle 38">
            <a:extLst>
              <a:ext uri="{FF2B5EF4-FFF2-40B4-BE49-F238E27FC236}">
                <a16:creationId xmlns:a16="http://schemas.microsoft.com/office/drawing/2014/main" id="{CEEB054B-EF69-4C2D-BB53-9C9A0645C330}"/>
              </a:ext>
            </a:extLst>
          </p:cNvPr>
          <p:cNvSpPr/>
          <p:nvPr/>
        </p:nvSpPr>
        <p:spPr>
          <a:xfrm>
            <a:off x="2525265" y="599832"/>
            <a:ext cx="5321939" cy="33799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p-Value Approach to Two-Tailed Hypothesis Testing</a:t>
            </a:r>
          </a:p>
        </p:txBody>
      </p:sp>
      <p:sp>
        <p:nvSpPr>
          <p:cNvPr id="9" name="Right Triangle 8">
            <a:extLst>
              <a:ext uri="{FF2B5EF4-FFF2-40B4-BE49-F238E27FC236}">
                <a16:creationId xmlns:a16="http://schemas.microsoft.com/office/drawing/2014/main" id="{13C279BC-BA71-4D38-BBFC-D062E28ECF30}"/>
              </a:ext>
            </a:extLst>
          </p:cNvPr>
          <p:cNvSpPr/>
          <p:nvPr/>
        </p:nvSpPr>
        <p:spPr>
          <a:xfrm>
            <a:off x="11441717" y="5606589"/>
            <a:ext cx="482599" cy="13176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ight Triangle 9">
            <a:extLst>
              <a:ext uri="{FF2B5EF4-FFF2-40B4-BE49-F238E27FC236}">
                <a16:creationId xmlns:a16="http://schemas.microsoft.com/office/drawing/2014/main" id="{3A1BC7CB-21E8-4BF8-9264-1CBBD1629635}"/>
              </a:ext>
            </a:extLst>
          </p:cNvPr>
          <p:cNvSpPr/>
          <p:nvPr/>
        </p:nvSpPr>
        <p:spPr>
          <a:xfrm flipH="1">
            <a:off x="8605646" y="5574586"/>
            <a:ext cx="421711" cy="19577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8249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Example of Two-Tailed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12</a:t>
            </a:fld>
            <a:endParaRPr lang="en-IN"/>
          </a:p>
        </p:txBody>
      </p:sp>
      <p:sp>
        <p:nvSpPr>
          <p:cNvPr id="16" name="TextBox 15">
            <a:extLst>
              <a:ext uri="{FF2B5EF4-FFF2-40B4-BE49-F238E27FC236}">
                <a16:creationId xmlns:a16="http://schemas.microsoft.com/office/drawing/2014/main" id="{5EDBD69D-0207-4008-958A-565098D5D346}"/>
              </a:ext>
            </a:extLst>
          </p:cNvPr>
          <p:cNvSpPr txBox="1"/>
          <p:nvPr/>
        </p:nvSpPr>
        <p:spPr>
          <a:xfrm>
            <a:off x="139700" y="588495"/>
            <a:ext cx="12052300" cy="4499693"/>
          </a:xfrm>
          <a:prstGeom prst="rect">
            <a:avLst/>
          </a:prstGeom>
          <a:noFill/>
        </p:spPr>
        <p:txBody>
          <a:bodyPr wrap="square" rtlCol="0">
            <a:spAutoFit/>
          </a:bodyPr>
          <a:lstStyle/>
          <a:p>
            <a:pPr>
              <a:lnSpc>
                <a:spcPct val="80000"/>
              </a:lnSpc>
              <a:spcBef>
                <a:spcPct val="20000"/>
              </a:spcBef>
              <a:buSzPct val="75000"/>
            </a:pPr>
            <a:r>
              <a:rPr lang="en-US" sz="2000" b="1" dirty="0"/>
              <a:t>Ex. </a:t>
            </a:r>
            <a:r>
              <a:rPr lang="en-US" sz="2000" dirty="0">
                <a:latin typeface="Book Antiqua" pitchFamily="18" charset="0"/>
              </a:rPr>
              <a:t>The production line for Glow toothpaste is designed to fill tubes with a mean weight of 6 oz.</a:t>
            </a:r>
          </a:p>
          <a:p>
            <a:pPr>
              <a:lnSpc>
                <a:spcPct val="80000"/>
              </a:lnSpc>
              <a:spcBef>
                <a:spcPct val="20000"/>
              </a:spcBef>
              <a:buClr>
                <a:srgbClr val="66FFFF"/>
              </a:buClr>
              <a:buSzPct val="75000"/>
            </a:pPr>
            <a:r>
              <a:rPr lang="en-US" sz="2000" dirty="0">
                <a:latin typeface="Book Antiqua" pitchFamily="18" charset="0"/>
              </a:rPr>
              <a:t>Periodically, a sample of 30 tubes will be selected in order to check the filling process. Quality assurance procedures call for the continuation of the filling process if the sample results are consistent with the assumption that the mean filling weight for the population of toothpaste tubes is 6 oz.; otherwise the process will be adjusted.</a:t>
            </a:r>
          </a:p>
          <a:p>
            <a:pPr>
              <a:lnSpc>
                <a:spcPct val="90000"/>
              </a:lnSpc>
              <a:spcBef>
                <a:spcPct val="20000"/>
              </a:spcBef>
              <a:buClr>
                <a:srgbClr val="66FFFF"/>
              </a:buClr>
              <a:buSzPct val="75000"/>
            </a:pPr>
            <a:r>
              <a:rPr lang="en-US" sz="2000" dirty="0">
                <a:latin typeface="Book Antiqua" pitchFamily="18" charset="0"/>
              </a:rPr>
              <a:t> Assume that a sample of 30 toothpaste tubes provides a sample mean of 6.1 oz.  The population standard deviation is believed to be 0.2 oz. Perform a hypothesis test, at the .03 level of significance, to help determine whether the filling process should continue operating or be stopped and corrected. </a:t>
            </a:r>
          </a:p>
          <a:p>
            <a:pPr marL="457200" indent="-457200">
              <a:lnSpc>
                <a:spcPct val="90000"/>
              </a:lnSpc>
              <a:spcBef>
                <a:spcPct val="20000"/>
              </a:spcBef>
              <a:buSzPct val="75000"/>
              <a:buFont typeface="Arial" panose="020B0604020202020204" pitchFamily="34" charset="0"/>
              <a:buChar char="•"/>
            </a:pPr>
            <a:endParaRPr lang="en-US" sz="2000" dirty="0"/>
          </a:p>
          <a:p>
            <a:pPr marL="457200" indent="-457200">
              <a:lnSpc>
                <a:spcPct val="90000"/>
              </a:lnSpc>
              <a:spcBef>
                <a:spcPct val="20000"/>
              </a:spcBef>
              <a:buSzPct val="75000"/>
              <a:buFont typeface="Arial" panose="020B0604020202020204" pitchFamily="34" charset="0"/>
              <a:buChar char="•"/>
            </a:pPr>
            <a:r>
              <a:rPr lang="en-US" sz="2000" dirty="0"/>
              <a:t>Step 1: Develop the hypotheses.</a:t>
            </a:r>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r>
              <a:rPr lang="en-US" sz="2000" dirty="0"/>
              <a:t>Step 2.  Specify the level of significance.</a:t>
            </a:r>
          </a:p>
          <a:p>
            <a:pPr marL="342900" indent="-342900">
              <a:lnSpc>
                <a:spcPct val="80000"/>
              </a:lnSpc>
              <a:spcBef>
                <a:spcPct val="20000"/>
              </a:spcBef>
              <a:buSzPct val="75000"/>
              <a:buFont typeface="Arial" panose="020B0604020202020204" pitchFamily="34" charset="0"/>
              <a:buChar char="•"/>
            </a:pPr>
            <a:endParaRPr lang="en-US" sz="2000" dirty="0"/>
          </a:p>
          <a:p>
            <a:pPr marL="342900" indent="-342900">
              <a:lnSpc>
                <a:spcPct val="80000"/>
              </a:lnSpc>
              <a:spcBef>
                <a:spcPct val="20000"/>
              </a:spcBef>
              <a:buSzPct val="75000"/>
              <a:buFont typeface="Arial" panose="020B0604020202020204" pitchFamily="34" charset="0"/>
              <a:buChar char="•"/>
            </a:pPr>
            <a:r>
              <a:rPr lang="en-US" sz="2000" dirty="0"/>
              <a:t>Step 3.  Compute the value of the test statistic.</a:t>
            </a:r>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17" name="Text Box 115">
            <a:extLst>
              <a:ext uri="{FF2B5EF4-FFF2-40B4-BE49-F238E27FC236}">
                <a16:creationId xmlns:a16="http://schemas.microsoft.com/office/drawing/2014/main" id="{2BB3CCED-2500-46FB-91F3-8D809DA0D25C}"/>
              </a:ext>
            </a:extLst>
          </p:cNvPr>
          <p:cNvSpPr txBox="1">
            <a:spLocks noChangeArrowheads="1"/>
          </p:cNvSpPr>
          <p:nvPr/>
        </p:nvSpPr>
        <p:spPr bwMode="auto">
          <a:xfrm>
            <a:off x="4857131" y="4203329"/>
            <a:ext cx="1180131" cy="461665"/>
          </a:xfrm>
          <a:prstGeom prst="rect">
            <a:avLst/>
          </a:prstGeom>
          <a:solidFill>
            <a:srgbClr val="0070C0"/>
          </a:solidFill>
          <a:ln w="12700">
            <a:noFill/>
            <a:miter lim="800000"/>
            <a:headEnd/>
            <a:tailEnd/>
          </a:ln>
          <a:effectLst/>
        </p:spPr>
        <p:txBody>
          <a:bodyPr wrap="none">
            <a:spAutoFit/>
          </a:bodyPr>
          <a:lstStyle/>
          <a:p>
            <a:r>
              <a:rPr lang="en-US" sz="2400" i="1" dirty="0">
                <a:solidFill>
                  <a:schemeClr val="bg1"/>
                </a:solidFill>
                <a:effectLst>
                  <a:outerShdw blurRad="38100" dist="38100" dir="2700000" algn="tl">
                    <a:srgbClr val="000000">
                      <a:alpha val="43137"/>
                    </a:srgbClr>
                  </a:outerShdw>
                </a:effectLst>
                <a:latin typeface="Symbol" pitchFamily="18" charset="2"/>
              </a:rPr>
              <a:t>a </a:t>
            </a:r>
            <a:r>
              <a:rPr lang="en-US" sz="2400" dirty="0">
                <a:solidFill>
                  <a:schemeClr val="bg1"/>
                </a:solidFill>
                <a:effectLst>
                  <a:outerShdw blurRad="38100" dist="38100" dir="2700000" algn="tl">
                    <a:srgbClr val="000000">
                      <a:alpha val="43137"/>
                    </a:srgbClr>
                  </a:outerShdw>
                </a:effectLst>
                <a:latin typeface="Book Antiqua" pitchFamily="18" charset="0"/>
              </a:rPr>
              <a:t> = .03</a:t>
            </a:r>
          </a:p>
        </p:txBody>
      </p:sp>
      <p:grpSp>
        <p:nvGrpSpPr>
          <p:cNvPr id="10" name="Group 47">
            <a:extLst>
              <a:ext uri="{FF2B5EF4-FFF2-40B4-BE49-F238E27FC236}">
                <a16:creationId xmlns:a16="http://schemas.microsoft.com/office/drawing/2014/main" id="{0D9A5770-18DC-4CBC-9891-EE5A14A4405D}"/>
              </a:ext>
            </a:extLst>
          </p:cNvPr>
          <p:cNvGrpSpPr>
            <a:grpSpLocks/>
          </p:cNvGrpSpPr>
          <p:nvPr/>
        </p:nvGrpSpPr>
        <p:grpSpPr bwMode="auto">
          <a:xfrm>
            <a:off x="4754563" y="3146158"/>
            <a:ext cx="1411287" cy="830263"/>
            <a:chOff x="3543" y="1147"/>
            <a:chExt cx="889" cy="523"/>
          </a:xfrm>
          <a:solidFill>
            <a:srgbClr val="0070C0"/>
          </a:solidFill>
        </p:grpSpPr>
        <p:sp>
          <p:nvSpPr>
            <p:cNvPr id="11" name="Text Box 48">
              <a:extLst>
                <a:ext uri="{FF2B5EF4-FFF2-40B4-BE49-F238E27FC236}">
                  <a16:creationId xmlns:a16="http://schemas.microsoft.com/office/drawing/2014/main" id="{91B17A87-05CD-44F8-B2CC-1D338F21B993}"/>
                </a:ext>
              </a:extLst>
            </p:cNvPr>
            <p:cNvSpPr txBox="1">
              <a:spLocks noChangeArrowheads="1"/>
            </p:cNvSpPr>
            <p:nvPr/>
          </p:nvSpPr>
          <p:spPr bwMode="auto">
            <a:xfrm>
              <a:off x="3543" y="1147"/>
              <a:ext cx="889" cy="523"/>
            </a:xfrm>
            <a:prstGeom prst="rect">
              <a:avLst/>
            </a:prstGeom>
            <a:grpFill/>
            <a:ln w="12700">
              <a:noFill/>
              <a:miter lim="800000"/>
              <a:headEnd/>
              <a:tailEnd/>
            </a:ln>
            <a:effectLst/>
          </p:spPr>
          <p:txBody>
            <a:bodyPr wrap="none">
              <a:spAutoFit/>
            </a:bodyPr>
            <a:lstStyle/>
            <a:p>
              <a:pPr algn="l"/>
              <a:r>
                <a:rPr lang="en-US" sz="2400" i="1" dirty="0">
                  <a:solidFill>
                    <a:schemeClr val="bg1"/>
                  </a:solidFill>
                  <a:effectLst>
                    <a:outerShdw blurRad="38100" dist="38100" dir="2700000" algn="tl">
                      <a:srgbClr val="000000"/>
                    </a:outerShdw>
                  </a:effectLst>
                  <a:latin typeface="Book Antiqua" pitchFamily="18" charset="0"/>
                </a:rPr>
                <a:t>H</a:t>
              </a:r>
              <a:r>
                <a:rPr lang="en-US" sz="2400" baseline="-25000" dirty="0">
                  <a:solidFill>
                    <a:schemeClr val="bg1"/>
                  </a:solidFill>
                  <a:effectLst>
                    <a:outerShdw blurRad="38100" dist="38100" dir="2700000" algn="tl">
                      <a:srgbClr val="000000"/>
                    </a:outerShdw>
                  </a:effectLst>
                  <a:latin typeface="Book Antiqua" pitchFamily="18" charset="0"/>
                </a:rPr>
                <a:t>0</a:t>
              </a:r>
              <a:r>
                <a:rPr lang="en-US" sz="2400" dirty="0">
                  <a:solidFill>
                    <a:schemeClr val="bg1"/>
                  </a:solidFill>
                  <a:effectLst>
                    <a:outerShdw blurRad="38100" dist="38100" dir="2700000" algn="tl">
                      <a:srgbClr val="000000"/>
                    </a:outerShdw>
                  </a:effectLst>
                  <a:latin typeface="Book Antiqua" pitchFamily="18" charset="0"/>
                </a:rPr>
                <a:t>:  </a:t>
              </a:r>
              <a:r>
                <a:rPr lang="en-US" sz="2400" i="1" dirty="0">
                  <a:solidFill>
                    <a:schemeClr val="bg1"/>
                  </a:solidFill>
                  <a:effectLst>
                    <a:outerShdw blurRad="38100" dist="38100" dir="2700000" algn="tl">
                      <a:srgbClr val="000000"/>
                    </a:outerShdw>
                  </a:effectLst>
                  <a:latin typeface="Symbol" pitchFamily="18" charset="2"/>
                </a:rPr>
                <a:t></a:t>
              </a:r>
              <a:r>
                <a:rPr lang="en-US" sz="2400" dirty="0">
                  <a:solidFill>
                    <a:schemeClr val="bg1"/>
                  </a:solidFill>
                  <a:effectLst>
                    <a:outerShdw blurRad="38100" dist="38100" dir="2700000" algn="tl">
                      <a:srgbClr val="000000"/>
                    </a:outerShdw>
                  </a:effectLst>
                  <a:latin typeface="Symbol" pitchFamily="18" charset="2"/>
                </a:rPr>
                <a:t>= 6</a:t>
              </a:r>
            </a:p>
            <a:p>
              <a:pPr algn="l"/>
              <a:r>
                <a:rPr lang="en-US" sz="2400" i="1" dirty="0">
                  <a:solidFill>
                    <a:schemeClr val="bg1"/>
                  </a:solidFill>
                  <a:effectLst>
                    <a:outerShdw blurRad="38100" dist="38100" dir="2700000" algn="tl">
                      <a:srgbClr val="000000"/>
                    </a:outerShdw>
                  </a:effectLst>
                  <a:latin typeface="Book Antiqua" pitchFamily="18" charset="0"/>
                </a:rPr>
                <a:t>H</a:t>
              </a:r>
              <a:r>
                <a:rPr lang="en-US" sz="2800" baseline="-25000" dirty="0">
                  <a:solidFill>
                    <a:schemeClr val="bg1"/>
                  </a:solidFill>
                  <a:effectLst>
                    <a:outerShdw blurRad="38100" dist="38100" dir="2700000" algn="tl">
                      <a:srgbClr val="000000"/>
                    </a:outerShdw>
                  </a:effectLst>
                  <a:latin typeface="Book Antiqua" pitchFamily="18" charset="0"/>
                </a:rPr>
                <a:t>a</a:t>
              </a:r>
              <a:r>
                <a:rPr lang="en-US" sz="2400" dirty="0">
                  <a:solidFill>
                    <a:schemeClr val="bg1"/>
                  </a:solidFill>
                  <a:effectLst>
                    <a:outerShdw blurRad="38100" dist="38100" dir="2700000" algn="tl">
                      <a:srgbClr val="000000"/>
                    </a:outerShdw>
                  </a:effectLst>
                  <a:latin typeface="Book Antiqua" pitchFamily="18" charset="0"/>
                </a:rPr>
                <a:t>:</a:t>
              </a:r>
            </a:p>
          </p:txBody>
        </p:sp>
        <p:graphicFrame>
          <p:nvGraphicFramePr>
            <p:cNvPr id="12" name="Object 49">
              <a:extLst>
                <a:ext uri="{FF2B5EF4-FFF2-40B4-BE49-F238E27FC236}">
                  <a16:creationId xmlns:a16="http://schemas.microsoft.com/office/drawing/2014/main" id="{219A401E-6871-4E9E-B130-50A62FD8207D}"/>
                </a:ext>
              </a:extLst>
            </p:cNvPr>
            <p:cNvGraphicFramePr>
              <a:graphicFrameLocks noChangeAspect="1"/>
            </p:cNvGraphicFramePr>
            <p:nvPr/>
          </p:nvGraphicFramePr>
          <p:xfrm>
            <a:off x="3946" y="1430"/>
            <a:ext cx="405" cy="221"/>
          </p:xfrm>
          <a:graphic>
            <a:graphicData uri="http://schemas.openxmlformats.org/presentationml/2006/ole">
              <mc:AlternateContent xmlns:mc="http://schemas.openxmlformats.org/markup-compatibility/2006">
                <mc:Choice xmlns:v="urn:schemas-microsoft-com:vml" Requires="v">
                  <p:oleObj spid="_x0000_s3074" name="Equation" r:id="rId3" imgW="825480" imgH="393480" progId="Equation.DSMT4">
                    <p:embed/>
                  </p:oleObj>
                </mc:Choice>
                <mc:Fallback>
                  <p:oleObj name="Equation" r:id="rId3" imgW="825480" imgH="393480" progId="Equation.DSMT4">
                    <p:embed/>
                    <p:pic>
                      <p:nvPicPr>
                        <p:cNvPr id="12" name="Object 49">
                          <a:extLst>
                            <a:ext uri="{FF2B5EF4-FFF2-40B4-BE49-F238E27FC236}">
                              <a16:creationId xmlns:a16="http://schemas.microsoft.com/office/drawing/2014/main" id="{219A401E-6871-4E9E-B130-50A62FD820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6" y="1430"/>
                          <a:ext cx="405" cy="221"/>
                        </a:xfrm>
                        <a:prstGeom prst="rect">
                          <a:avLst/>
                        </a:prstGeom>
                        <a:noFill/>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Object 55">
            <a:hlinkClick r:id="" action="ppaction://ole?verb=0"/>
            <a:extLst>
              <a:ext uri="{FF2B5EF4-FFF2-40B4-BE49-F238E27FC236}">
                <a16:creationId xmlns:a16="http://schemas.microsoft.com/office/drawing/2014/main" id="{61CAA4CD-94E9-4B94-8226-A014312E9909}"/>
              </a:ext>
            </a:extLst>
          </p:cNvPr>
          <p:cNvGraphicFramePr>
            <a:graphicFrameLocks/>
          </p:cNvGraphicFramePr>
          <p:nvPr>
            <p:extLst>
              <p:ext uri="{D42A27DB-BD31-4B8C-83A1-F6EECF244321}">
                <p14:modId xmlns:p14="http://schemas.microsoft.com/office/powerpoint/2010/main" val="2339530844"/>
              </p:ext>
            </p:extLst>
          </p:nvPr>
        </p:nvGraphicFramePr>
        <p:xfrm>
          <a:off x="3333750" y="5088188"/>
          <a:ext cx="4121150" cy="766763"/>
        </p:xfrm>
        <a:graphic>
          <a:graphicData uri="http://schemas.openxmlformats.org/presentationml/2006/ole">
            <mc:AlternateContent xmlns:mc="http://schemas.openxmlformats.org/markup-compatibility/2006">
              <mc:Choice xmlns:v="urn:schemas-microsoft-com:vml" Requires="v">
                <p:oleObj spid="_x0000_s3075" name="Equation" r:id="rId5" imgW="4317840" imgH="888840" progId="Equation.DSMT4">
                  <p:embed/>
                </p:oleObj>
              </mc:Choice>
              <mc:Fallback>
                <p:oleObj name="Equation" r:id="rId5" imgW="4317840" imgH="888840" progId="Equation.DSMT4">
                  <p:embed/>
                  <p:pic>
                    <p:nvPicPr>
                      <p:cNvPr id="13" name="Object 55">
                        <a:hlinkClick r:id="" action="ppaction://ole?verb=0"/>
                        <a:extLst>
                          <a:ext uri="{FF2B5EF4-FFF2-40B4-BE49-F238E27FC236}">
                            <a16:creationId xmlns:a16="http://schemas.microsoft.com/office/drawing/2014/main" id="{61CAA4CD-94E9-4B94-8226-A014312E9909}"/>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3750" y="5088188"/>
                        <a:ext cx="4121150" cy="766763"/>
                      </a:xfrm>
                      <a:prstGeom prst="rect">
                        <a:avLst/>
                      </a:prstGeom>
                      <a:solidFill>
                        <a:srgbClr val="0070C0"/>
                      </a:solidFill>
                      <a:ln>
                        <a:noFill/>
                      </a:ln>
                      <a:effectLst>
                        <a:outerShdw dist="17961" dir="2700000" algn="ctr" rotWithShape="0">
                          <a:srgbClr val="000000"/>
                        </a:outerShdw>
                      </a:effectLst>
                      <a:extLst/>
                    </p:spPr>
                  </p:pic>
                </p:oleObj>
              </mc:Fallback>
            </mc:AlternateContent>
          </a:graphicData>
        </a:graphic>
      </p:graphicFrame>
    </p:spTree>
    <p:extLst>
      <p:ext uri="{BB962C8B-B14F-4D97-AF65-F5344CB8AC3E}">
        <p14:creationId xmlns:p14="http://schemas.microsoft.com/office/powerpoint/2010/main" val="50658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17"/>
                                        </p:tgtEl>
                                        <p:attrNameLst>
                                          <p:attrName>style.visibility</p:attrName>
                                        </p:attrNameLst>
                                      </p:cBhvr>
                                      <p:to>
                                        <p:strVal val="visible"/>
                                      </p:to>
                                    </p:set>
                                    <p:animEffect transition="in" filter="slide(fromTop)">
                                      <p:cBhvr>
                                        <p:cTn id="7" dur="500"/>
                                        <p:tgtEl>
                                          <p:spTgt spid="17"/>
                                        </p:tgtEl>
                                      </p:cBhvr>
                                    </p:animEffect>
                                  </p:childTnLst>
                                </p:cTn>
                              </p:par>
                            </p:childTnLst>
                          </p:cTn>
                        </p:par>
                        <p:par>
                          <p:cTn id="8" fill="hold">
                            <p:stCondLst>
                              <p:cond delay="2500"/>
                            </p:stCondLst>
                            <p:childTnLst>
                              <p:par>
                                <p:cTn id="9" presetID="12" presetClass="entr" presetSubtype="1" fill="hold" nodeType="afterEffect">
                                  <p:stCondLst>
                                    <p:cond delay="1000"/>
                                  </p:stCondLst>
                                  <p:childTnLst>
                                    <p:set>
                                      <p:cBhvr>
                                        <p:cTn id="10" dur="1" fill="hold">
                                          <p:stCondLst>
                                            <p:cond delay="0"/>
                                          </p:stCondLst>
                                        </p:cTn>
                                        <p:tgtEl>
                                          <p:spTgt spid="10"/>
                                        </p:tgtEl>
                                        <p:attrNameLst>
                                          <p:attrName>style.visibility</p:attrName>
                                        </p:attrNameLst>
                                      </p:cBhvr>
                                      <p:to>
                                        <p:strVal val="visible"/>
                                      </p:to>
                                    </p:set>
                                    <p:animEffect transition="in" filter="slide(fromTop)">
                                      <p:cBhvr>
                                        <p:cTn id="11" dur="500"/>
                                        <p:tgtEl>
                                          <p:spTgt spid="10"/>
                                        </p:tgtEl>
                                      </p:cBhvr>
                                    </p:animEffect>
                                  </p:childTnLst>
                                </p:cTn>
                              </p:par>
                            </p:childTnLst>
                          </p:cTn>
                        </p:par>
                        <p:par>
                          <p:cTn id="12" fill="hold">
                            <p:stCondLst>
                              <p:cond delay="4000"/>
                            </p:stCondLst>
                            <p:childTnLst>
                              <p:par>
                                <p:cTn id="13" presetID="12" presetClass="entr" presetSubtype="1" fill="hold" nodeType="afterEffect">
                                  <p:stCondLst>
                                    <p:cond delay="2000"/>
                                  </p:stCondLst>
                                  <p:childTnLst>
                                    <p:set>
                                      <p:cBhvr>
                                        <p:cTn id="14" dur="1" fill="hold">
                                          <p:stCondLst>
                                            <p:cond delay="0"/>
                                          </p:stCondLst>
                                        </p:cTn>
                                        <p:tgtEl>
                                          <p:spTgt spid="13"/>
                                        </p:tgtEl>
                                        <p:attrNameLst>
                                          <p:attrName>style.visibility</p:attrName>
                                        </p:attrNameLst>
                                      </p:cBhvr>
                                      <p:to>
                                        <p:strVal val="visible"/>
                                      </p:to>
                                    </p:set>
                                    <p:animEffect transition="in" filter="slide(fromTop)">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Example of Two-Tailed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13</a:t>
            </a:fld>
            <a:endParaRPr lang="en-IN"/>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6" name="Rectangle 5">
            <a:extLst>
              <a:ext uri="{FF2B5EF4-FFF2-40B4-BE49-F238E27FC236}">
                <a16:creationId xmlns:a16="http://schemas.microsoft.com/office/drawing/2014/main" id="{C0FCA78E-B74E-4160-99B0-09B7C6FD75DD}"/>
              </a:ext>
            </a:extLst>
          </p:cNvPr>
          <p:cNvSpPr/>
          <p:nvPr/>
        </p:nvSpPr>
        <p:spPr>
          <a:xfrm>
            <a:off x="139700" y="528749"/>
            <a:ext cx="6096000" cy="596445"/>
          </a:xfrm>
          <a:prstGeom prst="rect">
            <a:avLst/>
          </a:prstGeom>
        </p:spPr>
        <p:txBody>
          <a:bodyPr>
            <a:spAutoFit/>
          </a:bodyPr>
          <a:lstStyle/>
          <a:p>
            <a:pPr marL="342900" indent="-342900">
              <a:lnSpc>
                <a:spcPct val="80000"/>
              </a:lnSpc>
              <a:spcBef>
                <a:spcPct val="20000"/>
              </a:spcBef>
              <a:buSzPct val="75000"/>
              <a:buFont typeface="Wingdings" panose="05000000000000000000" pitchFamily="2" charset="2"/>
              <a:buChar char="v"/>
            </a:pPr>
            <a:r>
              <a:rPr lang="en-US" b="1" dirty="0"/>
              <a:t>P-value approach:</a:t>
            </a:r>
          </a:p>
          <a:p>
            <a:pPr marL="342900" indent="-342900">
              <a:lnSpc>
                <a:spcPct val="80000"/>
              </a:lnSpc>
              <a:spcBef>
                <a:spcPct val="20000"/>
              </a:spcBef>
              <a:buSzPct val="75000"/>
              <a:buFont typeface="Arial" panose="020B0604020202020204" pitchFamily="34" charset="0"/>
              <a:buChar char="•"/>
            </a:pPr>
            <a:r>
              <a:rPr lang="en-US" dirty="0"/>
              <a:t>Step 4.  Compute the </a:t>
            </a:r>
            <a:r>
              <a:rPr lang="en-US" i="1" dirty="0"/>
              <a:t>p</a:t>
            </a:r>
            <a:r>
              <a:rPr lang="en-US" dirty="0"/>
              <a:t> –value.</a:t>
            </a:r>
          </a:p>
        </p:txBody>
      </p:sp>
      <p:sp>
        <p:nvSpPr>
          <p:cNvPr id="17" name="Text Box 44">
            <a:extLst>
              <a:ext uri="{FF2B5EF4-FFF2-40B4-BE49-F238E27FC236}">
                <a16:creationId xmlns:a16="http://schemas.microsoft.com/office/drawing/2014/main" id="{17AFD551-F229-43A8-8C09-EF2FB90BDCF5}"/>
              </a:ext>
            </a:extLst>
          </p:cNvPr>
          <p:cNvSpPr txBox="1">
            <a:spLocks noChangeArrowheads="1"/>
          </p:cNvSpPr>
          <p:nvPr/>
        </p:nvSpPr>
        <p:spPr bwMode="auto">
          <a:xfrm>
            <a:off x="3625488" y="701145"/>
            <a:ext cx="6046848" cy="954107"/>
          </a:xfrm>
          <a:prstGeom prst="rect">
            <a:avLst/>
          </a:prstGeom>
          <a:solidFill>
            <a:srgbClr val="0070C0"/>
          </a:solidFill>
          <a:ln w="12700">
            <a:noFill/>
            <a:miter lim="800000"/>
            <a:headEnd/>
            <a:tailEnd/>
          </a:ln>
          <a:effectLst/>
        </p:spPr>
        <p:txBody>
          <a:bodyPr wrap="none">
            <a:spAutoFit/>
          </a:bodyPr>
          <a:lstStyle/>
          <a:p>
            <a:pPr algn="ctr"/>
            <a:r>
              <a:rPr lang="en-US" sz="2400" dirty="0">
                <a:solidFill>
                  <a:schemeClr val="bg1"/>
                </a:solidFill>
                <a:effectLst>
                  <a:outerShdw blurRad="38100" dist="38100" dir="2700000" algn="tl">
                    <a:srgbClr val="000000"/>
                  </a:outerShdw>
                </a:effectLst>
                <a:latin typeface="Book Antiqua" pitchFamily="18" charset="0"/>
              </a:rPr>
              <a:t>For </a:t>
            </a:r>
            <a:r>
              <a:rPr lang="en-US" sz="2400" i="1" dirty="0">
                <a:solidFill>
                  <a:schemeClr val="bg1"/>
                </a:solidFill>
                <a:effectLst>
                  <a:outerShdw blurRad="38100" dist="38100" dir="2700000" algn="tl">
                    <a:srgbClr val="000000"/>
                  </a:outerShdw>
                </a:effectLst>
                <a:latin typeface="Book Antiqua" pitchFamily="18" charset="0"/>
              </a:rPr>
              <a:t>z</a:t>
            </a:r>
            <a:r>
              <a:rPr lang="en-US" sz="2400" dirty="0">
                <a:solidFill>
                  <a:schemeClr val="bg1"/>
                </a:solidFill>
                <a:effectLst>
                  <a:outerShdw blurRad="38100" dist="38100" dir="2700000" algn="tl">
                    <a:srgbClr val="000000"/>
                  </a:outerShdw>
                </a:effectLst>
                <a:latin typeface="Book Antiqua" pitchFamily="18" charset="0"/>
              </a:rPr>
              <a:t> = 2.74, cumulative probability = .9969</a:t>
            </a:r>
          </a:p>
          <a:p>
            <a:pPr algn="ctr"/>
            <a:endParaRPr lang="en-US" sz="800" dirty="0">
              <a:solidFill>
                <a:schemeClr val="bg1"/>
              </a:solidFill>
              <a:effectLst>
                <a:outerShdw blurRad="38100" dist="38100" dir="2700000" algn="tl">
                  <a:srgbClr val="000000"/>
                </a:outerShdw>
              </a:effectLst>
              <a:latin typeface="Book Antiqua" pitchFamily="18" charset="0"/>
            </a:endParaRPr>
          </a:p>
          <a:p>
            <a:pPr algn="ctr"/>
            <a:r>
              <a:rPr lang="en-US" sz="2400" i="1" dirty="0">
                <a:solidFill>
                  <a:schemeClr val="bg1"/>
                </a:solidFill>
                <a:effectLst>
                  <a:outerShdw blurRad="38100" dist="38100" dir="2700000" algn="tl">
                    <a:srgbClr val="000000"/>
                  </a:outerShdw>
                </a:effectLst>
                <a:latin typeface="Book Antiqua" pitchFamily="18" charset="0"/>
              </a:rPr>
              <a:t>p</a:t>
            </a:r>
            <a:r>
              <a:rPr lang="en-US" sz="2400" dirty="0">
                <a:solidFill>
                  <a:schemeClr val="bg1"/>
                </a:solidFill>
                <a:effectLst>
                  <a:outerShdw blurRad="38100" dist="38100" dir="2700000" algn="tl">
                    <a:srgbClr val="000000"/>
                  </a:outerShdw>
                </a:effectLst>
                <a:latin typeface="Book Antiqua" pitchFamily="18" charset="0"/>
              </a:rPr>
              <a:t>–value = 2(1 </a:t>
            </a:r>
            <a:r>
              <a:rPr lang="en-US" sz="2400" dirty="0">
                <a:solidFill>
                  <a:schemeClr val="bg1"/>
                </a:solidFill>
                <a:effectLst>
                  <a:outerShdw blurRad="38100" dist="38100" dir="2700000" algn="tl">
                    <a:srgbClr val="000000"/>
                  </a:outerShdw>
                </a:effectLst>
                <a:latin typeface="Symbol" pitchFamily="18" charset="2"/>
              </a:rPr>
              <a:t>-</a:t>
            </a:r>
            <a:r>
              <a:rPr lang="en-US" sz="2400" dirty="0">
                <a:solidFill>
                  <a:schemeClr val="bg1"/>
                </a:solidFill>
                <a:effectLst>
                  <a:outerShdw blurRad="38100" dist="38100" dir="2700000" algn="tl">
                    <a:srgbClr val="000000"/>
                  </a:outerShdw>
                </a:effectLst>
                <a:latin typeface="Book Antiqua" pitchFamily="18" charset="0"/>
              </a:rPr>
              <a:t> .9969) =  .0062</a:t>
            </a:r>
          </a:p>
        </p:txBody>
      </p:sp>
      <p:sp>
        <p:nvSpPr>
          <p:cNvPr id="18" name="TextBox 17">
            <a:extLst>
              <a:ext uri="{FF2B5EF4-FFF2-40B4-BE49-F238E27FC236}">
                <a16:creationId xmlns:a16="http://schemas.microsoft.com/office/drawing/2014/main" id="{AFEFCA04-D848-480B-B8F9-17BAD5E804C6}"/>
              </a:ext>
            </a:extLst>
          </p:cNvPr>
          <p:cNvSpPr txBox="1"/>
          <p:nvPr/>
        </p:nvSpPr>
        <p:spPr>
          <a:xfrm>
            <a:off x="149363" y="1760959"/>
            <a:ext cx="11893274" cy="348109"/>
          </a:xfrm>
          <a:prstGeom prst="rect">
            <a:avLst/>
          </a:prstGeom>
          <a:noFill/>
        </p:spPr>
        <p:txBody>
          <a:bodyPr wrap="square" rtlCol="0">
            <a:spAutoFit/>
          </a:bodyPr>
          <a:lstStyle/>
          <a:p>
            <a:pPr marL="342900" indent="-342900">
              <a:lnSpc>
                <a:spcPct val="80000"/>
              </a:lnSpc>
              <a:spcBef>
                <a:spcPct val="20000"/>
              </a:spcBef>
              <a:buSzPct val="75000"/>
              <a:buFont typeface="Arial" panose="020B0604020202020204" pitchFamily="34" charset="0"/>
              <a:buChar char="•"/>
            </a:pPr>
            <a:r>
              <a:rPr lang="en-US" sz="2000" dirty="0"/>
              <a:t>Step 5.  Determine whether to reject </a:t>
            </a:r>
            <a:r>
              <a:rPr lang="en-US" sz="2000" i="1" dirty="0"/>
              <a:t>H</a:t>
            </a:r>
            <a:r>
              <a:rPr lang="en-US" sz="2000" baseline="-25000" dirty="0"/>
              <a:t>0</a:t>
            </a:r>
            <a:r>
              <a:rPr lang="en-US" sz="2000" dirty="0"/>
              <a:t>.</a:t>
            </a:r>
          </a:p>
        </p:txBody>
      </p:sp>
      <p:sp>
        <p:nvSpPr>
          <p:cNvPr id="19" name="Text Box 46">
            <a:extLst>
              <a:ext uri="{FF2B5EF4-FFF2-40B4-BE49-F238E27FC236}">
                <a16:creationId xmlns:a16="http://schemas.microsoft.com/office/drawing/2014/main" id="{77AE0740-D0E2-45AB-9FCE-C551F753485A}"/>
              </a:ext>
            </a:extLst>
          </p:cNvPr>
          <p:cNvSpPr txBox="1">
            <a:spLocks noChangeArrowheads="1"/>
          </p:cNvSpPr>
          <p:nvPr/>
        </p:nvSpPr>
        <p:spPr bwMode="auto">
          <a:xfrm>
            <a:off x="3382687" y="2084814"/>
            <a:ext cx="6492875" cy="457200"/>
          </a:xfrm>
          <a:prstGeom prst="rect">
            <a:avLst/>
          </a:prstGeom>
          <a:solidFill>
            <a:srgbClr val="0070C0"/>
          </a:solidFill>
          <a:ln w="12700">
            <a:noFill/>
            <a:miter lim="800000"/>
            <a:headEnd/>
            <a:tailEnd/>
          </a:ln>
          <a:effectLst/>
        </p:spPr>
        <p:txBody>
          <a:bodyPr wrap="none">
            <a:spAutoFit/>
          </a:bodyPr>
          <a:lstStyle/>
          <a:p>
            <a:pPr algn="l"/>
            <a:r>
              <a:rPr lang="en-US" sz="2400" dirty="0">
                <a:solidFill>
                  <a:schemeClr val="bg1"/>
                </a:solidFill>
                <a:effectLst>
                  <a:outerShdw blurRad="38100" dist="38100" dir="2700000" algn="tl">
                    <a:srgbClr val="000000"/>
                  </a:outerShdw>
                </a:effectLst>
                <a:latin typeface="Book Antiqua" pitchFamily="18" charset="0"/>
              </a:rPr>
              <a:t>Because </a:t>
            </a:r>
            <a:r>
              <a:rPr lang="en-US" sz="2400" i="1" dirty="0">
                <a:solidFill>
                  <a:schemeClr val="bg1"/>
                </a:solidFill>
                <a:effectLst>
                  <a:outerShdw blurRad="38100" dist="38100" dir="2700000" algn="tl">
                    <a:srgbClr val="000000"/>
                  </a:outerShdw>
                </a:effectLst>
                <a:latin typeface="Book Antiqua" pitchFamily="18" charset="0"/>
              </a:rPr>
              <a:t>p</a:t>
            </a:r>
            <a:r>
              <a:rPr lang="en-US" sz="2400" dirty="0">
                <a:solidFill>
                  <a:schemeClr val="bg1"/>
                </a:solidFill>
                <a:effectLst>
                  <a:outerShdw blurRad="38100" dist="38100" dir="2700000" algn="tl">
                    <a:srgbClr val="000000"/>
                  </a:outerShdw>
                </a:effectLst>
                <a:latin typeface="Book Antiqua" pitchFamily="18" charset="0"/>
              </a:rPr>
              <a:t>–value = .0062 </a:t>
            </a:r>
            <a:r>
              <a:rPr lang="en-US" sz="2400" u="sng" dirty="0">
                <a:solidFill>
                  <a:schemeClr val="bg1"/>
                </a:solidFill>
                <a:effectLst>
                  <a:outerShdw blurRad="38100" dist="38100" dir="2700000" algn="tl">
                    <a:srgbClr val="000000"/>
                  </a:outerShdw>
                </a:effectLst>
                <a:latin typeface="Book Antiqua" pitchFamily="18" charset="0"/>
              </a:rPr>
              <a:t>&lt;</a:t>
            </a:r>
            <a:r>
              <a:rPr lang="en-US" sz="2400" dirty="0">
                <a:solidFill>
                  <a:schemeClr val="bg1"/>
                </a:solidFill>
                <a:effectLst>
                  <a:outerShdw blurRad="38100" dist="38100" dir="2700000" algn="tl">
                    <a:srgbClr val="000000"/>
                  </a:outerShdw>
                </a:effectLst>
                <a:latin typeface="Book Antiqua" pitchFamily="18" charset="0"/>
              </a:rPr>
              <a:t> </a:t>
            </a:r>
            <a:r>
              <a:rPr lang="en-US" sz="2400" i="1" dirty="0">
                <a:solidFill>
                  <a:schemeClr val="bg1"/>
                </a:solidFill>
                <a:effectLst>
                  <a:outerShdw blurRad="38100" dist="38100" dir="2700000" algn="tl">
                    <a:srgbClr val="000000"/>
                  </a:outerShdw>
                </a:effectLst>
                <a:latin typeface="Symbol" pitchFamily="18" charset="2"/>
              </a:rPr>
              <a:t>a</a:t>
            </a:r>
            <a:r>
              <a:rPr lang="en-US" sz="2400" dirty="0">
                <a:solidFill>
                  <a:schemeClr val="bg1"/>
                </a:solidFill>
                <a:effectLst>
                  <a:outerShdw blurRad="38100" dist="38100" dir="2700000" algn="tl">
                    <a:srgbClr val="000000"/>
                  </a:outerShdw>
                </a:effectLst>
                <a:latin typeface="Book Antiqua" pitchFamily="18" charset="0"/>
              </a:rPr>
              <a:t> = .03, we reject </a:t>
            </a:r>
            <a:r>
              <a:rPr lang="en-US" sz="2400" i="1" dirty="0">
                <a:solidFill>
                  <a:schemeClr val="bg1"/>
                </a:solidFill>
                <a:effectLst>
                  <a:outerShdw blurRad="38100" dist="38100" dir="2700000" algn="tl">
                    <a:srgbClr val="000000"/>
                  </a:outerShdw>
                </a:effectLst>
                <a:latin typeface="Book Antiqua" pitchFamily="18" charset="0"/>
              </a:rPr>
              <a:t>H</a:t>
            </a:r>
            <a:r>
              <a:rPr lang="en-US" sz="2400" baseline="-25000" dirty="0">
                <a:solidFill>
                  <a:schemeClr val="bg1"/>
                </a:solidFill>
                <a:effectLst>
                  <a:outerShdw blurRad="38100" dist="38100" dir="2700000" algn="tl">
                    <a:srgbClr val="000000"/>
                  </a:outerShdw>
                </a:effectLst>
                <a:latin typeface="Book Antiqua" pitchFamily="18" charset="0"/>
              </a:rPr>
              <a:t>0</a:t>
            </a:r>
            <a:r>
              <a:rPr lang="en-US" sz="2400" dirty="0">
                <a:solidFill>
                  <a:schemeClr val="bg1"/>
                </a:solidFill>
                <a:effectLst>
                  <a:outerShdw blurRad="38100" dist="38100" dir="2700000" algn="tl">
                    <a:srgbClr val="000000"/>
                  </a:outerShdw>
                </a:effectLst>
                <a:latin typeface="Book Antiqua" pitchFamily="18" charset="0"/>
              </a:rPr>
              <a:t>.</a:t>
            </a:r>
          </a:p>
        </p:txBody>
      </p:sp>
      <p:sp>
        <p:nvSpPr>
          <p:cNvPr id="23" name="Rectangle 47">
            <a:extLst>
              <a:ext uri="{FF2B5EF4-FFF2-40B4-BE49-F238E27FC236}">
                <a16:creationId xmlns:a16="http://schemas.microsoft.com/office/drawing/2014/main" id="{AF9697BD-6EE7-4135-BA3E-AECCB109CF8C}"/>
              </a:ext>
            </a:extLst>
          </p:cNvPr>
          <p:cNvSpPr>
            <a:spLocks noChangeArrowheads="1"/>
          </p:cNvSpPr>
          <p:nvPr/>
        </p:nvSpPr>
        <p:spPr bwMode="auto">
          <a:xfrm>
            <a:off x="321366" y="2596396"/>
            <a:ext cx="11088756" cy="637883"/>
          </a:xfrm>
          <a:prstGeom prst="rect">
            <a:avLst/>
          </a:prstGeom>
          <a:noFill/>
          <a:ln w="12700">
            <a:noFill/>
            <a:miter lim="800000"/>
            <a:headEnd/>
            <a:tailEnd/>
          </a:ln>
          <a:effectLst/>
        </p:spPr>
        <p:txBody>
          <a:bodyPr lIns="90488" tIns="44450" rIns="90488" bIns="44450"/>
          <a:lstStyle/>
          <a:p>
            <a:pPr>
              <a:lnSpc>
                <a:spcPct val="90000"/>
              </a:lnSpc>
              <a:spcBef>
                <a:spcPct val="20000"/>
              </a:spcBef>
              <a:buClr>
                <a:srgbClr val="66FFFF"/>
              </a:buClr>
              <a:buSzPct val="75000"/>
              <a:buFont typeface="Monotype Sorts" pitchFamily="2" charset="2"/>
              <a:buNone/>
            </a:pPr>
            <a:r>
              <a:rPr lang="en-US" sz="2000" dirty="0"/>
              <a:t>There is sufficient statistical evidence to infer that the alternative hypothesis is true  (i.e. the mean filling weight is not 6 ounces).</a:t>
            </a:r>
          </a:p>
        </p:txBody>
      </p:sp>
      <p:sp>
        <p:nvSpPr>
          <p:cNvPr id="63" name="Freeform 37">
            <a:extLst>
              <a:ext uri="{FF2B5EF4-FFF2-40B4-BE49-F238E27FC236}">
                <a16:creationId xmlns:a16="http://schemas.microsoft.com/office/drawing/2014/main" id="{654ABD6E-FC33-4191-8A72-D44FA19B81B1}"/>
              </a:ext>
            </a:extLst>
          </p:cNvPr>
          <p:cNvSpPr>
            <a:spLocks/>
          </p:cNvSpPr>
          <p:nvPr/>
        </p:nvSpPr>
        <p:spPr bwMode="auto">
          <a:xfrm>
            <a:off x="5473424" y="3199051"/>
            <a:ext cx="4514850" cy="2495098"/>
          </a:xfrm>
          <a:custGeom>
            <a:avLst/>
            <a:gdLst/>
            <a:ahLst/>
            <a:cxnLst>
              <a:cxn ang="0">
                <a:pos x="1339" y="18"/>
              </a:cxn>
              <a:cxn ang="0">
                <a:pos x="1258" y="99"/>
              </a:cxn>
              <a:cxn ang="0">
                <a:pos x="1192" y="202"/>
              </a:cxn>
              <a:cxn ang="0">
                <a:pos x="1138" y="310"/>
              </a:cxn>
              <a:cxn ang="0">
                <a:pos x="1096" y="418"/>
              </a:cxn>
              <a:cxn ang="0">
                <a:pos x="1051" y="513"/>
              </a:cxn>
              <a:cxn ang="0">
                <a:pos x="1006" y="639"/>
              </a:cxn>
              <a:cxn ang="0">
                <a:pos x="970" y="747"/>
              </a:cxn>
              <a:cxn ang="0">
                <a:pos x="946" y="850"/>
              </a:cxn>
              <a:cxn ang="0">
                <a:pos x="910" y="964"/>
              </a:cxn>
              <a:cxn ang="0">
                <a:pos x="877" y="1068"/>
              </a:cxn>
              <a:cxn ang="0">
                <a:pos x="844" y="1176"/>
              </a:cxn>
              <a:cxn ang="0">
                <a:pos x="800" y="1278"/>
              </a:cxn>
              <a:cxn ang="0">
                <a:pos x="742" y="1396"/>
              </a:cxn>
              <a:cxn ang="0">
                <a:pos x="679" y="1515"/>
              </a:cxn>
              <a:cxn ang="0">
                <a:pos x="595" y="1614"/>
              </a:cxn>
              <a:cxn ang="0">
                <a:pos x="496" y="1689"/>
              </a:cxn>
              <a:cxn ang="0">
                <a:pos x="382" y="1746"/>
              </a:cxn>
              <a:cxn ang="0">
                <a:pos x="298" y="1782"/>
              </a:cxn>
              <a:cxn ang="0">
                <a:pos x="193" y="1820"/>
              </a:cxn>
              <a:cxn ang="0">
                <a:pos x="67" y="1857"/>
              </a:cxn>
              <a:cxn ang="0">
                <a:pos x="1" y="1877"/>
              </a:cxn>
              <a:cxn ang="0">
                <a:pos x="2844" y="1920"/>
              </a:cxn>
              <a:cxn ang="0">
                <a:pos x="2776" y="1859"/>
              </a:cxn>
              <a:cxn ang="0">
                <a:pos x="2683" y="1833"/>
              </a:cxn>
              <a:cxn ang="0">
                <a:pos x="2566" y="1794"/>
              </a:cxn>
              <a:cxn ang="0">
                <a:pos x="2452" y="1746"/>
              </a:cxn>
              <a:cxn ang="0">
                <a:pos x="2320" y="1680"/>
              </a:cxn>
              <a:cxn ang="0">
                <a:pos x="2275" y="1650"/>
              </a:cxn>
              <a:cxn ang="0">
                <a:pos x="2200" y="1582"/>
              </a:cxn>
              <a:cxn ang="0">
                <a:pos x="2125" y="1485"/>
              </a:cxn>
              <a:cxn ang="0">
                <a:pos x="2062" y="1386"/>
              </a:cxn>
              <a:cxn ang="0">
                <a:pos x="2029" y="1326"/>
              </a:cxn>
              <a:cxn ang="0">
                <a:pos x="1963" y="1191"/>
              </a:cxn>
              <a:cxn ang="0">
                <a:pos x="1936" y="1107"/>
              </a:cxn>
              <a:cxn ang="0">
                <a:pos x="1903" y="1011"/>
              </a:cxn>
              <a:cxn ang="0">
                <a:pos x="1867" y="891"/>
              </a:cxn>
              <a:cxn ang="0">
                <a:pos x="1831" y="771"/>
              </a:cxn>
              <a:cxn ang="0">
                <a:pos x="1792" y="642"/>
              </a:cxn>
              <a:cxn ang="0">
                <a:pos x="1741" y="504"/>
              </a:cxn>
              <a:cxn ang="0">
                <a:pos x="1699" y="399"/>
              </a:cxn>
              <a:cxn ang="0">
                <a:pos x="1657" y="312"/>
              </a:cxn>
              <a:cxn ang="0">
                <a:pos x="1621" y="228"/>
              </a:cxn>
              <a:cxn ang="0">
                <a:pos x="1564" y="135"/>
              </a:cxn>
              <a:cxn ang="0">
                <a:pos x="1588" y="174"/>
              </a:cxn>
              <a:cxn ang="0">
                <a:pos x="1552" y="129"/>
              </a:cxn>
              <a:cxn ang="0">
                <a:pos x="1501" y="57"/>
              </a:cxn>
              <a:cxn ang="0">
                <a:pos x="1432" y="6"/>
              </a:cxn>
            </a:cxnLst>
            <a:rect l="0" t="0" r="r" b="b"/>
            <a:pathLst>
              <a:path w="2844" h="1926">
                <a:moveTo>
                  <a:pt x="1399" y="3"/>
                </a:moveTo>
                <a:lnTo>
                  <a:pt x="1372" y="6"/>
                </a:lnTo>
                <a:lnTo>
                  <a:pt x="1339" y="18"/>
                </a:lnTo>
                <a:lnTo>
                  <a:pt x="1308" y="30"/>
                </a:lnTo>
                <a:lnTo>
                  <a:pt x="1288" y="62"/>
                </a:lnTo>
                <a:lnTo>
                  <a:pt x="1258" y="99"/>
                </a:lnTo>
                <a:lnTo>
                  <a:pt x="1228" y="130"/>
                </a:lnTo>
                <a:lnTo>
                  <a:pt x="1210" y="160"/>
                </a:lnTo>
                <a:lnTo>
                  <a:pt x="1192" y="202"/>
                </a:lnTo>
                <a:lnTo>
                  <a:pt x="1168" y="232"/>
                </a:lnTo>
                <a:lnTo>
                  <a:pt x="1156" y="274"/>
                </a:lnTo>
                <a:lnTo>
                  <a:pt x="1138" y="310"/>
                </a:lnTo>
                <a:lnTo>
                  <a:pt x="1120" y="354"/>
                </a:lnTo>
                <a:lnTo>
                  <a:pt x="1108" y="382"/>
                </a:lnTo>
                <a:lnTo>
                  <a:pt x="1096" y="418"/>
                </a:lnTo>
                <a:lnTo>
                  <a:pt x="1078" y="447"/>
                </a:lnTo>
                <a:lnTo>
                  <a:pt x="1063" y="483"/>
                </a:lnTo>
                <a:lnTo>
                  <a:pt x="1051" y="513"/>
                </a:lnTo>
                <a:lnTo>
                  <a:pt x="1036" y="552"/>
                </a:lnTo>
                <a:lnTo>
                  <a:pt x="1021" y="594"/>
                </a:lnTo>
                <a:lnTo>
                  <a:pt x="1006" y="639"/>
                </a:lnTo>
                <a:lnTo>
                  <a:pt x="997" y="678"/>
                </a:lnTo>
                <a:lnTo>
                  <a:pt x="982" y="714"/>
                </a:lnTo>
                <a:lnTo>
                  <a:pt x="970" y="747"/>
                </a:lnTo>
                <a:lnTo>
                  <a:pt x="961" y="783"/>
                </a:lnTo>
                <a:lnTo>
                  <a:pt x="952" y="819"/>
                </a:lnTo>
                <a:lnTo>
                  <a:pt x="946" y="850"/>
                </a:lnTo>
                <a:lnTo>
                  <a:pt x="940" y="886"/>
                </a:lnTo>
                <a:lnTo>
                  <a:pt x="928" y="922"/>
                </a:lnTo>
                <a:lnTo>
                  <a:pt x="910" y="964"/>
                </a:lnTo>
                <a:lnTo>
                  <a:pt x="904" y="994"/>
                </a:lnTo>
                <a:lnTo>
                  <a:pt x="892" y="1030"/>
                </a:lnTo>
                <a:lnTo>
                  <a:pt x="877" y="1068"/>
                </a:lnTo>
                <a:lnTo>
                  <a:pt x="868" y="1098"/>
                </a:lnTo>
                <a:lnTo>
                  <a:pt x="856" y="1134"/>
                </a:lnTo>
                <a:lnTo>
                  <a:pt x="844" y="1176"/>
                </a:lnTo>
                <a:lnTo>
                  <a:pt x="829" y="1215"/>
                </a:lnTo>
                <a:lnTo>
                  <a:pt x="812" y="1254"/>
                </a:lnTo>
                <a:lnTo>
                  <a:pt x="800" y="1278"/>
                </a:lnTo>
                <a:lnTo>
                  <a:pt x="793" y="1311"/>
                </a:lnTo>
                <a:lnTo>
                  <a:pt x="772" y="1359"/>
                </a:lnTo>
                <a:lnTo>
                  <a:pt x="742" y="1396"/>
                </a:lnTo>
                <a:lnTo>
                  <a:pt x="721" y="1446"/>
                </a:lnTo>
                <a:lnTo>
                  <a:pt x="703" y="1479"/>
                </a:lnTo>
                <a:lnTo>
                  <a:pt x="679" y="1515"/>
                </a:lnTo>
                <a:lnTo>
                  <a:pt x="655" y="1545"/>
                </a:lnTo>
                <a:lnTo>
                  <a:pt x="628" y="1584"/>
                </a:lnTo>
                <a:lnTo>
                  <a:pt x="595" y="1614"/>
                </a:lnTo>
                <a:lnTo>
                  <a:pt x="571" y="1635"/>
                </a:lnTo>
                <a:lnTo>
                  <a:pt x="532" y="1665"/>
                </a:lnTo>
                <a:lnTo>
                  <a:pt x="496" y="1689"/>
                </a:lnTo>
                <a:lnTo>
                  <a:pt x="462" y="1710"/>
                </a:lnTo>
                <a:lnTo>
                  <a:pt x="423" y="1728"/>
                </a:lnTo>
                <a:lnTo>
                  <a:pt x="382" y="1746"/>
                </a:lnTo>
                <a:lnTo>
                  <a:pt x="355" y="1758"/>
                </a:lnTo>
                <a:lnTo>
                  <a:pt x="324" y="1770"/>
                </a:lnTo>
                <a:lnTo>
                  <a:pt x="298" y="1782"/>
                </a:lnTo>
                <a:lnTo>
                  <a:pt x="264" y="1794"/>
                </a:lnTo>
                <a:lnTo>
                  <a:pt x="232" y="1808"/>
                </a:lnTo>
                <a:lnTo>
                  <a:pt x="193" y="1820"/>
                </a:lnTo>
                <a:lnTo>
                  <a:pt x="154" y="1832"/>
                </a:lnTo>
                <a:lnTo>
                  <a:pt x="109" y="1847"/>
                </a:lnTo>
                <a:lnTo>
                  <a:pt x="67" y="1857"/>
                </a:lnTo>
                <a:lnTo>
                  <a:pt x="31" y="1869"/>
                </a:lnTo>
                <a:lnTo>
                  <a:pt x="12" y="1874"/>
                </a:lnTo>
                <a:lnTo>
                  <a:pt x="1" y="1877"/>
                </a:lnTo>
                <a:lnTo>
                  <a:pt x="1" y="1926"/>
                </a:lnTo>
                <a:lnTo>
                  <a:pt x="0" y="1920"/>
                </a:lnTo>
                <a:lnTo>
                  <a:pt x="2844" y="1920"/>
                </a:lnTo>
                <a:lnTo>
                  <a:pt x="2842" y="1874"/>
                </a:lnTo>
                <a:lnTo>
                  <a:pt x="2809" y="1868"/>
                </a:lnTo>
                <a:lnTo>
                  <a:pt x="2776" y="1859"/>
                </a:lnTo>
                <a:lnTo>
                  <a:pt x="2748" y="1850"/>
                </a:lnTo>
                <a:lnTo>
                  <a:pt x="2712" y="1839"/>
                </a:lnTo>
                <a:lnTo>
                  <a:pt x="2683" y="1833"/>
                </a:lnTo>
                <a:lnTo>
                  <a:pt x="2650" y="1821"/>
                </a:lnTo>
                <a:lnTo>
                  <a:pt x="2608" y="1806"/>
                </a:lnTo>
                <a:lnTo>
                  <a:pt x="2566" y="1794"/>
                </a:lnTo>
                <a:lnTo>
                  <a:pt x="2524" y="1776"/>
                </a:lnTo>
                <a:lnTo>
                  <a:pt x="2494" y="1764"/>
                </a:lnTo>
                <a:lnTo>
                  <a:pt x="2452" y="1746"/>
                </a:lnTo>
                <a:lnTo>
                  <a:pt x="2416" y="1728"/>
                </a:lnTo>
                <a:lnTo>
                  <a:pt x="2365" y="1704"/>
                </a:lnTo>
                <a:lnTo>
                  <a:pt x="2320" y="1680"/>
                </a:lnTo>
                <a:lnTo>
                  <a:pt x="2307" y="1670"/>
                </a:lnTo>
                <a:lnTo>
                  <a:pt x="2290" y="1662"/>
                </a:lnTo>
                <a:lnTo>
                  <a:pt x="2275" y="1650"/>
                </a:lnTo>
                <a:lnTo>
                  <a:pt x="2256" y="1634"/>
                </a:lnTo>
                <a:lnTo>
                  <a:pt x="2221" y="1611"/>
                </a:lnTo>
                <a:lnTo>
                  <a:pt x="2200" y="1582"/>
                </a:lnTo>
                <a:lnTo>
                  <a:pt x="2182" y="1558"/>
                </a:lnTo>
                <a:lnTo>
                  <a:pt x="2152" y="1522"/>
                </a:lnTo>
                <a:lnTo>
                  <a:pt x="2125" y="1485"/>
                </a:lnTo>
                <a:lnTo>
                  <a:pt x="2101" y="1452"/>
                </a:lnTo>
                <a:lnTo>
                  <a:pt x="2080" y="1419"/>
                </a:lnTo>
                <a:lnTo>
                  <a:pt x="2062" y="1386"/>
                </a:lnTo>
                <a:lnTo>
                  <a:pt x="2047" y="1356"/>
                </a:lnTo>
                <a:lnTo>
                  <a:pt x="2011" y="1293"/>
                </a:lnTo>
                <a:lnTo>
                  <a:pt x="2029" y="1326"/>
                </a:lnTo>
                <a:lnTo>
                  <a:pt x="1996" y="1257"/>
                </a:lnTo>
                <a:lnTo>
                  <a:pt x="1975" y="1218"/>
                </a:lnTo>
                <a:lnTo>
                  <a:pt x="1963" y="1191"/>
                </a:lnTo>
                <a:lnTo>
                  <a:pt x="1954" y="1161"/>
                </a:lnTo>
                <a:lnTo>
                  <a:pt x="1942" y="1140"/>
                </a:lnTo>
                <a:lnTo>
                  <a:pt x="1936" y="1107"/>
                </a:lnTo>
                <a:lnTo>
                  <a:pt x="1924" y="1083"/>
                </a:lnTo>
                <a:lnTo>
                  <a:pt x="1915" y="1053"/>
                </a:lnTo>
                <a:lnTo>
                  <a:pt x="1903" y="1011"/>
                </a:lnTo>
                <a:lnTo>
                  <a:pt x="1888" y="978"/>
                </a:lnTo>
                <a:lnTo>
                  <a:pt x="1873" y="930"/>
                </a:lnTo>
                <a:lnTo>
                  <a:pt x="1867" y="891"/>
                </a:lnTo>
                <a:lnTo>
                  <a:pt x="1855" y="852"/>
                </a:lnTo>
                <a:lnTo>
                  <a:pt x="1846" y="819"/>
                </a:lnTo>
                <a:lnTo>
                  <a:pt x="1831" y="771"/>
                </a:lnTo>
                <a:lnTo>
                  <a:pt x="1819" y="729"/>
                </a:lnTo>
                <a:lnTo>
                  <a:pt x="1801" y="681"/>
                </a:lnTo>
                <a:lnTo>
                  <a:pt x="1792" y="642"/>
                </a:lnTo>
                <a:lnTo>
                  <a:pt x="1774" y="600"/>
                </a:lnTo>
                <a:lnTo>
                  <a:pt x="1762" y="546"/>
                </a:lnTo>
                <a:lnTo>
                  <a:pt x="1741" y="504"/>
                </a:lnTo>
                <a:lnTo>
                  <a:pt x="1726" y="465"/>
                </a:lnTo>
                <a:lnTo>
                  <a:pt x="1714" y="432"/>
                </a:lnTo>
                <a:lnTo>
                  <a:pt x="1699" y="399"/>
                </a:lnTo>
                <a:lnTo>
                  <a:pt x="1675" y="345"/>
                </a:lnTo>
                <a:lnTo>
                  <a:pt x="1687" y="375"/>
                </a:lnTo>
                <a:lnTo>
                  <a:pt x="1657" y="312"/>
                </a:lnTo>
                <a:lnTo>
                  <a:pt x="1645" y="285"/>
                </a:lnTo>
                <a:lnTo>
                  <a:pt x="1630" y="252"/>
                </a:lnTo>
                <a:lnTo>
                  <a:pt x="1621" y="228"/>
                </a:lnTo>
                <a:lnTo>
                  <a:pt x="1609" y="207"/>
                </a:lnTo>
                <a:lnTo>
                  <a:pt x="1579" y="156"/>
                </a:lnTo>
                <a:lnTo>
                  <a:pt x="1564" y="135"/>
                </a:lnTo>
                <a:lnTo>
                  <a:pt x="1564" y="141"/>
                </a:lnTo>
                <a:lnTo>
                  <a:pt x="1573" y="144"/>
                </a:lnTo>
                <a:lnTo>
                  <a:pt x="1588" y="174"/>
                </a:lnTo>
                <a:lnTo>
                  <a:pt x="1594" y="192"/>
                </a:lnTo>
                <a:lnTo>
                  <a:pt x="1579" y="156"/>
                </a:lnTo>
                <a:lnTo>
                  <a:pt x="1552" y="129"/>
                </a:lnTo>
                <a:lnTo>
                  <a:pt x="1540" y="105"/>
                </a:lnTo>
                <a:lnTo>
                  <a:pt x="1519" y="81"/>
                </a:lnTo>
                <a:lnTo>
                  <a:pt x="1501" y="57"/>
                </a:lnTo>
                <a:lnTo>
                  <a:pt x="1480" y="39"/>
                </a:lnTo>
                <a:lnTo>
                  <a:pt x="1456" y="18"/>
                </a:lnTo>
                <a:lnTo>
                  <a:pt x="1432" y="6"/>
                </a:lnTo>
                <a:lnTo>
                  <a:pt x="1417" y="0"/>
                </a:lnTo>
              </a:path>
            </a:pathLst>
          </a:custGeom>
          <a:gradFill flip="none" rotWithShape="1">
            <a:gsLst>
              <a:gs pos="0">
                <a:srgbClr val="72AF2F">
                  <a:shade val="30000"/>
                  <a:satMod val="115000"/>
                </a:srgbClr>
              </a:gs>
              <a:gs pos="50000">
                <a:srgbClr val="72AF2F">
                  <a:shade val="67500"/>
                  <a:satMod val="115000"/>
                </a:srgbClr>
              </a:gs>
              <a:gs pos="100000">
                <a:srgbClr val="72AF2F">
                  <a:shade val="100000"/>
                  <a:satMod val="115000"/>
                </a:srgbClr>
              </a:gs>
            </a:gsLst>
            <a:lin ang="16200000" scaled="1"/>
            <a:tileRect/>
          </a:gradFill>
          <a:ln w="12700" cap="rnd" cmpd="sng">
            <a:noFill/>
            <a:prstDash val="solid"/>
            <a:round/>
            <a:headEnd type="none" w="med" len="med"/>
            <a:tailEnd type="none" w="med" len="med"/>
          </a:ln>
          <a:effectLst/>
        </p:spPr>
        <p:txBody>
          <a:bodyPr/>
          <a:lstStyle/>
          <a:p>
            <a:endParaRPr lang="en-US" sz="1600"/>
          </a:p>
        </p:txBody>
      </p:sp>
      <p:sp>
        <p:nvSpPr>
          <p:cNvPr id="64" name="Rectangle 38">
            <a:extLst>
              <a:ext uri="{FF2B5EF4-FFF2-40B4-BE49-F238E27FC236}">
                <a16:creationId xmlns:a16="http://schemas.microsoft.com/office/drawing/2014/main" id="{67DCDBA0-148E-4265-AB57-7F2439025D5B}"/>
              </a:ext>
            </a:extLst>
          </p:cNvPr>
          <p:cNvSpPr>
            <a:spLocks noChangeArrowheads="1"/>
          </p:cNvSpPr>
          <p:nvPr/>
        </p:nvSpPr>
        <p:spPr bwMode="auto">
          <a:xfrm>
            <a:off x="10256562" y="4567079"/>
            <a:ext cx="716544"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Symbol" pitchFamily="18" charset="2"/>
              </a:rPr>
              <a:t>a</a:t>
            </a:r>
            <a:r>
              <a:rPr lang="en-US" sz="1600" dirty="0">
                <a:latin typeface="Book Antiqua" pitchFamily="18" charset="0"/>
              </a:rPr>
              <a:t>/2 =</a:t>
            </a:r>
          </a:p>
          <a:p>
            <a:pPr algn="l"/>
            <a:r>
              <a:rPr lang="en-US" sz="1600" dirty="0">
                <a:latin typeface="Book Antiqua" pitchFamily="18" charset="0"/>
              </a:rPr>
              <a:t>  .015</a:t>
            </a:r>
            <a:endParaRPr lang="en-US" sz="1600" dirty="0">
              <a:latin typeface="Symbol" pitchFamily="18" charset="2"/>
            </a:endParaRPr>
          </a:p>
        </p:txBody>
      </p:sp>
      <p:sp>
        <p:nvSpPr>
          <p:cNvPr id="65" name="Freeform 39">
            <a:extLst>
              <a:ext uri="{FF2B5EF4-FFF2-40B4-BE49-F238E27FC236}">
                <a16:creationId xmlns:a16="http://schemas.microsoft.com/office/drawing/2014/main" id="{66859DA2-C531-4A12-8C92-D274B9659786}"/>
              </a:ext>
            </a:extLst>
          </p:cNvPr>
          <p:cNvSpPr>
            <a:spLocks/>
          </p:cNvSpPr>
          <p:nvPr/>
        </p:nvSpPr>
        <p:spPr bwMode="auto">
          <a:xfrm>
            <a:off x="9280249" y="5419506"/>
            <a:ext cx="709613" cy="266869"/>
          </a:xfrm>
          <a:custGeom>
            <a:avLst/>
            <a:gdLst/>
            <a:ahLst/>
            <a:cxnLst>
              <a:cxn ang="0">
                <a:pos x="0" y="3"/>
              </a:cxn>
              <a:cxn ang="0">
                <a:pos x="0" y="18"/>
              </a:cxn>
              <a:cxn ang="0">
                <a:pos x="0" y="39"/>
              </a:cxn>
              <a:cxn ang="0">
                <a:pos x="0" y="66"/>
              </a:cxn>
              <a:cxn ang="0">
                <a:pos x="1" y="95"/>
              </a:cxn>
              <a:cxn ang="0">
                <a:pos x="1" y="119"/>
              </a:cxn>
              <a:cxn ang="0">
                <a:pos x="1" y="143"/>
              </a:cxn>
              <a:cxn ang="0">
                <a:pos x="1" y="167"/>
              </a:cxn>
              <a:cxn ang="0">
                <a:pos x="0" y="198"/>
              </a:cxn>
              <a:cxn ang="0">
                <a:pos x="447" y="198"/>
              </a:cxn>
              <a:cxn ang="0">
                <a:pos x="447" y="150"/>
              </a:cxn>
              <a:cxn ang="0">
                <a:pos x="444" y="153"/>
              </a:cxn>
              <a:cxn ang="0">
                <a:pos x="425" y="143"/>
              </a:cxn>
              <a:cxn ang="0">
                <a:pos x="401" y="143"/>
              </a:cxn>
              <a:cxn ang="0">
                <a:pos x="377" y="135"/>
              </a:cxn>
              <a:cxn ang="0">
                <a:pos x="353" y="135"/>
              </a:cxn>
              <a:cxn ang="0">
                <a:pos x="329" y="127"/>
              </a:cxn>
              <a:cxn ang="0">
                <a:pos x="305" y="119"/>
              </a:cxn>
              <a:cxn ang="0">
                <a:pos x="281" y="111"/>
              </a:cxn>
              <a:cxn ang="0">
                <a:pos x="258" y="102"/>
              </a:cxn>
              <a:cxn ang="0">
                <a:pos x="234" y="96"/>
              </a:cxn>
              <a:cxn ang="0">
                <a:pos x="209" y="87"/>
              </a:cxn>
              <a:cxn ang="0">
                <a:pos x="185" y="79"/>
              </a:cxn>
              <a:cxn ang="0">
                <a:pos x="162" y="69"/>
              </a:cxn>
              <a:cxn ang="0">
                <a:pos x="135" y="60"/>
              </a:cxn>
              <a:cxn ang="0">
                <a:pos x="111" y="54"/>
              </a:cxn>
              <a:cxn ang="0">
                <a:pos x="87" y="42"/>
              </a:cxn>
              <a:cxn ang="0">
                <a:pos x="63" y="30"/>
              </a:cxn>
              <a:cxn ang="0">
                <a:pos x="41" y="23"/>
              </a:cxn>
              <a:cxn ang="0">
                <a:pos x="17" y="15"/>
              </a:cxn>
              <a:cxn ang="0">
                <a:pos x="3" y="0"/>
              </a:cxn>
              <a:cxn ang="0">
                <a:pos x="3" y="0"/>
              </a:cxn>
            </a:cxnLst>
            <a:rect l="0" t="0" r="r" b="b"/>
            <a:pathLst>
              <a:path w="447" h="198">
                <a:moveTo>
                  <a:pt x="0" y="3"/>
                </a:moveTo>
                <a:lnTo>
                  <a:pt x="0" y="18"/>
                </a:lnTo>
                <a:lnTo>
                  <a:pt x="0" y="39"/>
                </a:lnTo>
                <a:lnTo>
                  <a:pt x="0" y="66"/>
                </a:lnTo>
                <a:lnTo>
                  <a:pt x="1" y="95"/>
                </a:lnTo>
                <a:lnTo>
                  <a:pt x="1" y="119"/>
                </a:lnTo>
                <a:lnTo>
                  <a:pt x="1" y="143"/>
                </a:lnTo>
                <a:lnTo>
                  <a:pt x="1" y="167"/>
                </a:lnTo>
                <a:lnTo>
                  <a:pt x="0" y="198"/>
                </a:lnTo>
                <a:lnTo>
                  <a:pt x="447" y="198"/>
                </a:lnTo>
                <a:lnTo>
                  <a:pt x="447" y="150"/>
                </a:lnTo>
                <a:lnTo>
                  <a:pt x="444" y="153"/>
                </a:lnTo>
                <a:lnTo>
                  <a:pt x="425" y="143"/>
                </a:lnTo>
                <a:lnTo>
                  <a:pt x="401" y="143"/>
                </a:lnTo>
                <a:lnTo>
                  <a:pt x="377" y="135"/>
                </a:lnTo>
                <a:lnTo>
                  <a:pt x="353" y="135"/>
                </a:lnTo>
                <a:lnTo>
                  <a:pt x="329" y="127"/>
                </a:lnTo>
                <a:lnTo>
                  <a:pt x="305" y="119"/>
                </a:lnTo>
                <a:lnTo>
                  <a:pt x="281" y="111"/>
                </a:lnTo>
                <a:lnTo>
                  <a:pt x="258" y="102"/>
                </a:lnTo>
                <a:lnTo>
                  <a:pt x="234" y="96"/>
                </a:lnTo>
                <a:lnTo>
                  <a:pt x="209" y="87"/>
                </a:lnTo>
                <a:lnTo>
                  <a:pt x="185" y="79"/>
                </a:lnTo>
                <a:lnTo>
                  <a:pt x="162" y="69"/>
                </a:lnTo>
                <a:lnTo>
                  <a:pt x="135" y="60"/>
                </a:lnTo>
                <a:lnTo>
                  <a:pt x="111" y="54"/>
                </a:lnTo>
                <a:lnTo>
                  <a:pt x="87" y="42"/>
                </a:lnTo>
                <a:lnTo>
                  <a:pt x="63" y="30"/>
                </a:lnTo>
                <a:lnTo>
                  <a:pt x="41" y="23"/>
                </a:lnTo>
                <a:lnTo>
                  <a:pt x="17" y="15"/>
                </a:lnTo>
                <a:lnTo>
                  <a:pt x="3" y="0"/>
                </a:lnTo>
                <a:lnTo>
                  <a:pt x="3" y="0"/>
                </a:lnTo>
              </a:path>
            </a:pathLst>
          </a:custGeom>
          <a:solidFill>
            <a:srgbClr val="002060"/>
          </a:solidFill>
          <a:ln w="12700" cap="rnd" cmpd="sng">
            <a:noFill/>
            <a:prstDash val="solid"/>
            <a:round/>
            <a:headEnd type="none" w="med" len="med"/>
            <a:tailEnd type="none" w="med" len="med"/>
          </a:ln>
          <a:effectLst/>
        </p:spPr>
        <p:txBody>
          <a:bodyPr/>
          <a:lstStyle/>
          <a:p>
            <a:endParaRPr lang="en-US" sz="1600"/>
          </a:p>
        </p:txBody>
      </p:sp>
      <p:sp>
        <p:nvSpPr>
          <p:cNvPr id="66" name="Line 40">
            <a:extLst>
              <a:ext uri="{FF2B5EF4-FFF2-40B4-BE49-F238E27FC236}">
                <a16:creationId xmlns:a16="http://schemas.microsoft.com/office/drawing/2014/main" id="{2F748648-6391-42B0-B537-8C53CB4C55E4}"/>
              </a:ext>
            </a:extLst>
          </p:cNvPr>
          <p:cNvSpPr>
            <a:spLocks noChangeShapeType="1"/>
          </p:cNvSpPr>
          <p:nvPr/>
        </p:nvSpPr>
        <p:spPr bwMode="auto">
          <a:xfrm>
            <a:off x="9296124" y="4761402"/>
            <a:ext cx="952500" cy="0"/>
          </a:xfrm>
          <a:prstGeom prst="line">
            <a:avLst/>
          </a:prstGeom>
          <a:noFill/>
          <a:ln w="12700">
            <a:solidFill>
              <a:schemeClr val="tx1"/>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67" name="Rectangle 41">
            <a:extLst>
              <a:ext uri="{FF2B5EF4-FFF2-40B4-BE49-F238E27FC236}">
                <a16:creationId xmlns:a16="http://schemas.microsoft.com/office/drawing/2014/main" id="{46E110BF-C9F0-41F4-8FAA-20C2E4B59186}"/>
              </a:ext>
            </a:extLst>
          </p:cNvPr>
          <p:cNvSpPr>
            <a:spLocks noChangeArrowheads="1"/>
          </p:cNvSpPr>
          <p:nvPr/>
        </p:nvSpPr>
        <p:spPr bwMode="auto">
          <a:xfrm>
            <a:off x="7567337" y="5845719"/>
            <a:ext cx="285336"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dirty="0">
                <a:latin typeface="Book Antiqua" pitchFamily="18" charset="0"/>
              </a:rPr>
              <a:t>0</a:t>
            </a:r>
          </a:p>
        </p:txBody>
      </p:sp>
      <p:sp>
        <p:nvSpPr>
          <p:cNvPr id="68" name="Rectangle 42">
            <a:extLst>
              <a:ext uri="{FF2B5EF4-FFF2-40B4-BE49-F238E27FC236}">
                <a16:creationId xmlns:a16="http://schemas.microsoft.com/office/drawing/2014/main" id="{A82D90AD-BC8F-436A-84C4-6CE54ECDC20A}"/>
              </a:ext>
            </a:extLst>
          </p:cNvPr>
          <p:cNvSpPr>
            <a:spLocks noChangeArrowheads="1"/>
          </p:cNvSpPr>
          <p:nvPr/>
        </p:nvSpPr>
        <p:spPr bwMode="auto">
          <a:xfrm>
            <a:off x="8494437" y="6102225"/>
            <a:ext cx="1099661"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Book Antiqua" pitchFamily="18" charset="0"/>
              </a:rPr>
              <a:t>z</a:t>
            </a:r>
            <a:r>
              <a:rPr lang="en-US" sz="1600" i="1" baseline="-25000" dirty="0">
                <a:latin typeface="Symbol" pitchFamily="18" charset="2"/>
              </a:rPr>
              <a:t>a</a:t>
            </a:r>
            <a:r>
              <a:rPr lang="en-US" sz="1600" baseline="-25000" dirty="0">
                <a:latin typeface="Book Antiqua" pitchFamily="18" charset="0"/>
              </a:rPr>
              <a:t>/2</a:t>
            </a:r>
            <a:r>
              <a:rPr lang="en-US" sz="1600" dirty="0">
                <a:latin typeface="Book Antiqua" pitchFamily="18" charset="0"/>
              </a:rPr>
              <a:t> = 2.17</a:t>
            </a:r>
          </a:p>
        </p:txBody>
      </p:sp>
      <p:sp>
        <p:nvSpPr>
          <p:cNvPr id="69" name="Rectangle 43">
            <a:extLst>
              <a:ext uri="{FF2B5EF4-FFF2-40B4-BE49-F238E27FC236}">
                <a16:creationId xmlns:a16="http://schemas.microsoft.com/office/drawing/2014/main" id="{31213EB8-60AE-4FB9-AB33-1ABB797564A8}"/>
              </a:ext>
            </a:extLst>
          </p:cNvPr>
          <p:cNvSpPr>
            <a:spLocks noChangeArrowheads="1"/>
          </p:cNvSpPr>
          <p:nvPr/>
        </p:nvSpPr>
        <p:spPr bwMode="auto">
          <a:xfrm>
            <a:off x="10266087" y="5472621"/>
            <a:ext cx="274115"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z</a:t>
            </a:r>
          </a:p>
        </p:txBody>
      </p:sp>
      <p:sp>
        <p:nvSpPr>
          <p:cNvPr id="70" name="Freeform 44">
            <a:extLst>
              <a:ext uri="{FF2B5EF4-FFF2-40B4-BE49-F238E27FC236}">
                <a16:creationId xmlns:a16="http://schemas.microsoft.com/office/drawing/2014/main" id="{7340F6BB-520A-4495-A484-25F934C27035}"/>
              </a:ext>
            </a:extLst>
          </p:cNvPr>
          <p:cNvSpPr>
            <a:spLocks/>
          </p:cNvSpPr>
          <p:nvPr/>
        </p:nvSpPr>
        <p:spPr bwMode="auto">
          <a:xfrm>
            <a:off x="5470249" y="5407846"/>
            <a:ext cx="738188" cy="286302"/>
          </a:xfrm>
          <a:custGeom>
            <a:avLst/>
            <a:gdLst/>
            <a:ahLst/>
            <a:cxnLst>
              <a:cxn ang="0">
                <a:pos x="462" y="0"/>
              </a:cxn>
              <a:cxn ang="0">
                <a:pos x="462" y="25"/>
              </a:cxn>
              <a:cxn ang="0">
                <a:pos x="462" y="47"/>
              </a:cxn>
              <a:cxn ang="0">
                <a:pos x="462" y="72"/>
              </a:cxn>
              <a:cxn ang="0">
                <a:pos x="463" y="96"/>
              </a:cxn>
              <a:cxn ang="0">
                <a:pos x="463" y="121"/>
              </a:cxn>
              <a:cxn ang="0">
                <a:pos x="463" y="145"/>
              </a:cxn>
              <a:cxn ang="0">
                <a:pos x="463" y="170"/>
              </a:cxn>
              <a:cxn ang="0">
                <a:pos x="462" y="218"/>
              </a:cxn>
              <a:cxn ang="0">
                <a:pos x="0" y="221"/>
              </a:cxn>
              <a:cxn ang="0">
                <a:pos x="0" y="171"/>
              </a:cxn>
              <a:cxn ang="0">
                <a:pos x="17" y="170"/>
              </a:cxn>
              <a:cxn ang="0">
                <a:pos x="35" y="163"/>
              </a:cxn>
              <a:cxn ang="0">
                <a:pos x="54" y="157"/>
              </a:cxn>
              <a:cxn ang="0">
                <a:pos x="86" y="148"/>
              </a:cxn>
              <a:cxn ang="0">
                <a:pos x="110" y="142"/>
              </a:cxn>
              <a:cxn ang="0">
                <a:pos x="132" y="133"/>
              </a:cxn>
              <a:cxn ang="0">
                <a:pos x="159" y="127"/>
              </a:cxn>
              <a:cxn ang="0">
                <a:pos x="182" y="118"/>
              </a:cxn>
              <a:cxn ang="0">
                <a:pos x="207" y="112"/>
              </a:cxn>
              <a:cxn ang="0">
                <a:pos x="231" y="104"/>
              </a:cxn>
              <a:cxn ang="0">
                <a:pos x="252" y="94"/>
              </a:cxn>
              <a:cxn ang="0">
                <a:pos x="279" y="84"/>
              </a:cxn>
              <a:cxn ang="0">
                <a:pos x="303" y="76"/>
              </a:cxn>
              <a:cxn ang="0">
                <a:pos x="327" y="66"/>
              </a:cxn>
              <a:cxn ang="0">
                <a:pos x="351" y="53"/>
              </a:cxn>
              <a:cxn ang="0">
                <a:pos x="375" y="46"/>
              </a:cxn>
              <a:cxn ang="0">
                <a:pos x="399" y="37"/>
              </a:cxn>
              <a:cxn ang="0">
                <a:pos x="423" y="21"/>
              </a:cxn>
              <a:cxn ang="0">
                <a:pos x="447" y="13"/>
              </a:cxn>
              <a:cxn ang="0">
                <a:pos x="464" y="2"/>
              </a:cxn>
              <a:cxn ang="0">
                <a:pos x="465" y="2"/>
              </a:cxn>
            </a:cxnLst>
            <a:rect l="0" t="0" r="r" b="b"/>
            <a:pathLst>
              <a:path w="465" h="221">
                <a:moveTo>
                  <a:pt x="462" y="0"/>
                </a:moveTo>
                <a:lnTo>
                  <a:pt x="462" y="25"/>
                </a:lnTo>
                <a:lnTo>
                  <a:pt x="462" y="47"/>
                </a:lnTo>
                <a:lnTo>
                  <a:pt x="462" y="72"/>
                </a:lnTo>
                <a:lnTo>
                  <a:pt x="463" y="96"/>
                </a:lnTo>
                <a:lnTo>
                  <a:pt x="463" y="121"/>
                </a:lnTo>
                <a:lnTo>
                  <a:pt x="463" y="145"/>
                </a:lnTo>
                <a:lnTo>
                  <a:pt x="463" y="170"/>
                </a:lnTo>
                <a:lnTo>
                  <a:pt x="462" y="218"/>
                </a:lnTo>
                <a:lnTo>
                  <a:pt x="0" y="221"/>
                </a:lnTo>
                <a:lnTo>
                  <a:pt x="0" y="171"/>
                </a:lnTo>
                <a:lnTo>
                  <a:pt x="17" y="170"/>
                </a:lnTo>
                <a:lnTo>
                  <a:pt x="35" y="163"/>
                </a:lnTo>
                <a:lnTo>
                  <a:pt x="54" y="157"/>
                </a:lnTo>
                <a:lnTo>
                  <a:pt x="86" y="148"/>
                </a:lnTo>
                <a:lnTo>
                  <a:pt x="110" y="142"/>
                </a:lnTo>
                <a:lnTo>
                  <a:pt x="132" y="133"/>
                </a:lnTo>
                <a:lnTo>
                  <a:pt x="159" y="127"/>
                </a:lnTo>
                <a:lnTo>
                  <a:pt x="182" y="118"/>
                </a:lnTo>
                <a:lnTo>
                  <a:pt x="207" y="112"/>
                </a:lnTo>
                <a:lnTo>
                  <a:pt x="231" y="104"/>
                </a:lnTo>
                <a:lnTo>
                  <a:pt x="252" y="94"/>
                </a:lnTo>
                <a:lnTo>
                  <a:pt x="279" y="84"/>
                </a:lnTo>
                <a:lnTo>
                  <a:pt x="303" y="76"/>
                </a:lnTo>
                <a:lnTo>
                  <a:pt x="327" y="66"/>
                </a:lnTo>
                <a:lnTo>
                  <a:pt x="351" y="53"/>
                </a:lnTo>
                <a:lnTo>
                  <a:pt x="375" y="46"/>
                </a:lnTo>
                <a:lnTo>
                  <a:pt x="399" y="37"/>
                </a:lnTo>
                <a:lnTo>
                  <a:pt x="423" y="21"/>
                </a:lnTo>
                <a:lnTo>
                  <a:pt x="447" y="13"/>
                </a:lnTo>
                <a:lnTo>
                  <a:pt x="464" y="2"/>
                </a:lnTo>
                <a:lnTo>
                  <a:pt x="465" y="2"/>
                </a:lnTo>
              </a:path>
            </a:pathLst>
          </a:custGeom>
          <a:solidFill>
            <a:srgbClr val="002060"/>
          </a:solidFill>
          <a:ln w="12700" cap="rnd" cmpd="sng">
            <a:noFill/>
            <a:prstDash val="solid"/>
            <a:round/>
            <a:headEnd type="none" w="med" len="med"/>
            <a:tailEnd type="none" w="med" len="med"/>
          </a:ln>
          <a:effectLst/>
        </p:spPr>
        <p:txBody>
          <a:bodyPr/>
          <a:lstStyle/>
          <a:p>
            <a:endParaRPr lang="en-US" sz="1600"/>
          </a:p>
        </p:txBody>
      </p:sp>
      <p:sp>
        <p:nvSpPr>
          <p:cNvPr id="71" name="Line 45">
            <a:extLst>
              <a:ext uri="{FF2B5EF4-FFF2-40B4-BE49-F238E27FC236}">
                <a16:creationId xmlns:a16="http://schemas.microsoft.com/office/drawing/2014/main" id="{42068BD1-8F4C-46F2-9230-843A40E5DED2}"/>
              </a:ext>
            </a:extLst>
          </p:cNvPr>
          <p:cNvSpPr>
            <a:spLocks noChangeShapeType="1"/>
          </p:cNvSpPr>
          <p:nvPr/>
        </p:nvSpPr>
        <p:spPr bwMode="auto">
          <a:xfrm flipH="1">
            <a:off x="5244824" y="4761402"/>
            <a:ext cx="958850" cy="0"/>
          </a:xfrm>
          <a:prstGeom prst="line">
            <a:avLst/>
          </a:prstGeom>
          <a:noFill/>
          <a:ln w="12700">
            <a:solidFill>
              <a:schemeClr val="tx1"/>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72" name="Line 46">
            <a:extLst>
              <a:ext uri="{FF2B5EF4-FFF2-40B4-BE49-F238E27FC236}">
                <a16:creationId xmlns:a16="http://schemas.microsoft.com/office/drawing/2014/main" id="{B30EEB5A-9A34-407B-8797-09F4C5BE87E2}"/>
              </a:ext>
            </a:extLst>
          </p:cNvPr>
          <p:cNvSpPr>
            <a:spLocks noChangeShapeType="1"/>
          </p:cNvSpPr>
          <p:nvPr/>
        </p:nvSpPr>
        <p:spPr bwMode="auto">
          <a:xfrm>
            <a:off x="5224187" y="5688966"/>
            <a:ext cx="5002212" cy="0"/>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grpSp>
        <p:nvGrpSpPr>
          <p:cNvPr id="73" name="Group 47">
            <a:extLst>
              <a:ext uri="{FF2B5EF4-FFF2-40B4-BE49-F238E27FC236}">
                <a16:creationId xmlns:a16="http://schemas.microsoft.com/office/drawing/2014/main" id="{2E3BEA56-DF0E-451F-9B26-5BECE1B45F48}"/>
              </a:ext>
            </a:extLst>
          </p:cNvPr>
          <p:cNvGrpSpPr>
            <a:grpSpLocks/>
          </p:cNvGrpSpPr>
          <p:nvPr/>
        </p:nvGrpSpPr>
        <p:grpSpPr bwMode="auto">
          <a:xfrm>
            <a:off x="5355949" y="5261452"/>
            <a:ext cx="4835525" cy="286301"/>
            <a:chOff x="1380" y="2807"/>
            <a:chExt cx="3046" cy="221"/>
          </a:xfrm>
        </p:grpSpPr>
        <p:sp>
          <p:nvSpPr>
            <p:cNvPr id="78" name="Arc 52">
              <a:extLst>
                <a:ext uri="{FF2B5EF4-FFF2-40B4-BE49-F238E27FC236}">
                  <a16:creationId xmlns:a16="http://schemas.microsoft.com/office/drawing/2014/main" id="{FE0DCA0F-110B-4824-A967-3CB5C726F856}"/>
                </a:ext>
              </a:extLst>
            </p:cNvPr>
            <p:cNvSpPr>
              <a:spLocks/>
            </p:cNvSpPr>
            <p:nvPr/>
          </p:nvSpPr>
          <p:spPr bwMode="auto">
            <a:xfrm rot="720000">
              <a:off x="3619" y="2807"/>
              <a:ext cx="807" cy="221"/>
            </a:xfrm>
            <a:custGeom>
              <a:avLst/>
              <a:gdLst>
                <a:gd name="G0" fmla="+- 20857 0 0"/>
                <a:gd name="G1" fmla="+- 0 0 0"/>
                <a:gd name="G2" fmla="+- 21600 0 0"/>
                <a:gd name="T0" fmla="*/ 18718 w 20857"/>
                <a:gd name="T1" fmla="*/ 21494 h 21494"/>
                <a:gd name="T2" fmla="*/ 0 w 20857"/>
                <a:gd name="T3" fmla="*/ 5616 h 21494"/>
                <a:gd name="T4" fmla="*/ 20857 w 20857"/>
                <a:gd name="T5" fmla="*/ 0 h 21494"/>
              </a:gdLst>
              <a:ahLst/>
              <a:cxnLst>
                <a:cxn ang="0">
                  <a:pos x="T0" y="T1"/>
                </a:cxn>
                <a:cxn ang="0">
                  <a:pos x="T2" y="T3"/>
                </a:cxn>
                <a:cxn ang="0">
                  <a:pos x="T4" y="T5"/>
                </a:cxn>
              </a:cxnLst>
              <a:rect l="0" t="0" r="r" b="b"/>
              <a:pathLst>
                <a:path w="20857" h="21494" fill="none" extrusionOk="0">
                  <a:moveTo>
                    <a:pt x="18718" y="21493"/>
                  </a:moveTo>
                  <a:cubicBezTo>
                    <a:pt x="9785" y="20604"/>
                    <a:pt x="2333" y="14283"/>
                    <a:pt x="-1" y="5616"/>
                  </a:cubicBezTo>
                </a:path>
                <a:path w="20857" h="21494" stroke="0" extrusionOk="0">
                  <a:moveTo>
                    <a:pt x="18718" y="21493"/>
                  </a:moveTo>
                  <a:cubicBezTo>
                    <a:pt x="9785" y="20604"/>
                    <a:pt x="2333" y="14283"/>
                    <a:pt x="-1" y="5616"/>
                  </a:cubicBezTo>
                  <a:lnTo>
                    <a:pt x="20857" y="0"/>
                  </a:lnTo>
                  <a:close/>
                </a:path>
              </a:pathLst>
            </a:custGeom>
            <a:noFill/>
            <a:ln w="12700" cap="rnd">
              <a:solidFill>
                <a:schemeClr val="tx1"/>
              </a:solidFill>
              <a:round/>
              <a:headEnd/>
              <a:tailEnd/>
            </a:ln>
            <a:effectLst/>
          </p:spPr>
          <p:txBody>
            <a:bodyPr wrap="none" anchor="ctr"/>
            <a:lstStyle/>
            <a:p>
              <a:endParaRPr lang="en-US" sz="1600"/>
            </a:p>
          </p:txBody>
        </p:sp>
        <p:sp>
          <p:nvSpPr>
            <p:cNvPr id="79" name="Arc 53">
              <a:extLst>
                <a:ext uri="{FF2B5EF4-FFF2-40B4-BE49-F238E27FC236}">
                  <a16:creationId xmlns:a16="http://schemas.microsoft.com/office/drawing/2014/main" id="{7CE94CA9-7AE8-4458-9EAD-FD203A7C1EF7}"/>
                </a:ext>
              </a:extLst>
            </p:cNvPr>
            <p:cNvSpPr>
              <a:spLocks/>
            </p:cNvSpPr>
            <p:nvPr/>
          </p:nvSpPr>
          <p:spPr bwMode="auto">
            <a:xfrm rot="20760000">
              <a:off x="1380" y="2857"/>
              <a:ext cx="697" cy="164"/>
            </a:xfrm>
            <a:custGeom>
              <a:avLst/>
              <a:gdLst>
                <a:gd name="G0" fmla="+- 0 0 0"/>
                <a:gd name="G1" fmla="+- 0 0 0"/>
                <a:gd name="G2" fmla="+- 21600 0 0"/>
                <a:gd name="T0" fmla="*/ 20693 w 20693"/>
                <a:gd name="T1" fmla="*/ 6194 h 21576"/>
                <a:gd name="T2" fmla="*/ 1014 w 20693"/>
                <a:gd name="T3" fmla="*/ 21576 h 21576"/>
                <a:gd name="T4" fmla="*/ 0 w 20693"/>
                <a:gd name="T5" fmla="*/ 0 h 21576"/>
              </a:gdLst>
              <a:ahLst/>
              <a:cxnLst>
                <a:cxn ang="0">
                  <a:pos x="T0" y="T1"/>
                </a:cxn>
                <a:cxn ang="0">
                  <a:pos x="T2" y="T3"/>
                </a:cxn>
                <a:cxn ang="0">
                  <a:pos x="T4" y="T5"/>
                </a:cxn>
              </a:cxnLst>
              <a:rect l="0" t="0" r="r" b="b"/>
              <a:pathLst>
                <a:path w="20693" h="21576" fill="none" extrusionOk="0">
                  <a:moveTo>
                    <a:pt x="20692" y="6193"/>
                  </a:moveTo>
                  <a:cubicBezTo>
                    <a:pt x="18063" y="14978"/>
                    <a:pt x="10173" y="21145"/>
                    <a:pt x="1014" y="21576"/>
                  </a:cubicBezTo>
                </a:path>
                <a:path w="20693" h="21576" stroke="0" extrusionOk="0">
                  <a:moveTo>
                    <a:pt x="20692" y="6193"/>
                  </a:moveTo>
                  <a:cubicBezTo>
                    <a:pt x="18063" y="14978"/>
                    <a:pt x="10173" y="21145"/>
                    <a:pt x="1014" y="21576"/>
                  </a:cubicBezTo>
                  <a:lnTo>
                    <a:pt x="0" y="0"/>
                  </a:lnTo>
                  <a:close/>
                </a:path>
              </a:pathLst>
            </a:custGeom>
            <a:noFill/>
            <a:ln w="12700" cap="rnd">
              <a:solidFill>
                <a:schemeClr val="tx1"/>
              </a:solidFill>
              <a:round/>
              <a:headEnd/>
              <a:tailEnd/>
            </a:ln>
            <a:effectLst/>
          </p:spPr>
          <p:txBody>
            <a:bodyPr wrap="none" anchor="ctr"/>
            <a:lstStyle/>
            <a:p>
              <a:endParaRPr lang="en-US" sz="1600"/>
            </a:p>
          </p:txBody>
        </p:sp>
      </p:grpSp>
      <p:sp>
        <p:nvSpPr>
          <p:cNvPr id="80" name="Rectangle 54">
            <a:extLst>
              <a:ext uri="{FF2B5EF4-FFF2-40B4-BE49-F238E27FC236}">
                <a16:creationId xmlns:a16="http://schemas.microsoft.com/office/drawing/2014/main" id="{48264224-C9A8-444A-BA97-8005D3823AD5}"/>
              </a:ext>
            </a:extLst>
          </p:cNvPr>
          <p:cNvSpPr>
            <a:spLocks noChangeArrowheads="1"/>
          </p:cNvSpPr>
          <p:nvPr/>
        </p:nvSpPr>
        <p:spPr bwMode="auto">
          <a:xfrm>
            <a:off x="4265337" y="4574852"/>
            <a:ext cx="716544" cy="582211"/>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Symbol" pitchFamily="18" charset="2"/>
              </a:rPr>
              <a:t>a</a:t>
            </a:r>
            <a:r>
              <a:rPr lang="en-US" sz="1600" dirty="0">
                <a:latin typeface="Book Antiqua" pitchFamily="18" charset="0"/>
              </a:rPr>
              <a:t>/2 =</a:t>
            </a:r>
          </a:p>
          <a:p>
            <a:pPr algn="l"/>
            <a:r>
              <a:rPr lang="en-US" sz="1600" dirty="0">
                <a:latin typeface="Book Antiqua" pitchFamily="18" charset="0"/>
              </a:rPr>
              <a:t>  .015</a:t>
            </a:r>
          </a:p>
        </p:txBody>
      </p:sp>
      <p:sp>
        <p:nvSpPr>
          <p:cNvPr id="81" name="Line 55">
            <a:extLst>
              <a:ext uri="{FF2B5EF4-FFF2-40B4-BE49-F238E27FC236}">
                <a16:creationId xmlns:a16="http://schemas.microsoft.com/office/drawing/2014/main" id="{134A3A17-FA27-4412-83B1-57841F20E9D6}"/>
              </a:ext>
            </a:extLst>
          </p:cNvPr>
          <p:cNvSpPr>
            <a:spLocks noChangeShapeType="1"/>
          </p:cNvSpPr>
          <p:nvPr/>
        </p:nvSpPr>
        <p:spPr bwMode="auto">
          <a:xfrm>
            <a:off x="7732437" y="5624192"/>
            <a:ext cx="0" cy="256505"/>
          </a:xfrm>
          <a:prstGeom prst="line">
            <a:avLst/>
          </a:prstGeom>
          <a:noFill/>
          <a:ln w="12700">
            <a:solidFill>
              <a:schemeClr val="tx1"/>
            </a:solidFill>
            <a:round/>
            <a:headEnd/>
            <a:tailEnd/>
          </a:ln>
          <a:effectLst/>
        </p:spPr>
        <p:txBody>
          <a:bodyPr/>
          <a:lstStyle/>
          <a:p>
            <a:endParaRPr lang="en-US" sz="1600"/>
          </a:p>
        </p:txBody>
      </p:sp>
      <p:sp>
        <p:nvSpPr>
          <p:cNvPr id="82" name="Line 56">
            <a:extLst>
              <a:ext uri="{FF2B5EF4-FFF2-40B4-BE49-F238E27FC236}">
                <a16:creationId xmlns:a16="http://schemas.microsoft.com/office/drawing/2014/main" id="{63ADC4A3-CE52-4DDE-B365-34840756D69D}"/>
              </a:ext>
            </a:extLst>
          </p:cNvPr>
          <p:cNvSpPr>
            <a:spLocks noChangeShapeType="1"/>
          </p:cNvSpPr>
          <p:nvPr/>
        </p:nvSpPr>
        <p:spPr bwMode="auto">
          <a:xfrm>
            <a:off x="6203674" y="4344256"/>
            <a:ext cx="0" cy="1764446"/>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sp>
        <p:nvSpPr>
          <p:cNvPr id="83" name="Rectangle 58">
            <a:extLst>
              <a:ext uri="{FF2B5EF4-FFF2-40B4-BE49-F238E27FC236}">
                <a16:creationId xmlns:a16="http://schemas.microsoft.com/office/drawing/2014/main" id="{775FE797-59BD-4BA8-B184-2F37E7C16D80}"/>
              </a:ext>
            </a:extLst>
          </p:cNvPr>
          <p:cNvSpPr>
            <a:spLocks noChangeArrowheads="1"/>
          </p:cNvSpPr>
          <p:nvPr/>
        </p:nvSpPr>
        <p:spPr bwMode="auto">
          <a:xfrm>
            <a:off x="5313087" y="6102225"/>
            <a:ext cx="1237519"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dirty="0">
                <a:latin typeface="Book Antiqua" pitchFamily="18" charset="0"/>
              </a:rPr>
              <a:t>-</a:t>
            </a:r>
            <a:r>
              <a:rPr lang="en-US" sz="1600" i="1" dirty="0">
                <a:latin typeface="Book Antiqua" pitchFamily="18" charset="0"/>
              </a:rPr>
              <a:t>z</a:t>
            </a:r>
            <a:r>
              <a:rPr lang="en-US" sz="1600" i="1" baseline="-25000" dirty="0">
                <a:latin typeface="Symbol" pitchFamily="18" charset="2"/>
              </a:rPr>
              <a:t>a</a:t>
            </a:r>
            <a:r>
              <a:rPr lang="en-US" sz="1600" baseline="-25000" dirty="0">
                <a:latin typeface="Book Antiqua" pitchFamily="18" charset="0"/>
              </a:rPr>
              <a:t>/2</a:t>
            </a:r>
            <a:r>
              <a:rPr lang="en-US" sz="1600" dirty="0">
                <a:latin typeface="Book Antiqua" pitchFamily="18" charset="0"/>
              </a:rPr>
              <a:t> = -2.17</a:t>
            </a:r>
          </a:p>
        </p:txBody>
      </p:sp>
      <p:grpSp>
        <p:nvGrpSpPr>
          <p:cNvPr id="84" name="Group 59">
            <a:extLst>
              <a:ext uri="{FF2B5EF4-FFF2-40B4-BE49-F238E27FC236}">
                <a16:creationId xmlns:a16="http://schemas.microsoft.com/office/drawing/2014/main" id="{AABB8196-7B61-418F-A818-09C1FCB0EE50}"/>
              </a:ext>
            </a:extLst>
          </p:cNvPr>
          <p:cNvGrpSpPr>
            <a:grpSpLocks/>
          </p:cNvGrpSpPr>
          <p:nvPr/>
        </p:nvGrpSpPr>
        <p:grpSpPr bwMode="auto">
          <a:xfrm>
            <a:off x="5575024" y="3197755"/>
            <a:ext cx="104775" cy="2756785"/>
            <a:chOff x="1458" y="1214"/>
            <a:chExt cx="66" cy="2128"/>
          </a:xfrm>
        </p:grpSpPr>
        <p:sp>
          <p:nvSpPr>
            <p:cNvPr id="85" name="Line 60">
              <a:extLst>
                <a:ext uri="{FF2B5EF4-FFF2-40B4-BE49-F238E27FC236}">
                  <a16:creationId xmlns:a16="http://schemas.microsoft.com/office/drawing/2014/main" id="{5873EF1B-09BD-4FFD-A3AC-90C09187040E}"/>
                </a:ext>
              </a:extLst>
            </p:cNvPr>
            <p:cNvSpPr>
              <a:spLocks noChangeShapeType="1"/>
            </p:cNvSpPr>
            <p:nvPr/>
          </p:nvSpPr>
          <p:spPr bwMode="auto">
            <a:xfrm>
              <a:off x="1524" y="1214"/>
              <a:ext cx="0" cy="2062"/>
            </a:xfrm>
            <a:prstGeom prst="line">
              <a:avLst/>
            </a:prstGeom>
            <a:noFill/>
            <a:ln w="12700">
              <a:solidFill>
                <a:srgbClr val="66FFFF"/>
              </a:solidFill>
              <a:round/>
              <a:headEnd/>
              <a:tailEnd/>
            </a:ln>
            <a:effectLst>
              <a:outerShdw dist="17961" dir="2700000" algn="ctr" rotWithShape="0">
                <a:srgbClr val="000000"/>
              </a:outerShdw>
            </a:effectLst>
          </p:spPr>
          <p:txBody>
            <a:bodyPr/>
            <a:lstStyle/>
            <a:p>
              <a:endParaRPr lang="en-US" sz="1600"/>
            </a:p>
          </p:txBody>
        </p:sp>
        <p:sp>
          <p:nvSpPr>
            <p:cNvPr id="86" name="Line 61">
              <a:extLst>
                <a:ext uri="{FF2B5EF4-FFF2-40B4-BE49-F238E27FC236}">
                  <a16:creationId xmlns:a16="http://schemas.microsoft.com/office/drawing/2014/main" id="{C2CA0D3F-7C1B-4ECE-95FC-0233AA8E15D3}"/>
                </a:ext>
              </a:extLst>
            </p:cNvPr>
            <p:cNvSpPr>
              <a:spLocks noChangeShapeType="1"/>
            </p:cNvSpPr>
            <p:nvPr/>
          </p:nvSpPr>
          <p:spPr bwMode="auto">
            <a:xfrm flipH="1">
              <a:off x="1458" y="3276"/>
              <a:ext cx="66" cy="66"/>
            </a:xfrm>
            <a:prstGeom prst="line">
              <a:avLst/>
            </a:prstGeom>
            <a:noFill/>
            <a:ln w="12700">
              <a:solidFill>
                <a:srgbClr val="66FFFF"/>
              </a:solidFill>
              <a:round/>
              <a:headEnd/>
              <a:tailEnd/>
            </a:ln>
            <a:effectLst>
              <a:outerShdw algn="ctr" rotWithShape="0">
                <a:srgbClr val="000000"/>
              </a:outerShdw>
            </a:effectLst>
          </p:spPr>
          <p:txBody>
            <a:bodyPr/>
            <a:lstStyle/>
            <a:p>
              <a:endParaRPr lang="en-US" sz="1600"/>
            </a:p>
          </p:txBody>
        </p:sp>
      </p:grpSp>
      <p:grpSp>
        <p:nvGrpSpPr>
          <p:cNvPr id="87" name="Group 62">
            <a:extLst>
              <a:ext uri="{FF2B5EF4-FFF2-40B4-BE49-F238E27FC236}">
                <a16:creationId xmlns:a16="http://schemas.microsoft.com/office/drawing/2014/main" id="{B7687E5D-AD20-446D-AC76-95BF104C52D0}"/>
              </a:ext>
            </a:extLst>
          </p:cNvPr>
          <p:cNvGrpSpPr>
            <a:grpSpLocks/>
          </p:cNvGrpSpPr>
          <p:nvPr/>
        </p:nvGrpSpPr>
        <p:grpSpPr bwMode="auto">
          <a:xfrm>
            <a:off x="9794599" y="3213300"/>
            <a:ext cx="104775" cy="2733466"/>
            <a:chOff x="4236" y="1226"/>
            <a:chExt cx="66" cy="2110"/>
          </a:xfrm>
        </p:grpSpPr>
        <p:sp>
          <p:nvSpPr>
            <p:cNvPr id="88" name="Line 63">
              <a:extLst>
                <a:ext uri="{FF2B5EF4-FFF2-40B4-BE49-F238E27FC236}">
                  <a16:creationId xmlns:a16="http://schemas.microsoft.com/office/drawing/2014/main" id="{D2173B53-3829-442F-9EFD-2C2979C2006E}"/>
                </a:ext>
              </a:extLst>
            </p:cNvPr>
            <p:cNvSpPr>
              <a:spLocks noChangeShapeType="1"/>
            </p:cNvSpPr>
            <p:nvPr/>
          </p:nvSpPr>
          <p:spPr bwMode="auto">
            <a:xfrm>
              <a:off x="4236" y="1226"/>
              <a:ext cx="0" cy="2044"/>
            </a:xfrm>
            <a:prstGeom prst="line">
              <a:avLst/>
            </a:prstGeom>
            <a:noFill/>
            <a:ln w="12700">
              <a:solidFill>
                <a:srgbClr val="66FFFF"/>
              </a:solidFill>
              <a:round/>
              <a:headEnd/>
              <a:tailEnd/>
            </a:ln>
            <a:effectLst>
              <a:outerShdw dist="17961" dir="2700000" algn="ctr" rotWithShape="0">
                <a:srgbClr val="000000"/>
              </a:outerShdw>
            </a:effectLst>
          </p:spPr>
          <p:txBody>
            <a:bodyPr/>
            <a:lstStyle/>
            <a:p>
              <a:endParaRPr lang="en-US" sz="1600"/>
            </a:p>
          </p:txBody>
        </p:sp>
        <p:sp>
          <p:nvSpPr>
            <p:cNvPr id="89" name="Line 64">
              <a:extLst>
                <a:ext uri="{FF2B5EF4-FFF2-40B4-BE49-F238E27FC236}">
                  <a16:creationId xmlns:a16="http://schemas.microsoft.com/office/drawing/2014/main" id="{9BD3AC35-C93B-4A7C-B1FF-D6F5FD7B96AB}"/>
                </a:ext>
              </a:extLst>
            </p:cNvPr>
            <p:cNvSpPr>
              <a:spLocks noChangeShapeType="1"/>
            </p:cNvSpPr>
            <p:nvPr/>
          </p:nvSpPr>
          <p:spPr bwMode="auto">
            <a:xfrm>
              <a:off x="4236" y="3270"/>
              <a:ext cx="66" cy="66"/>
            </a:xfrm>
            <a:prstGeom prst="line">
              <a:avLst/>
            </a:prstGeom>
            <a:noFill/>
            <a:ln w="12700">
              <a:solidFill>
                <a:srgbClr val="66FFFF"/>
              </a:solidFill>
              <a:round/>
              <a:headEnd/>
              <a:tailEnd/>
            </a:ln>
            <a:effectLst>
              <a:outerShdw dist="17961" dir="2700000" algn="ctr" rotWithShape="0">
                <a:srgbClr val="000000"/>
              </a:outerShdw>
            </a:effectLst>
          </p:spPr>
          <p:txBody>
            <a:bodyPr/>
            <a:lstStyle/>
            <a:p>
              <a:endParaRPr lang="en-US" sz="1600"/>
            </a:p>
          </p:txBody>
        </p:sp>
      </p:grpSp>
      <p:sp>
        <p:nvSpPr>
          <p:cNvPr id="90" name="Rectangle 65">
            <a:extLst>
              <a:ext uri="{FF2B5EF4-FFF2-40B4-BE49-F238E27FC236}">
                <a16:creationId xmlns:a16="http://schemas.microsoft.com/office/drawing/2014/main" id="{7A32D63F-BC4A-460E-A044-352A79992171}"/>
              </a:ext>
            </a:extLst>
          </p:cNvPr>
          <p:cNvSpPr>
            <a:spLocks noChangeArrowheads="1"/>
          </p:cNvSpPr>
          <p:nvPr/>
        </p:nvSpPr>
        <p:spPr bwMode="auto">
          <a:xfrm>
            <a:off x="9875562" y="5845719"/>
            <a:ext cx="872035"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a:latin typeface="Book Antiqua" pitchFamily="18" charset="0"/>
              </a:rPr>
              <a:t>z</a:t>
            </a:r>
            <a:r>
              <a:rPr lang="en-US" sz="1600">
                <a:latin typeface="Book Antiqua" pitchFamily="18" charset="0"/>
              </a:rPr>
              <a:t> = 2.74</a:t>
            </a:r>
          </a:p>
        </p:txBody>
      </p:sp>
      <p:sp>
        <p:nvSpPr>
          <p:cNvPr id="91" name="Rectangle 66">
            <a:extLst>
              <a:ext uri="{FF2B5EF4-FFF2-40B4-BE49-F238E27FC236}">
                <a16:creationId xmlns:a16="http://schemas.microsoft.com/office/drawing/2014/main" id="{ABEAD12E-E927-435F-9417-4DC7933304DB}"/>
              </a:ext>
            </a:extLst>
          </p:cNvPr>
          <p:cNvSpPr>
            <a:spLocks noChangeArrowheads="1"/>
          </p:cNvSpPr>
          <p:nvPr/>
        </p:nvSpPr>
        <p:spPr bwMode="auto">
          <a:xfrm>
            <a:off x="4265337" y="5845719"/>
            <a:ext cx="940964" cy="335989"/>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r>
              <a:rPr lang="en-US" sz="1600" i="1" dirty="0">
                <a:latin typeface="Book Antiqua" pitchFamily="18" charset="0"/>
              </a:rPr>
              <a:t>z</a:t>
            </a:r>
            <a:r>
              <a:rPr lang="en-US" sz="1600" dirty="0">
                <a:latin typeface="Book Antiqua" pitchFamily="18" charset="0"/>
              </a:rPr>
              <a:t> = -2.74</a:t>
            </a:r>
          </a:p>
        </p:txBody>
      </p:sp>
      <p:sp>
        <p:nvSpPr>
          <p:cNvPr id="92" name="Line 67">
            <a:extLst>
              <a:ext uri="{FF2B5EF4-FFF2-40B4-BE49-F238E27FC236}">
                <a16:creationId xmlns:a16="http://schemas.microsoft.com/office/drawing/2014/main" id="{F434A886-4484-4E40-9DA3-66BD43ADD9A6}"/>
              </a:ext>
            </a:extLst>
          </p:cNvPr>
          <p:cNvSpPr>
            <a:spLocks noChangeShapeType="1"/>
          </p:cNvSpPr>
          <p:nvPr/>
        </p:nvSpPr>
        <p:spPr bwMode="auto">
          <a:xfrm>
            <a:off x="9791424" y="3346735"/>
            <a:ext cx="361950" cy="0"/>
          </a:xfrm>
          <a:prstGeom prst="line">
            <a:avLst/>
          </a:prstGeom>
          <a:noFill/>
          <a:ln w="12700">
            <a:solidFill>
              <a:srgbClr val="66FFFF"/>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93" name="Rectangle 68">
            <a:extLst>
              <a:ext uri="{FF2B5EF4-FFF2-40B4-BE49-F238E27FC236}">
                <a16:creationId xmlns:a16="http://schemas.microsoft.com/office/drawing/2014/main" id="{F5381EE1-45A3-4C2C-AA82-4CF2B232EECD}"/>
              </a:ext>
            </a:extLst>
          </p:cNvPr>
          <p:cNvSpPr>
            <a:spLocks noChangeArrowheads="1"/>
          </p:cNvSpPr>
          <p:nvPr/>
        </p:nvSpPr>
        <p:spPr bwMode="auto">
          <a:xfrm>
            <a:off x="10008912" y="3202937"/>
            <a:ext cx="929743" cy="754566"/>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lnSpc>
                <a:spcPct val="90000"/>
              </a:lnSpc>
            </a:pPr>
            <a:r>
              <a:rPr lang="en-US" sz="1600">
                <a:latin typeface="Book Antiqua" pitchFamily="18" charset="0"/>
              </a:rPr>
              <a:t>    1/2</a:t>
            </a:r>
          </a:p>
          <a:p>
            <a:pPr algn="l">
              <a:lnSpc>
                <a:spcPct val="90000"/>
              </a:lnSpc>
            </a:pPr>
            <a:r>
              <a:rPr lang="en-US" sz="1600" i="1">
                <a:latin typeface="Book Antiqua" pitchFamily="18" charset="0"/>
              </a:rPr>
              <a:t>p </a:t>
            </a:r>
            <a:r>
              <a:rPr lang="en-US" sz="1600">
                <a:latin typeface="Book Antiqua" pitchFamily="18" charset="0"/>
              </a:rPr>
              <a:t>-value</a:t>
            </a:r>
          </a:p>
          <a:p>
            <a:pPr algn="l">
              <a:lnSpc>
                <a:spcPct val="90000"/>
              </a:lnSpc>
            </a:pPr>
            <a:r>
              <a:rPr lang="en-US" sz="1600">
                <a:latin typeface="Book Antiqua" pitchFamily="18" charset="0"/>
              </a:rPr>
              <a:t>= .0031</a:t>
            </a:r>
          </a:p>
        </p:txBody>
      </p:sp>
      <p:sp>
        <p:nvSpPr>
          <p:cNvPr id="94" name="Rectangle 69">
            <a:extLst>
              <a:ext uri="{FF2B5EF4-FFF2-40B4-BE49-F238E27FC236}">
                <a16:creationId xmlns:a16="http://schemas.microsoft.com/office/drawing/2014/main" id="{0C4387A1-3E63-4D16-B7E5-5D96F9F5D5A5}"/>
              </a:ext>
            </a:extLst>
          </p:cNvPr>
          <p:cNvSpPr>
            <a:spLocks noChangeArrowheads="1"/>
          </p:cNvSpPr>
          <p:nvPr/>
        </p:nvSpPr>
        <p:spPr bwMode="auto">
          <a:xfrm>
            <a:off x="4332012" y="3218482"/>
            <a:ext cx="929743" cy="754566"/>
          </a:xfrm>
          <a:prstGeom prst="rect">
            <a:avLst/>
          </a:prstGeom>
          <a:noFill/>
          <a:ln w="12700">
            <a:noFill/>
            <a:miter lim="800000"/>
            <a:headEnd/>
            <a:tailEnd/>
          </a:ln>
          <a:effectLst>
            <a:outerShdw dist="17961" dir="2700000" algn="ctr" rotWithShape="0">
              <a:srgbClr val="000000"/>
            </a:outerShdw>
          </a:effectLst>
        </p:spPr>
        <p:txBody>
          <a:bodyPr wrap="none" lIns="90488" tIns="44450" rIns="90488" bIns="44450">
            <a:spAutoFit/>
          </a:bodyPr>
          <a:lstStyle/>
          <a:p>
            <a:pPr algn="l">
              <a:lnSpc>
                <a:spcPct val="90000"/>
              </a:lnSpc>
            </a:pPr>
            <a:r>
              <a:rPr lang="en-US" sz="1600">
                <a:latin typeface="Book Antiqua" pitchFamily="18" charset="0"/>
              </a:rPr>
              <a:t>   1/2</a:t>
            </a:r>
          </a:p>
          <a:p>
            <a:pPr algn="l">
              <a:lnSpc>
                <a:spcPct val="90000"/>
              </a:lnSpc>
            </a:pPr>
            <a:r>
              <a:rPr lang="en-US" sz="1600" i="1">
                <a:latin typeface="Book Antiqua" pitchFamily="18" charset="0"/>
              </a:rPr>
              <a:t>p </a:t>
            </a:r>
            <a:r>
              <a:rPr lang="en-US" sz="1600">
                <a:latin typeface="Book Antiqua" pitchFamily="18" charset="0"/>
              </a:rPr>
              <a:t>-value</a:t>
            </a:r>
          </a:p>
          <a:p>
            <a:pPr algn="l">
              <a:lnSpc>
                <a:spcPct val="90000"/>
              </a:lnSpc>
            </a:pPr>
            <a:r>
              <a:rPr lang="en-US" sz="1600">
                <a:latin typeface="Book Antiqua" pitchFamily="18" charset="0"/>
              </a:rPr>
              <a:t>= .0031</a:t>
            </a:r>
          </a:p>
        </p:txBody>
      </p:sp>
      <p:sp>
        <p:nvSpPr>
          <p:cNvPr id="95" name="Line 70">
            <a:extLst>
              <a:ext uri="{FF2B5EF4-FFF2-40B4-BE49-F238E27FC236}">
                <a16:creationId xmlns:a16="http://schemas.microsoft.com/office/drawing/2014/main" id="{FB572A5A-A735-4E7B-B398-C94E26006719}"/>
              </a:ext>
            </a:extLst>
          </p:cNvPr>
          <p:cNvSpPr>
            <a:spLocks noChangeShapeType="1"/>
          </p:cNvSpPr>
          <p:nvPr/>
        </p:nvSpPr>
        <p:spPr bwMode="auto">
          <a:xfrm flipH="1">
            <a:off x="5314674" y="3346735"/>
            <a:ext cx="361950" cy="0"/>
          </a:xfrm>
          <a:prstGeom prst="line">
            <a:avLst/>
          </a:prstGeom>
          <a:noFill/>
          <a:ln w="12700">
            <a:solidFill>
              <a:srgbClr val="66FFFF"/>
            </a:solidFill>
            <a:round/>
            <a:headEnd/>
            <a:tailEnd type="triangle" w="med" len="med"/>
          </a:ln>
          <a:effectLst>
            <a:outerShdw dist="17961" dir="2700000" algn="ctr" rotWithShape="0">
              <a:srgbClr val="000000"/>
            </a:outerShdw>
          </a:effectLst>
        </p:spPr>
        <p:txBody>
          <a:bodyPr wrap="none" anchor="ctr"/>
          <a:lstStyle/>
          <a:p>
            <a:endParaRPr lang="en-US" sz="1600"/>
          </a:p>
        </p:txBody>
      </p:sp>
      <p:sp>
        <p:nvSpPr>
          <p:cNvPr id="96" name="Line 73">
            <a:extLst>
              <a:ext uri="{FF2B5EF4-FFF2-40B4-BE49-F238E27FC236}">
                <a16:creationId xmlns:a16="http://schemas.microsoft.com/office/drawing/2014/main" id="{15846035-C05F-45A5-86C4-5F2438574C38}"/>
              </a:ext>
            </a:extLst>
          </p:cNvPr>
          <p:cNvSpPr>
            <a:spLocks noChangeShapeType="1"/>
          </p:cNvSpPr>
          <p:nvPr/>
        </p:nvSpPr>
        <p:spPr bwMode="auto">
          <a:xfrm>
            <a:off x="9270724" y="4344256"/>
            <a:ext cx="0" cy="1764446"/>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endParaRPr lang="en-US" sz="1600"/>
          </a:p>
        </p:txBody>
      </p:sp>
    </p:spTree>
    <p:extLst>
      <p:ext uri="{BB962C8B-B14F-4D97-AF65-F5344CB8AC3E}">
        <p14:creationId xmlns:p14="http://schemas.microsoft.com/office/powerpoint/2010/main" val="282710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17"/>
                                        </p:tgtEl>
                                        <p:attrNameLst>
                                          <p:attrName>style.visibility</p:attrName>
                                        </p:attrNameLst>
                                      </p:cBhvr>
                                      <p:to>
                                        <p:strVal val="visible"/>
                                      </p:to>
                                    </p:set>
                                    <p:animEffect transition="in" filter="slide(fromTop)">
                                      <p:cBhvr>
                                        <p:cTn id="7" dur="500"/>
                                        <p:tgtEl>
                                          <p:spTgt spid="17"/>
                                        </p:tgtEl>
                                      </p:cBhvr>
                                    </p:animEffect>
                                  </p:childTnLst>
                                </p:cTn>
                              </p:par>
                            </p:childTnLst>
                          </p:cTn>
                        </p:par>
                        <p:par>
                          <p:cTn id="8" fill="hold">
                            <p:stCondLst>
                              <p:cond delay="2500"/>
                            </p:stCondLst>
                            <p:childTnLst>
                              <p:par>
                                <p:cTn id="9" presetID="12" presetClass="entr" presetSubtype="1" fill="hold" grpId="0" nodeType="afterEffect">
                                  <p:stCondLst>
                                    <p:cond delay="2000"/>
                                  </p:stCondLst>
                                  <p:childTnLst>
                                    <p:set>
                                      <p:cBhvr>
                                        <p:cTn id="10" dur="1" fill="hold">
                                          <p:stCondLst>
                                            <p:cond delay="0"/>
                                          </p:stCondLst>
                                        </p:cTn>
                                        <p:tgtEl>
                                          <p:spTgt spid="19"/>
                                        </p:tgtEl>
                                        <p:attrNameLst>
                                          <p:attrName>style.visibility</p:attrName>
                                        </p:attrNameLst>
                                      </p:cBhvr>
                                      <p:to>
                                        <p:strVal val="visible"/>
                                      </p:to>
                                    </p:set>
                                    <p:animEffect transition="in" filter="slide(fromTop)">
                                      <p:cBhvr>
                                        <p:cTn id="11" dur="500"/>
                                        <p:tgtEl>
                                          <p:spTgt spid="19"/>
                                        </p:tgtEl>
                                      </p:cBhvr>
                                    </p:animEffect>
                                  </p:childTnLst>
                                </p:cTn>
                              </p:par>
                            </p:childTnLst>
                          </p:cTn>
                        </p:par>
                        <p:par>
                          <p:cTn id="12" fill="hold">
                            <p:stCondLst>
                              <p:cond delay="5000"/>
                            </p:stCondLst>
                            <p:childTnLst>
                              <p:par>
                                <p:cTn id="13" presetID="12" presetClass="entr" presetSubtype="1" fill="hold" grpId="0" nodeType="afterEffect">
                                  <p:stCondLst>
                                    <p:cond delay="2000"/>
                                  </p:stCondLst>
                                  <p:childTnLst>
                                    <p:set>
                                      <p:cBhvr>
                                        <p:cTn id="14" dur="1" fill="hold">
                                          <p:stCondLst>
                                            <p:cond delay="0"/>
                                          </p:stCondLst>
                                        </p:cTn>
                                        <p:tgtEl>
                                          <p:spTgt spid="23"/>
                                        </p:tgtEl>
                                        <p:attrNameLst>
                                          <p:attrName>style.visibility</p:attrName>
                                        </p:attrNameLst>
                                      </p:cBhvr>
                                      <p:to>
                                        <p:strVal val="visible"/>
                                      </p:to>
                                    </p:set>
                                    <p:animEffect transition="in" filter="slide(fromTop)">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P spid="19" grpId="0" animBg="1" autoUpdateAnimBg="0"/>
      <p:bldP spid="2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04A7-1167-468E-9E1F-EF14B2925CF4}"/>
              </a:ext>
            </a:extLst>
          </p:cNvPr>
          <p:cNvSpPr>
            <a:spLocks noGrp="1"/>
          </p:cNvSpPr>
          <p:nvPr>
            <p:ph type="title"/>
          </p:nvPr>
        </p:nvSpPr>
        <p:spPr/>
        <p:txBody>
          <a:bodyPr/>
          <a:lstStyle/>
          <a:p>
            <a:r>
              <a:rPr lang="en-US" dirty="0"/>
              <a:t>Example of Two-Tailed Hypothesis Testing</a:t>
            </a:r>
          </a:p>
        </p:txBody>
      </p:sp>
      <p:sp>
        <p:nvSpPr>
          <p:cNvPr id="4" name="Slide Number Placeholder 3">
            <a:extLst>
              <a:ext uri="{FF2B5EF4-FFF2-40B4-BE49-F238E27FC236}">
                <a16:creationId xmlns:a16="http://schemas.microsoft.com/office/drawing/2014/main" id="{E54D1BC8-7D99-4DD4-9255-9811CE33DC1B}"/>
              </a:ext>
            </a:extLst>
          </p:cNvPr>
          <p:cNvSpPr>
            <a:spLocks noGrp="1"/>
          </p:cNvSpPr>
          <p:nvPr>
            <p:ph type="sldNum" sz="quarter" idx="12"/>
          </p:nvPr>
        </p:nvSpPr>
        <p:spPr/>
        <p:txBody>
          <a:bodyPr/>
          <a:lstStyle/>
          <a:p>
            <a:fld id="{02F87AF3-9E8D-4307-8299-23A9A28D052B}" type="slidenum">
              <a:rPr lang="en-IN" smtClean="0"/>
              <a:t>14</a:t>
            </a:fld>
            <a:endParaRPr lang="en-IN"/>
          </a:p>
        </p:txBody>
      </p:sp>
      <p:sp>
        <p:nvSpPr>
          <p:cNvPr id="3" name="expertsource_Rsetting_footer">
            <a:extLst>
              <a:ext uri="{FF2B5EF4-FFF2-40B4-BE49-F238E27FC236}">
                <a16:creationId xmlns:a16="http://schemas.microsoft.com/office/drawing/2014/main" id="{A757BC43-EC87-40D4-AEEA-CF2DD8D156F7}"/>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63" name="Rectangle 62">
            <a:extLst>
              <a:ext uri="{FF2B5EF4-FFF2-40B4-BE49-F238E27FC236}">
                <a16:creationId xmlns:a16="http://schemas.microsoft.com/office/drawing/2014/main" id="{3D4462DC-DBB2-4739-8D94-1FE11B1F6477}"/>
              </a:ext>
            </a:extLst>
          </p:cNvPr>
          <p:cNvSpPr/>
          <p:nvPr/>
        </p:nvSpPr>
        <p:spPr>
          <a:xfrm>
            <a:off x="139700" y="528749"/>
            <a:ext cx="6327806" cy="652486"/>
          </a:xfrm>
          <a:prstGeom prst="rect">
            <a:avLst/>
          </a:prstGeom>
        </p:spPr>
        <p:txBody>
          <a:bodyPr wrap="square">
            <a:spAutoFit/>
          </a:bodyPr>
          <a:lstStyle/>
          <a:p>
            <a:pPr marL="342900" indent="-342900">
              <a:lnSpc>
                <a:spcPct val="80000"/>
              </a:lnSpc>
              <a:spcBef>
                <a:spcPct val="20000"/>
              </a:spcBef>
              <a:buSzPct val="75000"/>
              <a:buFont typeface="Wingdings" panose="05000000000000000000" pitchFamily="2" charset="2"/>
              <a:buChar char="v"/>
            </a:pPr>
            <a:r>
              <a:rPr lang="en-US" sz="2000" b="1" dirty="0"/>
              <a:t>Critical value approach:</a:t>
            </a:r>
          </a:p>
          <a:p>
            <a:pPr marL="342900" indent="-342900">
              <a:lnSpc>
                <a:spcPct val="80000"/>
              </a:lnSpc>
              <a:spcBef>
                <a:spcPct val="20000"/>
              </a:spcBef>
              <a:buSzPct val="75000"/>
              <a:buFont typeface="Arial" panose="020B0604020202020204" pitchFamily="34" charset="0"/>
              <a:buChar char="•"/>
            </a:pPr>
            <a:r>
              <a:rPr lang="en-US" sz="2000" dirty="0"/>
              <a:t>Step 4. Determine the critical value and rejection rule.</a:t>
            </a:r>
          </a:p>
        </p:txBody>
      </p:sp>
      <p:sp>
        <p:nvSpPr>
          <p:cNvPr id="64" name="Text Box 112">
            <a:extLst>
              <a:ext uri="{FF2B5EF4-FFF2-40B4-BE49-F238E27FC236}">
                <a16:creationId xmlns:a16="http://schemas.microsoft.com/office/drawing/2014/main" id="{75F10B68-2D45-4CBB-97FD-059A41B5CC7C}"/>
              </a:ext>
            </a:extLst>
          </p:cNvPr>
          <p:cNvSpPr txBox="1">
            <a:spLocks noChangeArrowheads="1"/>
          </p:cNvSpPr>
          <p:nvPr/>
        </p:nvSpPr>
        <p:spPr bwMode="auto">
          <a:xfrm>
            <a:off x="140768" y="2406169"/>
            <a:ext cx="4662174" cy="400110"/>
          </a:xfrm>
          <a:prstGeom prst="rect">
            <a:avLst/>
          </a:prstGeom>
          <a:noFill/>
          <a:ln w="12700">
            <a:noFill/>
            <a:miter lim="800000"/>
            <a:headEnd/>
            <a:tailEnd/>
          </a:ln>
          <a:effectLst/>
        </p:spPr>
        <p:txBody>
          <a:bodyPr wrap="none">
            <a:spAutoFit/>
          </a:bodyPr>
          <a:lstStyle/>
          <a:p>
            <a:pPr marL="285750" indent="-285750" algn="l">
              <a:buFont typeface="Arial" panose="020B0604020202020204" pitchFamily="34" charset="0"/>
              <a:buChar char="•"/>
            </a:pPr>
            <a:r>
              <a:rPr lang="en-US" sz="2000" dirty="0"/>
              <a:t>Step 5.  Determine whether to reject H</a:t>
            </a:r>
            <a:r>
              <a:rPr lang="en-US" sz="2000" baseline="-25000" dirty="0"/>
              <a:t>0</a:t>
            </a:r>
            <a:r>
              <a:rPr lang="en-US" sz="2000" dirty="0"/>
              <a:t>.</a:t>
            </a:r>
          </a:p>
        </p:txBody>
      </p:sp>
      <p:sp>
        <p:nvSpPr>
          <p:cNvPr id="65" name="Text Box 63">
            <a:extLst>
              <a:ext uri="{FF2B5EF4-FFF2-40B4-BE49-F238E27FC236}">
                <a16:creationId xmlns:a16="http://schemas.microsoft.com/office/drawing/2014/main" id="{BAFE72F3-AE95-4C36-91E4-12473D3872E7}"/>
              </a:ext>
            </a:extLst>
          </p:cNvPr>
          <p:cNvSpPr txBox="1">
            <a:spLocks noChangeArrowheads="1"/>
          </p:cNvSpPr>
          <p:nvPr/>
        </p:nvSpPr>
        <p:spPr bwMode="auto">
          <a:xfrm>
            <a:off x="2471855" y="1286336"/>
            <a:ext cx="4759325" cy="457200"/>
          </a:xfrm>
          <a:prstGeom prst="rect">
            <a:avLst/>
          </a:prstGeom>
          <a:solidFill>
            <a:srgbClr val="0070C0"/>
          </a:solidFill>
          <a:ln w="12700">
            <a:noFill/>
            <a:miter lim="800000"/>
            <a:headEnd/>
            <a:tailEnd/>
          </a:ln>
          <a:effectLst/>
        </p:spPr>
        <p:txBody>
          <a:bodyPr wrap="none">
            <a:spAutoFit/>
          </a:bodyPr>
          <a:lstStyle/>
          <a:p>
            <a:r>
              <a:rPr lang="en-US" sz="2400" dirty="0">
                <a:solidFill>
                  <a:schemeClr val="bg1"/>
                </a:solidFill>
                <a:effectLst>
                  <a:outerShdw blurRad="38100" dist="38100" dir="2700000" algn="tl">
                    <a:srgbClr val="000000"/>
                  </a:outerShdw>
                </a:effectLst>
                <a:latin typeface="Book Antiqua" pitchFamily="18" charset="0"/>
              </a:rPr>
              <a:t>For </a:t>
            </a:r>
            <a:r>
              <a:rPr lang="en-US" sz="2400" i="1" dirty="0">
                <a:solidFill>
                  <a:schemeClr val="bg1"/>
                </a:solidFill>
                <a:effectLst>
                  <a:outerShdw blurRad="38100" dist="38100" dir="2700000" algn="tl">
                    <a:srgbClr val="000000"/>
                  </a:outerShdw>
                </a:effectLst>
                <a:latin typeface="Symbol" pitchFamily="18" charset="2"/>
              </a:rPr>
              <a:t>a</a:t>
            </a:r>
            <a:r>
              <a:rPr lang="en-US" sz="2400" dirty="0">
                <a:solidFill>
                  <a:schemeClr val="bg1"/>
                </a:solidFill>
                <a:effectLst>
                  <a:outerShdw blurRad="38100" dist="38100" dir="2700000" algn="tl">
                    <a:srgbClr val="000000"/>
                  </a:outerShdw>
                </a:effectLst>
                <a:latin typeface="Book Antiqua" pitchFamily="18" charset="0"/>
              </a:rPr>
              <a:t>/2 = .03/2 = .015,  </a:t>
            </a:r>
            <a:r>
              <a:rPr lang="en-US" sz="2400" i="1" dirty="0">
                <a:solidFill>
                  <a:schemeClr val="bg1"/>
                </a:solidFill>
                <a:effectLst>
                  <a:outerShdw blurRad="38100" dist="38100" dir="2700000" algn="tl">
                    <a:srgbClr val="000000"/>
                  </a:outerShdw>
                </a:effectLst>
                <a:latin typeface="Book Antiqua" pitchFamily="18" charset="0"/>
              </a:rPr>
              <a:t>z</a:t>
            </a:r>
            <a:r>
              <a:rPr lang="en-US" sz="2400" baseline="-25000" dirty="0">
                <a:solidFill>
                  <a:schemeClr val="bg1"/>
                </a:solidFill>
                <a:effectLst>
                  <a:outerShdw blurRad="38100" dist="38100" dir="2700000" algn="tl">
                    <a:srgbClr val="000000"/>
                  </a:outerShdw>
                </a:effectLst>
                <a:latin typeface="Book Antiqua" pitchFamily="18" charset="0"/>
              </a:rPr>
              <a:t>.015</a:t>
            </a:r>
            <a:r>
              <a:rPr lang="en-US" sz="2400" dirty="0">
                <a:solidFill>
                  <a:schemeClr val="bg1"/>
                </a:solidFill>
                <a:effectLst>
                  <a:outerShdw blurRad="38100" dist="38100" dir="2700000" algn="tl">
                    <a:srgbClr val="000000"/>
                  </a:outerShdw>
                </a:effectLst>
                <a:latin typeface="Book Antiqua" pitchFamily="18" charset="0"/>
              </a:rPr>
              <a:t> = 2.17</a:t>
            </a:r>
          </a:p>
        </p:txBody>
      </p:sp>
      <p:sp>
        <p:nvSpPr>
          <p:cNvPr id="66" name="Text Box 66">
            <a:extLst>
              <a:ext uri="{FF2B5EF4-FFF2-40B4-BE49-F238E27FC236}">
                <a16:creationId xmlns:a16="http://schemas.microsoft.com/office/drawing/2014/main" id="{CAE64BB2-A31D-49D8-943C-9E0DC2E8F9A9}"/>
              </a:ext>
            </a:extLst>
          </p:cNvPr>
          <p:cNvSpPr txBox="1">
            <a:spLocks noChangeArrowheads="1"/>
          </p:cNvSpPr>
          <p:nvPr/>
        </p:nvSpPr>
        <p:spPr bwMode="auto">
          <a:xfrm>
            <a:off x="2611555" y="1822911"/>
            <a:ext cx="4446588" cy="457200"/>
          </a:xfrm>
          <a:prstGeom prst="rect">
            <a:avLst/>
          </a:prstGeom>
          <a:solidFill>
            <a:srgbClr val="0070C0"/>
          </a:solidFill>
          <a:ln w="12700">
            <a:noFill/>
            <a:miter lim="800000"/>
            <a:headEnd/>
            <a:tailEnd/>
          </a:ln>
          <a:effectLst/>
        </p:spPr>
        <p:txBody>
          <a:bodyPr wrap="none">
            <a:spAutoFit/>
          </a:bodyPr>
          <a:lstStyle/>
          <a:p>
            <a:r>
              <a:rPr lang="en-US" sz="2400">
                <a:solidFill>
                  <a:schemeClr val="bg1"/>
                </a:solidFill>
                <a:effectLst>
                  <a:outerShdw blurRad="38100" dist="38100" dir="2700000" algn="tl">
                    <a:srgbClr val="000000"/>
                  </a:outerShdw>
                </a:effectLst>
                <a:latin typeface="Book Antiqua" pitchFamily="18" charset="0"/>
              </a:rPr>
              <a:t>Reject </a:t>
            </a:r>
            <a:r>
              <a:rPr lang="en-US" sz="2400" i="1">
                <a:solidFill>
                  <a:schemeClr val="bg1"/>
                </a:solidFill>
                <a:effectLst>
                  <a:outerShdw blurRad="38100" dist="38100" dir="2700000" algn="tl">
                    <a:srgbClr val="000000"/>
                  </a:outerShdw>
                </a:effectLst>
                <a:latin typeface="Book Antiqua" pitchFamily="18" charset="0"/>
              </a:rPr>
              <a:t>H</a:t>
            </a:r>
            <a:r>
              <a:rPr lang="en-US" sz="2400" baseline="-25000">
                <a:solidFill>
                  <a:schemeClr val="bg1"/>
                </a:solidFill>
                <a:effectLst>
                  <a:outerShdw blurRad="38100" dist="38100" dir="2700000" algn="tl">
                    <a:srgbClr val="000000"/>
                  </a:outerShdw>
                </a:effectLst>
                <a:latin typeface="Book Antiqua" pitchFamily="18" charset="0"/>
              </a:rPr>
              <a:t>0</a:t>
            </a:r>
            <a:r>
              <a:rPr lang="en-US" sz="2400">
                <a:solidFill>
                  <a:schemeClr val="bg1"/>
                </a:solidFill>
                <a:effectLst>
                  <a:outerShdw blurRad="38100" dist="38100" dir="2700000" algn="tl">
                    <a:srgbClr val="000000"/>
                  </a:outerShdw>
                </a:effectLst>
                <a:latin typeface="Book Antiqua" pitchFamily="18" charset="0"/>
              </a:rPr>
              <a:t> if </a:t>
            </a:r>
            <a:r>
              <a:rPr lang="en-US" sz="2400" i="1">
                <a:solidFill>
                  <a:schemeClr val="bg1"/>
                </a:solidFill>
                <a:effectLst>
                  <a:outerShdw blurRad="38100" dist="38100" dir="2700000" algn="tl">
                    <a:srgbClr val="000000"/>
                  </a:outerShdw>
                </a:effectLst>
                <a:latin typeface="Book Antiqua" pitchFamily="18" charset="0"/>
              </a:rPr>
              <a:t>z</a:t>
            </a:r>
            <a:r>
              <a:rPr lang="en-US" sz="2400">
                <a:solidFill>
                  <a:schemeClr val="bg1"/>
                </a:solidFill>
                <a:effectLst>
                  <a:outerShdw blurRad="38100" dist="38100" dir="2700000" algn="tl">
                    <a:srgbClr val="000000"/>
                  </a:outerShdw>
                </a:effectLst>
                <a:latin typeface="Book Antiqua" pitchFamily="18" charset="0"/>
              </a:rPr>
              <a:t> </a:t>
            </a:r>
            <a:r>
              <a:rPr lang="en-US" sz="2400" u="sng">
                <a:solidFill>
                  <a:schemeClr val="bg1"/>
                </a:solidFill>
                <a:effectLst>
                  <a:outerShdw blurRad="38100" dist="38100" dir="2700000" algn="tl">
                    <a:srgbClr val="000000"/>
                  </a:outerShdw>
                </a:effectLst>
                <a:latin typeface="Book Antiqua" pitchFamily="18" charset="0"/>
              </a:rPr>
              <a:t>&lt;</a:t>
            </a:r>
            <a:r>
              <a:rPr lang="en-US" sz="2400">
                <a:solidFill>
                  <a:schemeClr val="bg1"/>
                </a:solidFill>
                <a:effectLst>
                  <a:outerShdw blurRad="38100" dist="38100" dir="2700000" algn="tl">
                    <a:srgbClr val="000000"/>
                  </a:outerShdw>
                </a:effectLst>
                <a:latin typeface="Book Antiqua" pitchFamily="18" charset="0"/>
              </a:rPr>
              <a:t> -2.17  or  </a:t>
            </a:r>
            <a:r>
              <a:rPr lang="en-US" sz="2400" i="1">
                <a:solidFill>
                  <a:schemeClr val="bg1"/>
                </a:solidFill>
                <a:effectLst>
                  <a:outerShdw blurRad="38100" dist="38100" dir="2700000" algn="tl">
                    <a:srgbClr val="000000"/>
                  </a:outerShdw>
                </a:effectLst>
                <a:latin typeface="Book Antiqua" pitchFamily="18" charset="0"/>
              </a:rPr>
              <a:t>z</a:t>
            </a:r>
            <a:r>
              <a:rPr lang="en-US" sz="2400">
                <a:solidFill>
                  <a:schemeClr val="bg1"/>
                </a:solidFill>
                <a:effectLst>
                  <a:outerShdw blurRad="38100" dist="38100" dir="2700000" algn="tl">
                    <a:srgbClr val="000000"/>
                  </a:outerShdw>
                </a:effectLst>
                <a:latin typeface="Book Antiqua" pitchFamily="18" charset="0"/>
              </a:rPr>
              <a:t> </a:t>
            </a:r>
            <a:r>
              <a:rPr lang="en-US" sz="2400" u="sng">
                <a:solidFill>
                  <a:schemeClr val="bg1"/>
                </a:solidFill>
                <a:effectLst>
                  <a:outerShdw blurRad="38100" dist="38100" dir="2700000" algn="tl">
                    <a:srgbClr val="000000"/>
                  </a:outerShdw>
                </a:effectLst>
                <a:latin typeface="Book Antiqua" pitchFamily="18" charset="0"/>
              </a:rPr>
              <a:t>&gt;</a:t>
            </a:r>
            <a:r>
              <a:rPr lang="en-US" sz="2400">
                <a:solidFill>
                  <a:schemeClr val="bg1"/>
                </a:solidFill>
                <a:effectLst>
                  <a:outerShdw blurRad="38100" dist="38100" dir="2700000" algn="tl">
                    <a:srgbClr val="000000"/>
                  </a:outerShdw>
                </a:effectLst>
                <a:latin typeface="Book Antiqua" pitchFamily="18" charset="0"/>
              </a:rPr>
              <a:t> 2.17</a:t>
            </a:r>
          </a:p>
        </p:txBody>
      </p:sp>
      <p:sp>
        <p:nvSpPr>
          <p:cNvPr id="67" name="Rectangle 59">
            <a:extLst>
              <a:ext uri="{FF2B5EF4-FFF2-40B4-BE49-F238E27FC236}">
                <a16:creationId xmlns:a16="http://schemas.microsoft.com/office/drawing/2014/main" id="{B7B2CAC0-009B-45A6-800A-342B46D63756}"/>
              </a:ext>
            </a:extLst>
          </p:cNvPr>
          <p:cNvSpPr>
            <a:spLocks noChangeArrowheads="1"/>
          </p:cNvSpPr>
          <p:nvPr/>
        </p:nvSpPr>
        <p:spPr bwMode="auto">
          <a:xfrm>
            <a:off x="139701" y="3444804"/>
            <a:ext cx="11737864" cy="652486"/>
          </a:xfrm>
          <a:prstGeom prst="rect">
            <a:avLst/>
          </a:prstGeom>
          <a:solidFill>
            <a:schemeClr val="bg1"/>
          </a:solidFill>
          <a:ln w="12700">
            <a:noFill/>
            <a:miter lim="800000"/>
            <a:headEnd/>
            <a:tailEnd/>
          </a:ln>
          <a:effectLst/>
        </p:spPr>
        <p:txBody>
          <a:bodyPr lIns="90488" tIns="44450" rIns="90488" bIns="44450"/>
          <a:lstStyle/>
          <a:p>
            <a:pPr>
              <a:lnSpc>
                <a:spcPct val="90000"/>
              </a:lnSpc>
              <a:spcBef>
                <a:spcPct val="20000"/>
              </a:spcBef>
              <a:buClr>
                <a:srgbClr val="66FFFF"/>
              </a:buClr>
              <a:buSzPct val="75000"/>
              <a:buFont typeface="Monotype Sorts" pitchFamily="2" charset="2"/>
              <a:buNone/>
            </a:pPr>
            <a:r>
              <a:rPr lang="en-US" sz="2000" dirty="0">
                <a:latin typeface="Book Antiqua" pitchFamily="18" charset="0"/>
              </a:rPr>
              <a:t>There is sufficient statistical evidence to infer that the alternative hypothesis is true (i.e. the mean filling weight is not 6 ounces).</a:t>
            </a:r>
          </a:p>
        </p:txBody>
      </p:sp>
      <p:sp>
        <p:nvSpPr>
          <p:cNvPr id="68" name="Text Box 60">
            <a:extLst>
              <a:ext uri="{FF2B5EF4-FFF2-40B4-BE49-F238E27FC236}">
                <a16:creationId xmlns:a16="http://schemas.microsoft.com/office/drawing/2014/main" id="{03EF5ABB-6BAF-40B4-90A5-91D5515A0CD6}"/>
              </a:ext>
            </a:extLst>
          </p:cNvPr>
          <p:cNvSpPr txBox="1">
            <a:spLocks noChangeArrowheads="1"/>
          </p:cNvSpPr>
          <p:nvPr/>
        </p:nvSpPr>
        <p:spPr bwMode="auto">
          <a:xfrm>
            <a:off x="2651242" y="2806279"/>
            <a:ext cx="4579938" cy="457200"/>
          </a:xfrm>
          <a:prstGeom prst="rect">
            <a:avLst/>
          </a:prstGeom>
          <a:solidFill>
            <a:srgbClr val="0070C0"/>
          </a:solidFill>
          <a:ln w="12700">
            <a:noFill/>
            <a:miter lim="800000"/>
            <a:headEnd/>
            <a:tailEnd/>
          </a:ln>
          <a:effectLst/>
        </p:spPr>
        <p:txBody>
          <a:bodyPr wrap="none">
            <a:spAutoFit/>
          </a:bodyPr>
          <a:lstStyle/>
          <a:p>
            <a:pPr algn="l"/>
            <a:r>
              <a:rPr lang="en-US" sz="2400" dirty="0">
                <a:solidFill>
                  <a:schemeClr val="bg1"/>
                </a:solidFill>
                <a:effectLst>
                  <a:outerShdw blurRad="38100" dist="38100" dir="2700000" algn="tl">
                    <a:srgbClr val="000000"/>
                  </a:outerShdw>
                </a:effectLst>
                <a:latin typeface="Book Antiqua" pitchFamily="18" charset="0"/>
              </a:rPr>
              <a:t>Because 2.74 </a:t>
            </a:r>
            <a:r>
              <a:rPr lang="en-US" sz="2400" u="sng" dirty="0">
                <a:solidFill>
                  <a:schemeClr val="bg1"/>
                </a:solidFill>
                <a:effectLst>
                  <a:outerShdw blurRad="38100" dist="38100" dir="2700000" algn="tl">
                    <a:srgbClr val="000000"/>
                  </a:outerShdw>
                </a:effectLst>
                <a:latin typeface="Book Antiqua" pitchFamily="18" charset="0"/>
              </a:rPr>
              <a:t>&gt;</a:t>
            </a:r>
            <a:r>
              <a:rPr lang="en-US" sz="2400" dirty="0">
                <a:solidFill>
                  <a:schemeClr val="bg1"/>
                </a:solidFill>
                <a:effectLst>
                  <a:outerShdw blurRad="38100" dist="38100" dir="2700000" algn="tl">
                    <a:srgbClr val="000000"/>
                  </a:outerShdw>
                </a:effectLst>
                <a:latin typeface="Book Antiqua" pitchFamily="18" charset="0"/>
              </a:rPr>
              <a:t> 2.17, we reject </a:t>
            </a:r>
            <a:r>
              <a:rPr lang="en-US" sz="2400" i="1" dirty="0">
                <a:solidFill>
                  <a:schemeClr val="bg1"/>
                </a:solidFill>
                <a:effectLst>
                  <a:outerShdw blurRad="38100" dist="38100" dir="2700000" algn="tl">
                    <a:srgbClr val="000000"/>
                  </a:outerShdw>
                </a:effectLst>
                <a:latin typeface="Book Antiqua" pitchFamily="18" charset="0"/>
              </a:rPr>
              <a:t>H</a:t>
            </a:r>
            <a:r>
              <a:rPr lang="en-US" sz="2400" baseline="-25000" dirty="0">
                <a:solidFill>
                  <a:schemeClr val="bg1"/>
                </a:solidFill>
                <a:effectLst>
                  <a:outerShdw blurRad="38100" dist="38100" dir="2700000" algn="tl">
                    <a:srgbClr val="000000"/>
                  </a:outerShdw>
                </a:effectLst>
                <a:latin typeface="Book Antiqua" pitchFamily="18" charset="0"/>
              </a:rPr>
              <a:t>0</a:t>
            </a:r>
            <a:r>
              <a:rPr lang="en-US" sz="2400" dirty="0">
                <a:solidFill>
                  <a:schemeClr val="bg1"/>
                </a:solidFill>
                <a:effectLst>
                  <a:outerShdw blurRad="38100" dist="38100" dir="2700000" algn="tl">
                    <a:srgbClr val="000000"/>
                  </a:outerShdw>
                </a:effectLst>
                <a:latin typeface="Book Antiqua" pitchFamily="18" charset="0"/>
              </a:rPr>
              <a:t>.</a:t>
            </a:r>
          </a:p>
        </p:txBody>
      </p:sp>
    </p:spTree>
    <p:extLst>
      <p:ext uri="{BB962C8B-B14F-4D97-AF65-F5344CB8AC3E}">
        <p14:creationId xmlns:p14="http://schemas.microsoft.com/office/powerpoint/2010/main" val="392839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1000"/>
                                  </p:stCondLst>
                                  <p:childTnLst>
                                    <p:set>
                                      <p:cBhvr>
                                        <p:cTn id="6" dur="1" fill="hold">
                                          <p:stCondLst>
                                            <p:cond delay="0"/>
                                          </p:stCondLst>
                                        </p:cTn>
                                        <p:tgtEl>
                                          <p:spTgt spid="64"/>
                                        </p:tgtEl>
                                        <p:attrNameLst>
                                          <p:attrName>style.visibility</p:attrName>
                                        </p:attrNameLst>
                                      </p:cBhvr>
                                      <p:to>
                                        <p:strVal val="visible"/>
                                      </p:to>
                                    </p:set>
                                    <p:anim calcmode="lin" valueType="num">
                                      <p:cBhvr>
                                        <p:cTn id="7" dur="500" fill="hold"/>
                                        <p:tgtEl>
                                          <p:spTgt spid="64"/>
                                        </p:tgtEl>
                                        <p:attrNameLst>
                                          <p:attrName>ppt_w</p:attrName>
                                        </p:attrNameLst>
                                      </p:cBhvr>
                                      <p:tavLst>
                                        <p:tav tm="0">
                                          <p:val>
                                            <p:strVal val="2/3*#ppt_w"/>
                                          </p:val>
                                        </p:tav>
                                        <p:tav tm="100000">
                                          <p:val>
                                            <p:strVal val="#ppt_w"/>
                                          </p:val>
                                        </p:tav>
                                      </p:tavLst>
                                    </p:anim>
                                    <p:anim calcmode="lin" valueType="num">
                                      <p:cBhvr>
                                        <p:cTn id="8" dur="500" fill="hold"/>
                                        <p:tgtEl>
                                          <p:spTgt spid="64"/>
                                        </p:tgtEl>
                                        <p:attrNameLst>
                                          <p:attrName>ppt_h</p:attrName>
                                        </p:attrNameLst>
                                      </p:cBhvr>
                                      <p:tavLst>
                                        <p:tav tm="0">
                                          <p:val>
                                            <p:strVal val="2/3*#ppt_h"/>
                                          </p:val>
                                        </p:tav>
                                        <p:tav tm="100000">
                                          <p:val>
                                            <p:strVal val="#ppt_h"/>
                                          </p:val>
                                        </p:tav>
                                      </p:tavLst>
                                    </p:anim>
                                  </p:childTnLst>
                                </p:cTn>
                              </p:par>
                            </p:childTnLst>
                          </p:cTn>
                        </p:par>
                        <p:par>
                          <p:cTn id="9" fill="hold">
                            <p:stCondLst>
                              <p:cond delay="1500"/>
                            </p:stCondLst>
                            <p:childTnLst>
                              <p:par>
                                <p:cTn id="10" presetID="12" presetClass="entr" presetSubtype="1" fill="hold" grpId="0" nodeType="afterEffect">
                                  <p:stCondLst>
                                    <p:cond delay="2000"/>
                                  </p:stCondLst>
                                  <p:childTnLst>
                                    <p:set>
                                      <p:cBhvr>
                                        <p:cTn id="11" dur="1" fill="hold">
                                          <p:stCondLst>
                                            <p:cond delay="0"/>
                                          </p:stCondLst>
                                        </p:cTn>
                                        <p:tgtEl>
                                          <p:spTgt spid="65"/>
                                        </p:tgtEl>
                                        <p:attrNameLst>
                                          <p:attrName>style.visibility</p:attrName>
                                        </p:attrNameLst>
                                      </p:cBhvr>
                                      <p:to>
                                        <p:strVal val="visible"/>
                                      </p:to>
                                    </p:set>
                                    <p:animEffect transition="in" filter="slide(fromTop)">
                                      <p:cBhvr>
                                        <p:cTn id="12" dur="500"/>
                                        <p:tgtEl>
                                          <p:spTgt spid="65"/>
                                        </p:tgtEl>
                                      </p:cBhvr>
                                    </p:animEffect>
                                  </p:childTnLst>
                                </p:cTn>
                              </p:par>
                            </p:childTnLst>
                          </p:cTn>
                        </p:par>
                        <p:par>
                          <p:cTn id="13" fill="hold">
                            <p:stCondLst>
                              <p:cond delay="4000"/>
                            </p:stCondLst>
                            <p:childTnLst>
                              <p:par>
                                <p:cTn id="14" presetID="12" presetClass="entr" presetSubtype="1" fill="hold" grpId="0" nodeType="afterEffect">
                                  <p:stCondLst>
                                    <p:cond delay="2000"/>
                                  </p:stCondLst>
                                  <p:childTnLst>
                                    <p:set>
                                      <p:cBhvr>
                                        <p:cTn id="15" dur="1" fill="hold">
                                          <p:stCondLst>
                                            <p:cond delay="0"/>
                                          </p:stCondLst>
                                        </p:cTn>
                                        <p:tgtEl>
                                          <p:spTgt spid="66"/>
                                        </p:tgtEl>
                                        <p:attrNameLst>
                                          <p:attrName>style.visibility</p:attrName>
                                        </p:attrNameLst>
                                      </p:cBhvr>
                                      <p:to>
                                        <p:strVal val="visible"/>
                                      </p:to>
                                    </p:set>
                                    <p:animEffect transition="in" filter="slide(fromTop)">
                                      <p:cBhvr>
                                        <p:cTn id="16" dur="500"/>
                                        <p:tgtEl>
                                          <p:spTgt spid="66"/>
                                        </p:tgtEl>
                                      </p:cBhvr>
                                    </p:animEffect>
                                  </p:childTnLst>
                                </p:cTn>
                              </p:par>
                            </p:childTnLst>
                          </p:cTn>
                        </p:par>
                        <p:par>
                          <p:cTn id="17" fill="hold">
                            <p:stCondLst>
                              <p:cond delay="6500"/>
                            </p:stCondLst>
                            <p:childTnLst>
                              <p:par>
                                <p:cTn id="18" presetID="12" presetClass="entr" presetSubtype="1" fill="hold" grpId="0" nodeType="afterEffect">
                                  <p:stCondLst>
                                    <p:cond delay="2000"/>
                                  </p:stCondLst>
                                  <p:childTnLst>
                                    <p:set>
                                      <p:cBhvr>
                                        <p:cTn id="19" dur="1" fill="hold">
                                          <p:stCondLst>
                                            <p:cond delay="0"/>
                                          </p:stCondLst>
                                        </p:cTn>
                                        <p:tgtEl>
                                          <p:spTgt spid="68"/>
                                        </p:tgtEl>
                                        <p:attrNameLst>
                                          <p:attrName>style.visibility</p:attrName>
                                        </p:attrNameLst>
                                      </p:cBhvr>
                                      <p:to>
                                        <p:strVal val="visible"/>
                                      </p:to>
                                    </p:set>
                                    <p:animEffect transition="in" filter="slide(fromTop)">
                                      <p:cBhvr>
                                        <p:cTn id="20" dur="500"/>
                                        <p:tgtEl>
                                          <p:spTgt spid="68"/>
                                        </p:tgtEl>
                                      </p:cBhvr>
                                    </p:animEffect>
                                  </p:childTnLst>
                                </p:cTn>
                              </p:par>
                            </p:childTnLst>
                          </p:cTn>
                        </p:par>
                        <p:par>
                          <p:cTn id="21" fill="hold">
                            <p:stCondLst>
                              <p:cond delay="9000"/>
                            </p:stCondLst>
                            <p:childTnLst>
                              <p:par>
                                <p:cTn id="22" presetID="12" presetClass="entr" presetSubtype="1" fill="hold" grpId="0" nodeType="afterEffect">
                                  <p:stCondLst>
                                    <p:cond delay="2000"/>
                                  </p:stCondLst>
                                  <p:childTnLst>
                                    <p:set>
                                      <p:cBhvr>
                                        <p:cTn id="23" dur="1" fill="hold">
                                          <p:stCondLst>
                                            <p:cond delay="0"/>
                                          </p:stCondLst>
                                        </p:cTn>
                                        <p:tgtEl>
                                          <p:spTgt spid="67"/>
                                        </p:tgtEl>
                                        <p:attrNameLst>
                                          <p:attrName>style.visibility</p:attrName>
                                        </p:attrNameLst>
                                      </p:cBhvr>
                                      <p:to>
                                        <p:strVal val="visible"/>
                                      </p:to>
                                    </p:set>
                                    <p:animEffect transition="in" filter="slide(fromTop)">
                                      <p:cBhvr>
                                        <p:cTn id="24"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utoUpdateAnimBg="0"/>
      <p:bldP spid="65" grpId="0" animBg="1" autoUpdateAnimBg="0"/>
      <p:bldP spid="66" grpId="0" animBg="1" autoUpdateAnimBg="0"/>
      <p:bldP spid="67" grpId="0" animBg="1" autoUpdateAnimBg="0"/>
      <p:bldP spid="68"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3435-D06A-4428-83DC-41EB5D87B798}"/>
              </a:ext>
            </a:extLst>
          </p:cNvPr>
          <p:cNvSpPr>
            <a:spLocks noGrp="1"/>
          </p:cNvSpPr>
          <p:nvPr>
            <p:ph type="title"/>
          </p:nvPr>
        </p:nvSpPr>
        <p:spPr/>
        <p:txBody>
          <a:bodyPr/>
          <a:lstStyle/>
          <a:p>
            <a:r>
              <a:rPr lang="en-IN" dirty="0"/>
              <a:t>p-value Determination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D6ED08-8D8A-4ADB-9047-C2F977B19CAB}"/>
                  </a:ext>
                </a:extLst>
              </p:cNvPr>
              <p:cNvSpPr>
                <a:spLocks noGrp="1"/>
              </p:cNvSpPr>
              <p:nvPr>
                <p:ph idx="1"/>
              </p:nvPr>
            </p:nvSpPr>
            <p:spPr>
              <a:xfrm>
                <a:off x="139700" y="687775"/>
                <a:ext cx="11737866" cy="5169687"/>
              </a:xfrm>
            </p:spPr>
            <p:txBody>
              <a:bodyPr>
                <a:normAutofit/>
              </a:bodyPr>
              <a:lstStyle/>
              <a:p>
                <a:pPr>
                  <a:lnSpc>
                    <a:spcPct val="130000"/>
                  </a:lnSpc>
                  <a:spcBef>
                    <a:spcPts val="0"/>
                  </a:spcBef>
                </a:pPr>
                <a:r>
                  <a:rPr lang="en-IN" sz="2400" dirty="0">
                    <a:sym typeface="Symbol" panose="05050102010706020507" pitchFamily="18" charset="2"/>
                  </a:rPr>
                  <a:t>Approach 1: Traditional method</a:t>
                </a:r>
              </a:p>
              <a:p>
                <a:pPr lvl="1">
                  <a:lnSpc>
                    <a:spcPct val="130000"/>
                  </a:lnSpc>
                  <a:spcBef>
                    <a:spcPts val="0"/>
                  </a:spcBef>
                </a:pPr>
                <a:r>
                  <a:rPr lang="en-IN" sz="2000" dirty="0">
                    <a:sym typeface="Symbol" panose="05050102010706020507" pitchFamily="18" charset="2"/>
                  </a:rPr>
                  <a:t>Assume that observations from randomly sampled data are coming from normal distribution.</a:t>
                </a:r>
              </a:p>
              <a:p>
                <a:pPr lvl="1">
                  <a:lnSpc>
                    <a:spcPct val="130000"/>
                  </a:lnSpc>
                  <a:spcBef>
                    <a:spcPts val="0"/>
                  </a:spcBef>
                </a:pPr>
                <a:r>
                  <a:rPr lang="en-IN" sz="2000" dirty="0">
                    <a:sym typeface="Symbol" panose="05050102010706020507" pitchFamily="18" charset="2"/>
                  </a:rPr>
                  <a:t>Based on distribution table, we decide the p-value.</a:t>
                </a:r>
                <a:endParaRPr lang="en-IN" sz="2400" dirty="0"/>
              </a:p>
              <a:p>
                <a:pPr>
                  <a:lnSpc>
                    <a:spcPct val="130000"/>
                  </a:lnSpc>
                  <a:spcBef>
                    <a:spcPts val="0"/>
                  </a:spcBef>
                </a:pPr>
                <a:r>
                  <a:rPr lang="en-IN" sz="2400" dirty="0"/>
                  <a:t>Approach 2: Permutation testing</a:t>
                </a:r>
              </a:p>
              <a:p>
                <a:pPr lvl="1">
                  <a:lnSpc>
                    <a:spcPct val="130000"/>
                  </a:lnSpc>
                  <a:spcBef>
                    <a:spcPts val="0"/>
                  </a:spcBef>
                </a:pPr>
                <a:r>
                  <a:rPr lang="en-IN" sz="2000" b="1" dirty="0"/>
                  <a:t>Step 1</a:t>
                </a:r>
                <a:r>
                  <a:rPr lang="en-IN" sz="2000" dirty="0"/>
                  <a:t>: Consider 50 samples from each of two groups. Compute the difference of their mean values as </a:t>
                </a:r>
                <a14:m>
                  <m:oMath xmlns:m="http://schemas.openxmlformats.org/officeDocument/2006/math">
                    <m:r>
                      <a:rPr lang="en-IN" sz="200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 </m:t>
                    </m:r>
                  </m:oMath>
                </a14:m>
                <a:r>
                  <a:rPr lang="en-IN" sz="2000" dirty="0">
                    <a:sym typeface="Symbol" panose="05050102010706020507" pitchFamily="18" charset="2"/>
                  </a:rPr>
                  <a:t>= </a:t>
                </a:r>
                <a:r>
                  <a:rPr lang="en-IN" sz="2000" dirty="0"/>
                  <a:t>µ</a:t>
                </a:r>
                <a:r>
                  <a:rPr lang="en-IN" sz="2000" baseline="-25000" dirty="0"/>
                  <a:t>1</a:t>
                </a:r>
                <a:r>
                  <a:rPr lang="en-IN" sz="2000" dirty="0"/>
                  <a:t> - µ</a:t>
                </a:r>
                <a:r>
                  <a:rPr lang="en-IN" sz="2000" baseline="-25000" dirty="0"/>
                  <a:t>2</a:t>
                </a:r>
                <a:r>
                  <a:rPr lang="en-IN" sz="2000" dirty="0"/>
                  <a:t>.</a:t>
                </a:r>
              </a:p>
              <a:p>
                <a:pPr lvl="1">
                  <a:lnSpc>
                    <a:spcPct val="130000"/>
                  </a:lnSpc>
                  <a:spcBef>
                    <a:spcPts val="0"/>
                  </a:spcBef>
                </a:pPr>
                <a:r>
                  <a:rPr lang="en-IN" sz="2000" b="1" dirty="0"/>
                  <a:t>Step 2</a:t>
                </a:r>
                <a:r>
                  <a:rPr lang="en-IN" sz="2000" dirty="0"/>
                  <a:t>: Combine all the 100 samples from both groups together.</a:t>
                </a:r>
              </a:p>
              <a:p>
                <a:pPr lvl="1">
                  <a:lnSpc>
                    <a:spcPct val="130000"/>
                  </a:lnSpc>
                  <a:spcBef>
                    <a:spcPts val="0"/>
                  </a:spcBef>
                </a:pPr>
                <a:r>
                  <a:rPr lang="en-IN" sz="2000" b="1" dirty="0"/>
                  <a:t>Step 3</a:t>
                </a:r>
                <a:r>
                  <a:rPr lang="en-IN" sz="2000" dirty="0"/>
                  <a:t>: Create two groups having 50 samples each using random selection. </a:t>
                </a:r>
              </a:p>
              <a:p>
                <a:pPr lvl="1">
                  <a:lnSpc>
                    <a:spcPct val="130000"/>
                  </a:lnSpc>
                  <a:spcBef>
                    <a:spcPts val="0"/>
                  </a:spcBef>
                </a:pPr>
                <a:r>
                  <a:rPr lang="en-IN" sz="2000" b="1" dirty="0"/>
                  <a:t>Step 4:</a:t>
                </a:r>
                <a:r>
                  <a:rPr lang="en-IN" sz="2000" dirty="0"/>
                  <a:t> Calculate the difference of mean values of two groups as </a:t>
                </a:r>
                <a:r>
                  <a:rPr lang="en-IN" sz="2000" dirty="0">
                    <a:sym typeface="Symbol" panose="05050102010706020507" pitchFamily="18" charset="2"/>
                  </a:rPr>
                  <a:t></a:t>
                </a:r>
                <a:r>
                  <a:rPr lang="en-IN" sz="2000" baseline="-25000" dirty="0">
                    <a:sym typeface="Symbol" panose="05050102010706020507" pitchFamily="18" charset="2"/>
                  </a:rPr>
                  <a:t>1</a:t>
                </a:r>
                <a:r>
                  <a:rPr lang="en-IN" sz="2000" dirty="0">
                    <a:sym typeface="Symbol" panose="05050102010706020507" pitchFamily="18" charset="2"/>
                  </a:rPr>
                  <a:t>= </a:t>
                </a:r>
                <a:r>
                  <a:rPr lang="en-IN" sz="2000" dirty="0"/>
                  <a:t>µ</a:t>
                </a:r>
                <a:r>
                  <a:rPr lang="en-IN" sz="2000" baseline="-25000" dirty="0"/>
                  <a:t>1</a:t>
                </a:r>
                <a:r>
                  <a:rPr lang="en-IN" sz="2000" dirty="0"/>
                  <a:t> - µ</a:t>
                </a:r>
                <a:r>
                  <a:rPr lang="en-IN" sz="2000" baseline="-25000" dirty="0"/>
                  <a:t>2.</a:t>
                </a:r>
                <a:endParaRPr lang="en-IN" sz="2000" dirty="0"/>
              </a:p>
              <a:p>
                <a:pPr lvl="1">
                  <a:lnSpc>
                    <a:spcPct val="130000"/>
                  </a:lnSpc>
                  <a:spcBef>
                    <a:spcPts val="0"/>
                  </a:spcBef>
                </a:pPr>
                <a:r>
                  <a:rPr lang="en-IN" sz="2000" b="1" dirty="0"/>
                  <a:t>Step 5</a:t>
                </a:r>
                <a:r>
                  <a:rPr lang="en-IN" sz="2000" dirty="0"/>
                  <a:t>: Repeat step 2 through step 3 for 10k times and record all </a:t>
                </a:r>
                <a:r>
                  <a:rPr lang="en-IN" sz="2000" dirty="0">
                    <a:sym typeface="Symbol" panose="05050102010706020507" pitchFamily="18" charset="2"/>
                  </a:rPr>
                  <a:t>’s.</a:t>
                </a:r>
                <a:endParaRPr lang="en-IN" sz="2000" dirty="0"/>
              </a:p>
              <a:p>
                <a:pPr lvl="1">
                  <a:lnSpc>
                    <a:spcPct val="130000"/>
                  </a:lnSpc>
                  <a:spcBef>
                    <a:spcPts val="0"/>
                  </a:spcBef>
                </a:pPr>
                <a:r>
                  <a:rPr lang="en-IN" sz="2000" b="1" dirty="0"/>
                  <a:t>Step 6</a:t>
                </a:r>
                <a:r>
                  <a:rPr lang="en-IN" sz="2000" dirty="0"/>
                  <a:t>: Sort all </a:t>
                </a:r>
                <a:r>
                  <a:rPr lang="en-IN" sz="2000" dirty="0">
                    <a:sym typeface="Symbol" panose="05050102010706020507" pitchFamily="18" charset="2"/>
                  </a:rPr>
                  <a:t>’s</a:t>
                </a:r>
                <a:r>
                  <a:rPr lang="en-IN" sz="2000" baseline="-25000" dirty="0">
                    <a:sym typeface="Symbol" panose="05050102010706020507" pitchFamily="18" charset="2"/>
                  </a:rPr>
                  <a:t> </a:t>
                </a:r>
                <a:r>
                  <a:rPr lang="en-IN" sz="2000" dirty="0">
                    <a:sym typeface="Symbol" panose="05050102010706020507" pitchFamily="18" charset="2"/>
                  </a:rPr>
                  <a:t>in an increasing order.</a:t>
                </a:r>
              </a:p>
              <a:p>
                <a:pPr lvl="1">
                  <a:lnSpc>
                    <a:spcPct val="130000"/>
                  </a:lnSpc>
                  <a:spcBef>
                    <a:spcPts val="0"/>
                  </a:spcBef>
                </a:pPr>
                <a:r>
                  <a:rPr lang="en-IN" sz="2000" b="1" dirty="0">
                    <a:sym typeface="Symbol" panose="05050102010706020507" pitchFamily="18" charset="2"/>
                  </a:rPr>
                  <a:t>Step 7</a:t>
                </a:r>
                <a:r>
                  <a:rPr lang="en-IN" sz="2000" dirty="0">
                    <a:sym typeface="Symbol" panose="05050102010706020507" pitchFamily="18" charset="2"/>
                  </a:rPr>
                  <a:t>: Determine the percentage of ’s, which are greater than </a:t>
                </a:r>
                <a14:m>
                  <m:oMath xmlns:m="http://schemas.openxmlformats.org/officeDocument/2006/math">
                    <m:r>
                      <a:rPr lang="en-IN" sz="2000" i="1">
                        <a:latin typeface="Cambria Math" panose="02040503050406030204" pitchFamily="18" charset="0"/>
                        <a:ea typeface="Cambria Math" panose="02040503050406030204" pitchFamily="18" charset="0"/>
                      </a:rPr>
                      <m:t>∆</m:t>
                    </m:r>
                  </m:oMath>
                </a14:m>
                <a:r>
                  <a:rPr lang="en-IN" sz="2000" dirty="0">
                    <a:sym typeface="Symbol" panose="05050102010706020507" pitchFamily="18" charset="2"/>
                  </a:rPr>
                  <a:t>. The obtained percentage is p-value.</a:t>
                </a:r>
              </a:p>
            </p:txBody>
          </p:sp>
        </mc:Choice>
        <mc:Fallback xmlns="">
          <p:sp>
            <p:nvSpPr>
              <p:cNvPr id="3" name="Content Placeholder 2">
                <a:extLst>
                  <a:ext uri="{FF2B5EF4-FFF2-40B4-BE49-F238E27FC236}">
                    <a16:creationId xmlns:a16="http://schemas.microsoft.com/office/drawing/2014/main" id="{55D6ED08-8D8A-4ADB-9047-C2F977B19CAB}"/>
                  </a:ext>
                </a:extLst>
              </p:cNvPr>
              <p:cNvSpPr>
                <a:spLocks noGrp="1" noRot="1" noChangeAspect="1" noMove="1" noResize="1" noEditPoints="1" noAdjustHandles="1" noChangeArrowheads="1" noChangeShapeType="1" noTextEdit="1"/>
              </p:cNvSpPr>
              <p:nvPr>
                <p:ph idx="1"/>
              </p:nvPr>
            </p:nvSpPr>
            <p:spPr>
              <a:xfrm>
                <a:off x="139700" y="687775"/>
                <a:ext cx="11737866" cy="5169687"/>
              </a:xfrm>
              <a:blipFill>
                <a:blip r:embed="rId2"/>
                <a:stretch>
                  <a:fillRect l="-72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983772C5-BB03-4DA9-B40C-99BAF2B3CFE3}"/>
              </a:ext>
            </a:extLst>
          </p:cNvPr>
          <p:cNvSpPr>
            <a:spLocks noGrp="1"/>
          </p:cNvSpPr>
          <p:nvPr>
            <p:ph type="sldNum" sz="quarter" idx="12"/>
          </p:nvPr>
        </p:nvSpPr>
        <p:spPr/>
        <p:txBody>
          <a:bodyPr/>
          <a:lstStyle/>
          <a:p>
            <a:fld id="{02F87AF3-9E8D-4307-8299-23A9A28D052B}" type="slidenum">
              <a:rPr lang="en-IN" smtClean="0"/>
              <a:t>15</a:t>
            </a:fld>
            <a:endParaRPr lang="en-IN"/>
          </a:p>
        </p:txBody>
      </p:sp>
      <p:sp>
        <p:nvSpPr>
          <p:cNvPr id="5" name="expertsource_Rsetting_footer">
            <a:extLst>
              <a:ext uri="{FF2B5EF4-FFF2-40B4-BE49-F238E27FC236}">
                <a16:creationId xmlns:a16="http://schemas.microsoft.com/office/drawing/2014/main" id="{696FB28C-5E72-40B5-981B-E384B62F0E3A}"/>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Tree>
    <p:extLst>
      <p:ext uri="{BB962C8B-B14F-4D97-AF65-F5344CB8AC3E}">
        <p14:creationId xmlns:p14="http://schemas.microsoft.com/office/powerpoint/2010/main" val="428715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0DCE-B95E-2147-93DA-BBC043C75F7D}"/>
              </a:ext>
            </a:extLst>
          </p:cNvPr>
          <p:cNvSpPr>
            <a:spLocks noGrp="1"/>
          </p:cNvSpPr>
          <p:nvPr>
            <p:ph type="title"/>
          </p:nvPr>
        </p:nvSpPr>
        <p:spPr>
          <a:xfrm>
            <a:off x="139700" y="85654"/>
            <a:ext cx="10515600" cy="337994"/>
          </a:xfrm>
        </p:spPr>
        <p:txBody>
          <a:bodyPr/>
          <a:lstStyle/>
          <a:p>
            <a:r>
              <a:rPr lang="en-US" dirty="0"/>
              <a:t>Errors in Hypothesis Tests</a:t>
            </a:r>
          </a:p>
        </p:txBody>
      </p:sp>
      <p:sp>
        <p:nvSpPr>
          <p:cNvPr id="3" name="Content Placeholder 2">
            <a:extLst>
              <a:ext uri="{FF2B5EF4-FFF2-40B4-BE49-F238E27FC236}">
                <a16:creationId xmlns:a16="http://schemas.microsoft.com/office/drawing/2014/main" id="{429D26EC-C368-8648-90D6-F098A30D3F09}"/>
              </a:ext>
            </a:extLst>
          </p:cNvPr>
          <p:cNvSpPr>
            <a:spLocks noGrp="1"/>
          </p:cNvSpPr>
          <p:nvPr>
            <p:ph idx="1"/>
          </p:nvPr>
        </p:nvSpPr>
        <p:spPr>
          <a:xfrm>
            <a:off x="53008" y="596829"/>
            <a:ext cx="6308036" cy="2257100"/>
          </a:xfrm>
        </p:spPr>
        <p:txBody>
          <a:bodyPr>
            <a:normAutofit/>
          </a:bodyPr>
          <a:lstStyle/>
          <a:p>
            <a:r>
              <a:rPr lang="en-US" altLang="en-US" sz="1800" dirty="0"/>
              <a:t>There might be some discrepancy between a sample mean and the population mean simply as a result of sampling error. </a:t>
            </a:r>
          </a:p>
          <a:p>
            <a:r>
              <a:rPr lang="en-US" altLang="en-US" sz="1800" dirty="0"/>
              <a:t>Because the hypothesis test relies on sample data, and because sample data are not completely reliable, there is always the risk that misleading data will cause the hypothesis test to reach a wrong conclusion. </a:t>
            </a:r>
          </a:p>
          <a:p>
            <a:r>
              <a:rPr lang="en-US" altLang="en-US" sz="1800" dirty="0"/>
              <a:t>In such cases, two types of error are possible.</a:t>
            </a:r>
            <a:endParaRPr lang="en-US" sz="1800" dirty="0"/>
          </a:p>
        </p:txBody>
      </p:sp>
      <p:sp>
        <p:nvSpPr>
          <p:cNvPr id="4" name="Slide Number Placeholder 3">
            <a:extLst>
              <a:ext uri="{FF2B5EF4-FFF2-40B4-BE49-F238E27FC236}">
                <a16:creationId xmlns:a16="http://schemas.microsoft.com/office/drawing/2014/main" id="{5D131C52-2A37-8845-9561-A69BEC8B78E1}"/>
              </a:ext>
            </a:extLst>
          </p:cNvPr>
          <p:cNvSpPr>
            <a:spLocks noGrp="1"/>
          </p:cNvSpPr>
          <p:nvPr>
            <p:ph type="sldNum" sz="quarter" idx="12"/>
          </p:nvPr>
        </p:nvSpPr>
        <p:spPr/>
        <p:txBody>
          <a:bodyPr/>
          <a:lstStyle/>
          <a:p>
            <a:fld id="{02F87AF3-9E8D-4307-8299-23A9A28D052B}" type="slidenum">
              <a:rPr lang="en-IN" smtClean="0"/>
              <a:t>16</a:t>
            </a:fld>
            <a:endParaRPr lang="en-IN"/>
          </a:p>
        </p:txBody>
      </p:sp>
      <p:sp>
        <p:nvSpPr>
          <p:cNvPr id="6" name="Rectangle 5">
            <a:extLst>
              <a:ext uri="{FF2B5EF4-FFF2-40B4-BE49-F238E27FC236}">
                <a16:creationId xmlns:a16="http://schemas.microsoft.com/office/drawing/2014/main" id="{0A00A896-B815-4282-86CE-8345194F7DE5}"/>
              </a:ext>
            </a:extLst>
          </p:cNvPr>
          <p:cNvSpPr/>
          <p:nvPr/>
        </p:nvSpPr>
        <p:spPr>
          <a:xfrm>
            <a:off x="1" y="6650182"/>
            <a:ext cx="4846320"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Confidential/ Client Confidential/ Proprietary &amp; Confidential/ Internal</a:t>
            </a:r>
          </a:p>
        </p:txBody>
      </p:sp>
      <p:sp>
        <p:nvSpPr>
          <p:cNvPr id="7" name="Rectangle 6">
            <a:extLst>
              <a:ext uri="{FF2B5EF4-FFF2-40B4-BE49-F238E27FC236}">
                <a16:creationId xmlns:a16="http://schemas.microsoft.com/office/drawing/2014/main" id="{1BACDDA9-1E37-4B98-83F0-4E9BB2FE1D29}"/>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2018 Tata Insights and Quants Division. All Rights Reserved.</a:t>
            </a:r>
          </a:p>
        </p:txBody>
      </p:sp>
      <p:pic>
        <p:nvPicPr>
          <p:cNvPr id="9" name="Picture 8">
            <a:extLst>
              <a:ext uri="{FF2B5EF4-FFF2-40B4-BE49-F238E27FC236}">
                <a16:creationId xmlns:a16="http://schemas.microsoft.com/office/drawing/2014/main" id="{76DBB77E-4F3D-43A5-A9FA-E5B956887D64}"/>
              </a:ext>
            </a:extLst>
          </p:cNvPr>
          <p:cNvPicPr>
            <a:picLocks noChangeAspect="1"/>
          </p:cNvPicPr>
          <p:nvPr/>
        </p:nvPicPr>
        <p:blipFill>
          <a:blip r:embed="rId2"/>
          <a:stretch>
            <a:fillRect/>
          </a:stretch>
        </p:blipFill>
        <p:spPr>
          <a:xfrm>
            <a:off x="6921252" y="3612348"/>
            <a:ext cx="4956313" cy="2514600"/>
          </a:xfrm>
          <a:prstGeom prst="rect">
            <a:avLst/>
          </a:prstGeom>
        </p:spPr>
      </p:pic>
      <p:sp>
        <p:nvSpPr>
          <p:cNvPr id="16" name="Rectangle 3">
            <a:extLst>
              <a:ext uri="{FF2B5EF4-FFF2-40B4-BE49-F238E27FC236}">
                <a16:creationId xmlns:a16="http://schemas.microsoft.com/office/drawing/2014/main" id="{6E7EDF61-EB8C-4D4C-BB12-8E5F763E41D3}"/>
              </a:ext>
            </a:extLst>
          </p:cNvPr>
          <p:cNvSpPr txBox="1">
            <a:spLocks noChangeArrowheads="1"/>
          </p:cNvSpPr>
          <p:nvPr/>
        </p:nvSpPr>
        <p:spPr>
          <a:xfrm>
            <a:off x="53008" y="3584036"/>
            <a:ext cx="6394727" cy="2983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t>A Type I error is rejecting H</a:t>
            </a:r>
            <a:r>
              <a:rPr lang="en-US" altLang="en-US" sz="1800" baseline="-25000" dirty="0"/>
              <a:t>0</a:t>
            </a:r>
            <a:r>
              <a:rPr lang="en-US" altLang="en-US" sz="1800" dirty="0"/>
              <a:t> when it is true i.e. false positive error.</a:t>
            </a:r>
          </a:p>
          <a:p>
            <a:r>
              <a:rPr lang="en-US" altLang="en-US" sz="1800" dirty="0"/>
              <a:t>Type I errors are caused by unusual, unrepresentative samples. Just by chance the researcher selects an extreme sample with the result that the sample falls in the critical region.  </a:t>
            </a:r>
          </a:p>
          <a:p>
            <a:r>
              <a:rPr lang="en-US" altLang="en-US" sz="1800" dirty="0"/>
              <a:t>The probability of making a Type I error when the null hypothesis is true as an equality is called the level of significance.</a:t>
            </a:r>
          </a:p>
          <a:p>
            <a:r>
              <a:rPr lang="en-US" altLang="en-US" sz="1800" dirty="0"/>
              <a:t>Applications of hypothesis testing that only control the Type I error are often called significance tests.</a:t>
            </a:r>
          </a:p>
        </p:txBody>
      </p:sp>
      <p:sp>
        <p:nvSpPr>
          <p:cNvPr id="18" name="Rectangle 17">
            <a:extLst>
              <a:ext uri="{FF2B5EF4-FFF2-40B4-BE49-F238E27FC236}">
                <a16:creationId xmlns:a16="http://schemas.microsoft.com/office/drawing/2014/main" id="{3FCCC97F-447B-4F1A-8E45-A4C21123534A}"/>
              </a:ext>
            </a:extLst>
          </p:cNvPr>
          <p:cNvSpPr/>
          <p:nvPr/>
        </p:nvSpPr>
        <p:spPr>
          <a:xfrm>
            <a:off x="2640993" y="3019719"/>
            <a:ext cx="1688656" cy="39852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Type I Errors</a:t>
            </a:r>
            <a:endParaRPr lang="en-IN" dirty="0"/>
          </a:p>
        </p:txBody>
      </p:sp>
      <p:sp>
        <p:nvSpPr>
          <p:cNvPr id="19" name="Rectangle 18">
            <a:extLst>
              <a:ext uri="{FF2B5EF4-FFF2-40B4-BE49-F238E27FC236}">
                <a16:creationId xmlns:a16="http://schemas.microsoft.com/office/drawing/2014/main" id="{35031AC7-6742-4F48-83AF-DA2100590685}"/>
              </a:ext>
            </a:extLst>
          </p:cNvPr>
          <p:cNvSpPr/>
          <p:nvPr/>
        </p:nvSpPr>
        <p:spPr>
          <a:xfrm>
            <a:off x="8786191" y="582660"/>
            <a:ext cx="1922118" cy="33799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Type II Errors</a:t>
            </a:r>
            <a:endParaRPr lang="en-IN" dirty="0"/>
          </a:p>
        </p:txBody>
      </p:sp>
      <p:sp>
        <p:nvSpPr>
          <p:cNvPr id="20" name="Rectangle 3">
            <a:extLst>
              <a:ext uri="{FF2B5EF4-FFF2-40B4-BE49-F238E27FC236}">
                <a16:creationId xmlns:a16="http://schemas.microsoft.com/office/drawing/2014/main" id="{A1913AA7-F5FE-4F60-A961-554F9A67AEF4}"/>
              </a:ext>
            </a:extLst>
          </p:cNvPr>
          <p:cNvSpPr txBox="1">
            <a:spLocks noChangeArrowheads="1"/>
          </p:cNvSpPr>
          <p:nvPr/>
        </p:nvSpPr>
        <p:spPr>
          <a:xfrm>
            <a:off x="6447735" y="1051983"/>
            <a:ext cx="5691258" cy="23770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t>A Type II error is accepting H</a:t>
            </a:r>
            <a:r>
              <a:rPr lang="en-US" altLang="en-US" sz="1800" baseline="-25000" dirty="0"/>
              <a:t>0</a:t>
            </a:r>
            <a:r>
              <a:rPr lang="en-US" altLang="en-US" sz="1800" dirty="0"/>
              <a:t> when it is false.</a:t>
            </a:r>
          </a:p>
          <a:p>
            <a:r>
              <a:rPr lang="en-US" altLang="en-US" sz="1800" dirty="0"/>
              <a:t>Type II errors are commonly the result of a very small change in the mean value.  </a:t>
            </a:r>
          </a:p>
          <a:p>
            <a:r>
              <a:rPr lang="en-US" altLang="en-US" sz="1800" dirty="0"/>
              <a:t>It is difficult to control for the probability of making a Type II error.</a:t>
            </a:r>
          </a:p>
          <a:p>
            <a:r>
              <a:rPr lang="en-US" altLang="en-US" sz="1800" dirty="0"/>
              <a:t>Statisticians avoid the risk of making a Type II error by using “do not reject H0” and not “accept H0”.</a:t>
            </a:r>
          </a:p>
          <a:p>
            <a:endParaRPr lang="en-US" altLang="en-US" sz="1800" dirty="0"/>
          </a:p>
        </p:txBody>
      </p:sp>
      <p:sp>
        <p:nvSpPr>
          <p:cNvPr id="5" name="expertsource_Rsetting_footer">
            <a:extLst>
              <a:ext uri="{FF2B5EF4-FFF2-40B4-BE49-F238E27FC236}">
                <a16:creationId xmlns:a16="http://schemas.microsoft.com/office/drawing/2014/main" id="{AB003931-A25D-425B-B883-3F561C8789AD}"/>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Tree>
    <p:extLst>
      <p:ext uri="{BB962C8B-B14F-4D97-AF65-F5344CB8AC3E}">
        <p14:creationId xmlns:p14="http://schemas.microsoft.com/office/powerpoint/2010/main" val="376205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3435-D06A-4428-83DC-41EB5D87B798}"/>
              </a:ext>
            </a:extLst>
          </p:cNvPr>
          <p:cNvSpPr>
            <a:spLocks noGrp="1"/>
          </p:cNvSpPr>
          <p:nvPr>
            <p:ph type="title"/>
          </p:nvPr>
        </p:nvSpPr>
        <p:spPr/>
        <p:txBody>
          <a:bodyPr/>
          <a:lstStyle/>
          <a:p>
            <a:r>
              <a:rPr lang="en-IN" dirty="0"/>
              <a:t>Measuring effect size</a:t>
            </a:r>
          </a:p>
        </p:txBody>
      </p:sp>
      <p:sp>
        <p:nvSpPr>
          <p:cNvPr id="3" name="Content Placeholder 2">
            <a:extLst>
              <a:ext uri="{FF2B5EF4-FFF2-40B4-BE49-F238E27FC236}">
                <a16:creationId xmlns:a16="http://schemas.microsoft.com/office/drawing/2014/main" id="{55D6ED08-8D8A-4ADB-9047-C2F977B19CAB}"/>
              </a:ext>
            </a:extLst>
          </p:cNvPr>
          <p:cNvSpPr>
            <a:spLocks noGrp="1"/>
          </p:cNvSpPr>
          <p:nvPr>
            <p:ph idx="1"/>
          </p:nvPr>
        </p:nvSpPr>
        <p:spPr>
          <a:xfrm>
            <a:off x="231913" y="528749"/>
            <a:ext cx="11728173" cy="3769562"/>
          </a:xfrm>
        </p:spPr>
        <p:txBody>
          <a:bodyPr>
            <a:normAutofit fontScale="92500" lnSpcReduction="10000"/>
          </a:bodyPr>
          <a:lstStyle/>
          <a:p>
            <a:pPr>
              <a:lnSpc>
                <a:spcPct val="130000"/>
              </a:lnSpc>
              <a:spcBef>
                <a:spcPts val="0"/>
              </a:spcBef>
            </a:pPr>
            <a:r>
              <a:rPr lang="en-US" altLang="en-US" dirty="0"/>
              <a:t>A hypothesis test evaluates the </a:t>
            </a:r>
            <a:r>
              <a:rPr lang="en-US" altLang="en-US" i="1" dirty="0"/>
              <a:t>statistical significance</a:t>
            </a:r>
            <a:r>
              <a:rPr lang="en-US" altLang="en-US" dirty="0"/>
              <a:t> of the results from a research study.  </a:t>
            </a:r>
          </a:p>
          <a:p>
            <a:pPr>
              <a:lnSpc>
                <a:spcPct val="130000"/>
              </a:lnSpc>
              <a:spcBef>
                <a:spcPts val="0"/>
              </a:spcBef>
            </a:pPr>
            <a:r>
              <a:rPr lang="en-US" altLang="en-US" dirty="0"/>
              <a:t>That is, the test determines whether or not it is likely that the obtained sample mean occurred without any change in distribution. </a:t>
            </a:r>
          </a:p>
          <a:p>
            <a:pPr>
              <a:lnSpc>
                <a:spcPct val="130000"/>
              </a:lnSpc>
              <a:spcBef>
                <a:spcPts val="0"/>
              </a:spcBef>
            </a:pPr>
            <a:r>
              <a:rPr lang="en-US" altLang="en-US" dirty="0"/>
              <a:t>The hypothesis test is influenced not only by the change in distribution but also by the size of the sample. </a:t>
            </a:r>
          </a:p>
          <a:p>
            <a:pPr>
              <a:lnSpc>
                <a:spcPct val="130000"/>
              </a:lnSpc>
              <a:spcBef>
                <a:spcPts val="0"/>
              </a:spcBef>
            </a:pPr>
            <a:r>
              <a:rPr lang="en-US" altLang="en-US" dirty="0"/>
              <a:t>Thus, even a very small effect can be significant if it is observed in a very large sample. </a:t>
            </a:r>
          </a:p>
          <a:p>
            <a:pPr>
              <a:lnSpc>
                <a:spcPct val="130000"/>
              </a:lnSpc>
              <a:spcBef>
                <a:spcPts val="0"/>
              </a:spcBef>
            </a:pPr>
            <a:r>
              <a:rPr lang="en-US" altLang="en-US" dirty="0"/>
              <a:t>Because a significant effect does not necessarily mean a large effect, it is recommended that the hypothesis test be accompanied by a measure of the </a:t>
            </a:r>
            <a:r>
              <a:rPr lang="en-US" altLang="en-US" b="1" dirty="0"/>
              <a:t>effect size</a:t>
            </a:r>
            <a:r>
              <a:rPr lang="en-US" altLang="en-US" dirty="0"/>
              <a:t>.  </a:t>
            </a:r>
          </a:p>
          <a:p>
            <a:pPr>
              <a:lnSpc>
                <a:spcPct val="130000"/>
              </a:lnSpc>
              <a:spcBef>
                <a:spcPts val="0"/>
              </a:spcBef>
            </a:pPr>
            <a:r>
              <a:rPr lang="en-US" altLang="en-US" dirty="0"/>
              <a:t>Cohen measures the size of the mean difference in terms of the standard deviation.</a:t>
            </a:r>
          </a:p>
          <a:p>
            <a:pPr>
              <a:lnSpc>
                <a:spcPct val="130000"/>
              </a:lnSpc>
              <a:spcBef>
                <a:spcPts val="0"/>
              </a:spcBef>
            </a:pPr>
            <a:r>
              <a:rPr lang="en-US" dirty="0"/>
              <a:t>Suppose we assume that μ represents the mean of the population of interest and μ</a:t>
            </a:r>
            <a:r>
              <a:rPr lang="en-US" baseline="-25000" dirty="0"/>
              <a:t>0</a:t>
            </a:r>
            <a:r>
              <a:rPr lang="en-US" dirty="0"/>
              <a:t> represents a value to which the mean is to be compared. If the standard deviation is σ, the effect size is represented by </a:t>
            </a:r>
            <a:r>
              <a:rPr lang="en-US" i="1" dirty="0"/>
              <a:t>d</a:t>
            </a:r>
            <a:r>
              <a:rPr lang="en-US" dirty="0"/>
              <a:t> where</a:t>
            </a:r>
            <a:endParaRPr lang="en-US" altLang="en-US" dirty="0"/>
          </a:p>
        </p:txBody>
      </p:sp>
      <p:sp>
        <p:nvSpPr>
          <p:cNvPr id="4" name="Slide Number Placeholder 3">
            <a:extLst>
              <a:ext uri="{FF2B5EF4-FFF2-40B4-BE49-F238E27FC236}">
                <a16:creationId xmlns:a16="http://schemas.microsoft.com/office/drawing/2014/main" id="{983772C5-BB03-4DA9-B40C-99BAF2B3CFE3}"/>
              </a:ext>
            </a:extLst>
          </p:cNvPr>
          <p:cNvSpPr>
            <a:spLocks noGrp="1"/>
          </p:cNvSpPr>
          <p:nvPr>
            <p:ph type="sldNum" sz="quarter" idx="12"/>
          </p:nvPr>
        </p:nvSpPr>
        <p:spPr/>
        <p:txBody>
          <a:bodyPr/>
          <a:lstStyle/>
          <a:p>
            <a:fld id="{02F87AF3-9E8D-4307-8299-23A9A28D052B}" type="slidenum">
              <a:rPr lang="en-IN" smtClean="0"/>
              <a:t>17</a:t>
            </a:fld>
            <a:endParaRPr lang="en-IN"/>
          </a:p>
        </p:txBody>
      </p:sp>
      <p:sp>
        <p:nvSpPr>
          <p:cNvPr id="5" name="expertsource_Rsetting_footer">
            <a:extLst>
              <a:ext uri="{FF2B5EF4-FFF2-40B4-BE49-F238E27FC236}">
                <a16:creationId xmlns:a16="http://schemas.microsoft.com/office/drawing/2014/main" id="{696FB28C-5E72-40B5-981B-E384B62F0E3A}"/>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5C5A96-A6CB-4B79-AEEC-C4D51EF3AEF7}"/>
                  </a:ext>
                </a:extLst>
              </p:cNvPr>
              <p:cNvSpPr txBox="1"/>
              <p:nvPr/>
            </p:nvSpPr>
            <p:spPr>
              <a:xfrm>
                <a:off x="5078098" y="4226054"/>
                <a:ext cx="1137170" cy="4706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𝑑</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𝜇</m:t>
                          </m:r>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𝜇</m:t>
                              </m:r>
                            </m:e>
                            <m:sub>
                              <m:r>
                                <a:rPr lang="en-IN" b="0" i="1" smtClean="0">
                                  <a:latin typeface="Cambria Math" panose="02040503050406030204" pitchFamily="18" charset="0"/>
                                  <a:ea typeface="Cambria Math" panose="02040503050406030204" pitchFamily="18" charset="0"/>
                                </a:rPr>
                                <m:t>0</m:t>
                              </m:r>
                            </m:sub>
                          </m:sSub>
                        </m:num>
                        <m:den>
                          <m:r>
                            <a:rPr lang="en-IN" b="0" i="1" smtClean="0">
                              <a:latin typeface="Cambria Math" panose="02040503050406030204" pitchFamily="18" charset="0"/>
                              <a:ea typeface="Cambria Math" panose="02040503050406030204" pitchFamily="18" charset="0"/>
                            </a:rPr>
                            <m:t>𝜎</m:t>
                          </m:r>
                        </m:den>
                      </m:f>
                    </m:oMath>
                  </m:oMathPara>
                </a14:m>
                <a:endParaRPr lang="en-IN" dirty="0"/>
              </a:p>
            </p:txBody>
          </p:sp>
        </mc:Choice>
        <mc:Fallback xmlns="">
          <p:sp>
            <p:nvSpPr>
              <p:cNvPr id="6" name="TextBox 5">
                <a:extLst>
                  <a:ext uri="{FF2B5EF4-FFF2-40B4-BE49-F238E27FC236}">
                    <a16:creationId xmlns:a16="http://schemas.microsoft.com/office/drawing/2014/main" id="{E25C5A96-A6CB-4B79-AEEC-C4D51EF3AEF7}"/>
                  </a:ext>
                </a:extLst>
              </p:cNvPr>
              <p:cNvSpPr txBox="1">
                <a:spLocks noRot="1" noChangeAspect="1" noMove="1" noResize="1" noEditPoints="1" noAdjustHandles="1" noChangeArrowheads="1" noChangeShapeType="1" noTextEdit="1"/>
              </p:cNvSpPr>
              <p:nvPr/>
            </p:nvSpPr>
            <p:spPr>
              <a:xfrm>
                <a:off x="5078098" y="4226054"/>
                <a:ext cx="1137170" cy="470642"/>
              </a:xfrm>
              <a:prstGeom prst="rect">
                <a:avLst/>
              </a:prstGeom>
              <a:blipFill>
                <a:blip r:embed="rId2"/>
                <a:stretch>
                  <a:fillRect/>
                </a:stretch>
              </a:blipFill>
            </p:spPr>
            <p:txBody>
              <a:bodyPr/>
              <a:lstStyle/>
              <a:p>
                <a:r>
                  <a:rPr lang="en-IN">
                    <a:noFill/>
                  </a:rPr>
                  <a:t> </a:t>
                </a:r>
              </a:p>
            </p:txBody>
          </p:sp>
        </mc:Fallback>
      </mc:AlternateContent>
      <p:sp>
        <p:nvSpPr>
          <p:cNvPr id="7" name="Rectangle 6">
            <a:extLst>
              <a:ext uri="{FF2B5EF4-FFF2-40B4-BE49-F238E27FC236}">
                <a16:creationId xmlns:a16="http://schemas.microsoft.com/office/drawing/2014/main" id="{5890B0F7-E17D-4379-8C26-191F2805B98D}"/>
              </a:ext>
            </a:extLst>
          </p:cNvPr>
          <p:cNvSpPr/>
          <p:nvPr/>
        </p:nvSpPr>
        <p:spPr>
          <a:xfrm>
            <a:off x="231913" y="4918837"/>
            <a:ext cx="11728173" cy="1200329"/>
          </a:xfrm>
          <a:prstGeom prst="rect">
            <a:avLst/>
          </a:prstGeom>
        </p:spPr>
        <p:txBody>
          <a:bodyPr wrap="square">
            <a:spAutoFit/>
          </a:bodyPr>
          <a:lstStyle/>
          <a:p>
            <a:pPr marL="285750" indent="-285750">
              <a:buFont typeface="Arial" panose="020B0604020202020204" pitchFamily="34" charset="0"/>
              <a:buChar char="•"/>
            </a:pPr>
            <a:r>
              <a:rPr lang="en-US" dirty="0"/>
              <a:t>Cohen (1988) proposed the following interpretation of the d values. A </a:t>
            </a:r>
            <a:r>
              <a:rPr lang="en-US" i="1" dirty="0"/>
              <a:t>d</a:t>
            </a:r>
            <a:r>
              <a:rPr lang="en-US" dirty="0"/>
              <a:t> near 0.2 is a small effect, a </a:t>
            </a:r>
            <a:r>
              <a:rPr lang="en-US" i="1" dirty="0"/>
              <a:t>d</a:t>
            </a:r>
            <a:r>
              <a:rPr lang="en-US" dirty="0"/>
              <a:t> near 0.5 is a medium effect, and a </a:t>
            </a:r>
            <a:r>
              <a:rPr lang="en-US" i="1" dirty="0"/>
              <a:t>d</a:t>
            </a:r>
            <a:r>
              <a:rPr lang="en-US" dirty="0"/>
              <a:t> near 0.8 is a large effect.</a:t>
            </a:r>
          </a:p>
          <a:p>
            <a:pPr marL="285750" indent="-285750">
              <a:buFont typeface="Arial" panose="020B0604020202020204" pitchFamily="34" charset="0"/>
              <a:buChar char="•"/>
            </a:pPr>
            <a:r>
              <a:rPr lang="en-US" dirty="0"/>
              <a:t>These values for small, medium, and large effects are popular in the social sciences. However, this convention is not as popular among the medical sciences since the scale of the effect is left unstated which makes interpretation difficult.</a:t>
            </a:r>
            <a:endParaRPr lang="en-IN" dirty="0"/>
          </a:p>
        </p:txBody>
      </p:sp>
    </p:spTree>
    <p:extLst>
      <p:ext uri="{BB962C8B-B14F-4D97-AF65-F5344CB8AC3E}">
        <p14:creationId xmlns:p14="http://schemas.microsoft.com/office/powerpoint/2010/main" val="3714571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0DCE-B95E-2147-93DA-BBC043C75F7D}"/>
              </a:ext>
            </a:extLst>
          </p:cNvPr>
          <p:cNvSpPr>
            <a:spLocks noGrp="1"/>
          </p:cNvSpPr>
          <p:nvPr>
            <p:ph type="title"/>
          </p:nvPr>
        </p:nvSpPr>
        <p:spPr>
          <a:xfrm>
            <a:off x="139700" y="85654"/>
            <a:ext cx="10515600" cy="337994"/>
          </a:xfrm>
        </p:spPr>
        <p:txBody>
          <a:bodyPr/>
          <a:lstStyle/>
          <a:p>
            <a:r>
              <a:rPr lang="en-US" dirty="0"/>
              <a:t>Power of a </a:t>
            </a:r>
            <a:r>
              <a:rPr lang="en-US"/>
              <a:t>Hypothesis Test m </a:t>
            </a:r>
            <a:endParaRPr lang="en-US" dirty="0"/>
          </a:p>
        </p:txBody>
      </p:sp>
      <p:sp>
        <p:nvSpPr>
          <p:cNvPr id="3" name="Content Placeholder 2">
            <a:extLst>
              <a:ext uri="{FF2B5EF4-FFF2-40B4-BE49-F238E27FC236}">
                <a16:creationId xmlns:a16="http://schemas.microsoft.com/office/drawing/2014/main" id="{429D26EC-C368-8648-90D6-F098A30D3F09}"/>
              </a:ext>
            </a:extLst>
          </p:cNvPr>
          <p:cNvSpPr>
            <a:spLocks noGrp="1"/>
          </p:cNvSpPr>
          <p:nvPr>
            <p:ph idx="1"/>
          </p:nvPr>
        </p:nvSpPr>
        <p:spPr>
          <a:xfrm>
            <a:off x="149917" y="659711"/>
            <a:ext cx="6352482" cy="5504022"/>
          </a:xfrm>
        </p:spPr>
        <p:txBody>
          <a:bodyPr>
            <a:noAutofit/>
          </a:bodyPr>
          <a:lstStyle/>
          <a:p>
            <a:pPr>
              <a:lnSpc>
                <a:spcPct val="130000"/>
              </a:lnSpc>
              <a:spcBef>
                <a:spcPts val="600"/>
              </a:spcBef>
            </a:pPr>
            <a:r>
              <a:rPr lang="en-US" altLang="en-US" dirty="0"/>
              <a:t>The probability of correctly rejecting H</a:t>
            </a:r>
            <a:r>
              <a:rPr lang="en-US" altLang="en-US" baseline="-25000" dirty="0"/>
              <a:t>0</a:t>
            </a:r>
            <a:r>
              <a:rPr lang="en-US" altLang="en-US" dirty="0"/>
              <a:t> when it is false (i.e. Type II error) is called the </a:t>
            </a:r>
            <a:r>
              <a:rPr lang="en-US" altLang="en-US" b="1" dirty="0"/>
              <a:t>power of the test.</a:t>
            </a:r>
          </a:p>
          <a:p>
            <a:pPr>
              <a:lnSpc>
                <a:spcPct val="130000"/>
              </a:lnSpc>
              <a:spcBef>
                <a:spcPts val="600"/>
              </a:spcBef>
            </a:pPr>
            <a:r>
              <a:rPr lang="en-US" altLang="en-US" dirty="0"/>
              <a:t>For any particular value of µ, </a:t>
            </a:r>
            <a:r>
              <a:rPr lang="en-US" altLang="en-US" b="1" dirty="0"/>
              <a:t>the power is 1 – </a:t>
            </a:r>
            <a:r>
              <a:rPr lang="el-GR" altLang="en-US" b="1" dirty="0"/>
              <a:t>β</a:t>
            </a:r>
            <a:r>
              <a:rPr lang="en-US" altLang="en-US" dirty="0"/>
              <a:t>, where </a:t>
            </a:r>
            <a:r>
              <a:rPr lang="el-GR" altLang="en-US" dirty="0"/>
              <a:t>β</a:t>
            </a:r>
            <a:r>
              <a:rPr lang="en-IN" altLang="en-US" dirty="0"/>
              <a:t> is type II error.</a:t>
            </a:r>
            <a:endParaRPr lang="en-US" altLang="en-US" dirty="0"/>
          </a:p>
          <a:p>
            <a:pPr>
              <a:lnSpc>
                <a:spcPct val="130000"/>
              </a:lnSpc>
              <a:spcBef>
                <a:spcPts val="600"/>
              </a:spcBef>
            </a:pPr>
            <a:r>
              <a:rPr lang="en-US" altLang="en-US" dirty="0"/>
              <a:t>We can show graphically the power associated with each value of µ; such a graph is called a </a:t>
            </a:r>
            <a:r>
              <a:rPr lang="en-US" altLang="en-US" b="1" dirty="0"/>
              <a:t>power curve </a:t>
            </a:r>
            <a:r>
              <a:rPr lang="en-US" altLang="en-US" dirty="0"/>
              <a:t>as depicted in the figure.</a:t>
            </a:r>
          </a:p>
          <a:p>
            <a:pPr>
              <a:lnSpc>
                <a:spcPct val="130000"/>
              </a:lnSpc>
              <a:spcBef>
                <a:spcPts val="600"/>
              </a:spcBef>
            </a:pPr>
            <a:r>
              <a:rPr lang="en-US" dirty="0"/>
              <a:t>When the true population mean </a:t>
            </a:r>
            <a:r>
              <a:rPr lang="en-US" i="1" dirty="0"/>
              <a:t>μ </a:t>
            </a:r>
            <a:r>
              <a:rPr lang="en-US" dirty="0"/>
              <a:t>is close to the null hypothesis value of </a:t>
            </a:r>
            <a:r>
              <a:rPr lang="en-US" i="1" dirty="0"/>
              <a:t>μ </a:t>
            </a:r>
            <a:r>
              <a:rPr lang="en-US" dirty="0"/>
              <a:t> =120, the probability is high that we will make a Type II error. </a:t>
            </a:r>
          </a:p>
          <a:p>
            <a:pPr>
              <a:lnSpc>
                <a:spcPct val="130000"/>
              </a:lnSpc>
              <a:spcBef>
                <a:spcPts val="600"/>
              </a:spcBef>
            </a:pPr>
            <a:r>
              <a:rPr lang="en-US" dirty="0"/>
              <a:t>However, when the true population mean </a:t>
            </a:r>
            <a:r>
              <a:rPr lang="en-US" i="1" dirty="0"/>
              <a:t>μ </a:t>
            </a:r>
            <a:r>
              <a:rPr lang="en-US" dirty="0"/>
              <a:t>is far below the null hypothesis value of </a:t>
            </a:r>
            <a:r>
              <a:rPr lang="en-US" i="1" dirty="0"/>
              <a:t>μ </a:t>
            </a:r>
            <a:r>
              <a:rPr lang="en-US" dirty="0"/>
              <a:t> = 120, the probability is low that we will make a Type II error.</a:t>
            </a:r>
            <a:endParaRPr lang="en-US" altLang="en-US" dirty="0"/>
          </a:p>
        </p:txBody>
      </p:sp>
      <p:sp>
        <p:nvSpPr>
          <p:cNvPr id="4" name="Slide Number Placeholder 3">
            <a:extLst>
              <a:ext uri="{FF2B5EF4-FFF2-40B4-BE49-F238E27FC236}">
                <a16:creationId xmlns:a16="http://schemas.microsoft.com/office/drawing/2014/main" id="{5D131C52-2A37-8845-9561-A69BEC8B78E1}"/>
              </a:ext>
            </a:extLst>
          </p:cNvPr>
          <p:cNvSpPr>
            <a:spLocks noGrp="1"/>
          </p:cNvSpPr>
          <p:nvPr>
            <p:ph type="sldNum" sz="quarter" idx="12"/>
          </p:nvPr>
        </p:nvSpPr>
        <p:spPr/>
        <p:txBody>
          <a:bodyPr/>
          <a:lstStyle/>
          <a:p>
            <a:fld id="{02F87AF3-9E8D-4307-8299-23A9A28D052B}" type="slidenum">
              <a:rPr lang="en-IN" smtClean="0"/>
              <a:t>18</a:t>
            </a:fld>
            <a:endParaRPr lang="en-IN"/>
          </a:p>
        </p:txBody>
      </p:sp>
      <p:sp>
        <p:nvSpPr>
          <p:cNvPr id="6" name="Rectangle 5">
            <a:extLst>
              <a:ext uri="{FF2B5EF4-FFF2-40B4-BE49-F238E27FC236}">
                <a16:creationId xmlns:a16="http://schemas.microsoft.com/office/drawing/2014/main" id="{0A00A896-B815-4282-86CE-8345194F7DE5}"/>
              </a:ext>
            </a:extLst>
          </p:cNvPr>
          <p:cNvSpPr/>
          <p:nvPr/>
        </p:nvSpPr>
        <p:spPr>
          <a:xfrm>
            <a:off x="1" y="6650182"/>
            <a:ext cx="4846320"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Confidential/ Client Confidential/ Proprietary &amp; Confidential/ Internal</a:t>
            </a:r>
          </a:p>
        </p:txBody>
      </p:sp>
      <p:sp>
        <p:nvSpPr>
          <p:cNvPr id="7" name="Rectangle 6">
            <a:extLst>
              <a:ext uri="{FF2B5EF4-FFF2-40B4-BE49-F238E27FC236}">
                <a16:creationId xmlns:a16="http://schemas.microsoft.com/office/drawing/2014/main" id="{1BACDDA9-1E37-4B98-83F0-4E9BB2FE1D29}"/>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2018 Tata Insights and Quants Division. All Rights Reserved.</a:t>
            </a:r>
          </a:p>
        </p:txBody>
      </p:sp>
      <p:sp>
        <p:nvSpPr>
          <p:cNvPr id="5" name="expertsource_Rsetting_footer">
            <a:extLst>
              <a:ext uri="{FF2B5EF4-FFF2-40B4-BE49-F238E27FC236}">
                <a16:creationId xmlns:a16="http://schemas.microsoft.com/office/drawing/2014/main" id="{4D0FB385-2CB7-4C2A-80CE-64B6F3935448}"/>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pic>
        <p:nvPicPr>
          <p:cNvPr id="8" name="Picture 7">
            <a:extLst>
              <a:ext uri="{FF2B5EF4-FFF2-40B4-BE49-F238E27FC236}">
                <a16:creationId xmlns:a16="http://schemas.microsoft.com/office/drawing/2014/main" id="{5DC77ACD-5EE0-4A2F-8FF6-E7CBC4D65376}"/>
              </a:ext>
            </a:extLst>
          </p:cNvPr>
          <p:cNvPicPr>
            <a:picLocks noChangeAspect="1"/>
          </p:cNvPicPr>
          <p:nvPr/>
        </p:nvPicPr>
        <p:blipFill>
          <a:blip r:embed="rId2"/>
          <a:stretch>
            <a:fillRect/>
          </a:stretch>
        </p:blipFill>
        <p:spPr>
          <a:xfrm>
            <a:off x="6502399" y="1550382"/>
            <a:ext cx="5689601" cy="3694782"/>
          </a:xfrm>
          <a:prstGeom prst="rect">
            <a:avLst/>
          </a:prstGeom>
        </p:spPr>
      </p:pic>
    </p:spTree>
    <p:extLst>
      <p:ext uri="{BB962C8B-B14F-4D97-AF65-F5344CB8AC3E}">
        <p14:creationId xmlns:p14="http://schemas.microsoft.com/office/powerpoint/2010/main" val="4260361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0DCE-B95E-2147-93DA-BBC043C75F7D}"/>
              </a:ext>
            </a:extLst>
          </p:cNvPr>
          <p:cNvSpPr>
            <a:spLocks noGrp="1"/>
          </p:cNvSpPr>
          <p:nvPr>
            <p:ph type="title"/>
          </p:nvPr>
        </p:nvSpPr>
        <p:spPr>
          <a:xfrm>
            <a:off x="139700" y="85654"/>
            <a:ext cx="10515600" cy="337994"/>
          </a:xfrm>
        </p:spPr>
        <p:txBody>
          <a:bodyPr/>
          <a:lstStyle/>
          <a:p>
            <a:r>
              <a:rPr lang="en-US" dirty="0"/>
              <a:t>Determining the Sample Size for a Hypothesis Test About a Population Mean</a:t>
            </a:r>
          </a:p>
        </p:txBody>
      </p:sp>
      <p:sp>
        <p:nvSpPr>
          <p:cNvPr id="3" name="Content Placeholder 2">
            <a:extLst>
              <a:ext uri="{FF2B5EF4-FFF2-40B4-BE49-F238E27FC236}">
                <a16:creationId xmlns:a16="http://schemas.microsoft.com/office/drawing/2014/main" id="{429D26EC-C368-8648-90D6-F098A30D3F09}"/>
              </a:ext>
            </a:extLst>
          </p:cNvPr>
          <p:cNvSpPr>
            <a:spLocks noGrp="1"/>
          </p:cNvSpPr>
          <p:nvPr>
            <p:ph idx="1"/>
          </p:nvPr>
        </p:nvSpPr>
        <p:spPr>
          <a:xfrm>
            <a:off x="55142" y="528749"/>
            <a:ext cx="5036180" cy="1693396"/>
          </a:xfrm>
        </p:spPr>
        <p:txBody>
          <a:bodyPr>
            <a:normAutofit/>
          </a:bodyPr>
          <a:lstStyle/>
          <a:p>
            <a:r>
              <a:rPr lang="en-US" sz="1600" dirty="0"/>
              <a:t>Assume that a hypothesis test is to be conducted about the value of a population mean.</a:t>
            </a:r>
            <a:r>
              <a:rPr lang="en-US" altLang="en-US" sz="1400" dirty="0"/>
              <a:t> </a:t>
            </a:r>
          </a:p>
          <a:p>
            <a:r>
              <a:rPr lang="en-US" altLang="en-US" sz="1600" dirty="0"/>
              <a:t>The specified level of significance determines the probability of making a Type I error.</a:t>
            </a:r>
          </a:p>
          <a:p>
            <a:r>
              <a:rPr lang="en-US" altLang="en-US" sz="1600" dirty="0"/>
              <a:t>By controlling the sample size, the probability of making a Type II error can be controlled.</a:t>
            </a:r>
          </a:p>
        </p:txBody>
      </p:sp>
      <p:sp>
        <p:nvSpPr>
          <p:cNvPr id="4" name="Slide Number Placeholder 3">
            <a:extLst>
              <a:ext uri="{FF2B5EF4-FFF2-40B4-BE49-F238E27FC236}">
                <a16:creationId xmlns:a16="http://schemas.microsoft.com/office/drawing/2014/main" id="{5D131C52-2A37-8845-9561-A69BEC8B78E1}"/>
              </a:ext>
            </a:extLst>
          </p:cNvPr>
          <p:cNvSpPr>
            <a:spLocks noGrp="1"/>
          </p:cNvSpPr>
          <p:nvPr>
            <p:ph type="sldNum" sz="quarter" idx="12"/>
          </p:nvPr>
        </p:nvSpPr>
        <p:spPr/>
        <p:txBody>
          <a:bodyPr/>
          <a:lstStyle/>
          <a:p>
            <a:fld id="{02F87AF3-9E8D-4307-8299-23A9A28D052B}" type="slidenum">
              <a:rPr lang="en-IN" smtClean="0"/>
              <a:t>19</a:t>
            </a:fld>
            <a:endParaRPr lang="en-IN"/>
          </a:p>
        </p:txBody>
      </p:sp>
      <p:sp>
        <p:nvSpPr>
          <p:cNvPr id="6" name="Rectangle 5">
            <a:extLst>
              <a:ext uri="{FF2B5EF4-FFF2-40B4-BE49-F238E27FC236}">
                <a16:creationId xmlns:a16="http://schemas.microsoft.com/office/drawing/2014/main" id="{0A00A896-B815-4282-86CE-8345194F7DE5}"/>
              </a:ext>
            </a:extLst>
          </p:cNvPr>
          <p:cNvSpPr/>
          <p:nvPr/>
        </p:nvSpPr>
        <p:spPr>
          <a:xfrm>
            <a:off x="1" y="6650182"/>
            <a:ext cx="4846320"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Confidential/ Client Confidential/ Proprietary &amp; Confidential/ Internal</a:t>
            </a:r>
          </a:p>
        </p:txBody>
      </p:sp>
      <p:sp>
        <p:nvSpPr>
          <p:cNvPr id="7" name="Rectangle 6">
            <a:extLst>
              <a:ext uri="{FF2B5EF4-FFF2-40B4-BE49-F238E27FC236}">
                <a16:creationId xmlns:a16="http://schemas.microsoft.com/office/drawing/2014/main" id="{1BACDDA9-1E37-4B98-83F0-4E9BB2FE1D29}"/>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2018 Tata Insights and Quants Division. All Rights Reserved.</a:t>
            </a:r>
          </a:p>
        </p:txBody>
      </p:sp>
      <p:sp>
        <p:nvSpPr>
          <p:cNvPr id="14" name="Freeform: Shape 13">
            <a:extLst>
              <a:ext uri="{FF2B5EF4-FFF2-40B4-BE49-F238E27FC236}">
                <a16:creationId xmlns:a16="http://schemas.microsoft.com/office/drawing/2014/main" id="{489B1AC5-984A-4B15-AFC5-111F25580808}"/>
              </a:ext>
            </a:extLst>
          </p:cNvPr>
          <p:cNvSpPr/>
          <p:nvPr/>
        </p:nvSpPr>
        <p:spPr>
          <a:xfrm>
            <a:off x="5707712" y="1035605"/>
            <a:ext cx="3273289" cy="1860159"/>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Connector 16">
            <a:extLst>
              <a:ext uri="{FF2B5EF4-FFF2-40B4-BE49-F238E27FC236}">
                <a16:creationId xmlns:a16="http://schemas.microsoft.com/office/drawing/2014/main" id="{A9418E94-5F1C-4F50-82B6-782D70200498}"/>
              </a:ext>
            </a:extLst>
          </p:cNvPr>
          <p:cNvCxnSpPr>
            <a:stCxn id="14" idx="2"/>
          </p:cNvCxnSpPr>
          <p:nvPr/>
        </p:nvCxnSpPr>
        <p:spPr>
          <a:xfrm>
            <a:off x="7356216" y="1035616"/>
            <a:ext cx="0" cy="1860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DCC6D62-CA22-401D-ABCF-F73B1FAA77BA}"/>
              </a:ext>
            </a:extLst>
          </p:cNvPr>
          <p:cNvCxnSpPr>
            <a:endCxn id="14" idx="4"/>
          </p:cNvCxnSpPr>
          <p:nvPr/>
        </p:nvCxnSpPr>
        <p:spPr>
          <a:xfrm flipV="1">
            <a:off x="5707712" y="2879932"/>
            <a:ext cx="3273289" cy="15831"/>
          </a:xfrm>
          <a:prstGeom prst="line">
            <a:avLst/>
          </a:prstGeom>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913B6F9A-67F9-4994-AB2D-C8729738D4D7}"/>
              </a:ext>
            </a:extLst>
          </p:cNvPr>
          <p:cNvSpPr/>
          <p:nvPr/>
        </p:nvSpPr>
        <p:spPr>
          <a:xfrm>
            <a:off x="8031367" y="2935113"/>
            <a:ext cx="3273289" cy="1860159"/>
          </a:xfrm>
          <a:custGeom>
            <a:avLst/>
            <a:gdLst>
              <a:gd name="connsiteX0" fmla="*/ 0 w 7315200"/>
              <a:gd name="connsiteY0" fmla="*/ 3114280 h 3114280"/>
              <a:gd name="connsiteX1" fmla="*/ 2345635 w 7315200"/>
              <a:gd name="connsiteY1" fmla="*/ 2186627 h 3114280"/>
              <a:gd name="connsiteX2" fmla="*/ 3684104 w 7315200"/>
              <a:gd name="connsiteY2" fmla="*/ 19 h 3114280"/>
              <a:gd name="connsiteX3" fmla="*/ 4996069 w 7315200"/>
              <a:gd name="connsiteY3" fmla="*/ 2226384 h 3114280"/>
              <a:gd name="connsiteX4" fmla="*/ 7315200 w 7315200"/>
              <a:gd name="connsiteY4" fmla="*/ 3087775 h 311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5200" h="3114280">
                <a:moveTo>
                  <a:pt x="0" y="3114280"/>
                </a:moveTo>
                <a:cubicBezTo>
                  <a:pt x="865809" y="2909975"/>
                  <a:pt x="1731618" y="2705670"/>
                  <a:pt x="2345635" y="2186627"/>
                </a:cubicBezTo>
                <a:cubicBezTo>
                  <a:pt x="2959652" y="1667583"/>
                  <a:pt x="3242365" y="-6607"/>
                  <a:pt x="3684104" y="19"/>
                </a:cubicBezTo>
                <a:cubicBezTo>
                  <a:pt x="4125843" y="6645"/>
                  <a:pt x="4390886" y="1711758"/>
                  <a:pt x="4996069" y="2226384"/>
                </a:cubicBezTo>
                <a:cubicBezTo>
                  <a:pt x="5601252" y="2741010"/>
                  <a:pt x="6458226" y="2914392"/>
                  <a:pt x="7315200" y="3087775"/>
                </a:cubicBezTo>
              </a:path>
            </a:pathLst>
          </a:custGeom>
          <a:solidFill>
            <a:schemeClr val="accent5">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04240FF5-01E4-476F-949C-4A25896E7D63}"/>
              </a:ext>
            </a:extLst>
          </p:cNvPr>
          <p:cNvCxnSpPr>
            <a:stCxn id="25" idx="2"/>
          </p:cNvCxnSpPr>
          <p:nvPr/>
        </p:nvCxnSpPr>
        <p:spPr>
          <a:xfrm>
            <a:off x="9679871" y="2935124"/>
            <a:ext cx="0" cy="1860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BDA4F49-C91B-4C7A-ACD7-C7327C6E6533}"/>
              </a:ext>
            </a:extLst>
          </p:cNvPr>
          <p:cNvCxnSpPr>
            <a:endCxn id="25" idx="4"/>
          </p:cNvCxnSpPr>
          <p:nvPr/>
        </p:nvCxnSpPr>
        <p:spPr>
          <a:xfrm flipV="1">
            <a:off x="8031367" y="4779440"/>
            <a:ext cx="3273289" cy="1583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641B0F9-D204-4A0D-8FB9-CA5F7ECE2022}"/>
              </a:ext>
            </a:extLst>
          </p:cNvPr>
          <p:cNvCxnSpPr/>
          <p:nvPr/>
        </p:nvCxnSpPr>
        <p:spPr>
          <a:xfrm>
            <a:off x="8532412" y="1167084"/>
            <a:ext cx="0" cy="3641439"/>
          </a:xfrm>
          <a:prstGeom prst="line">
            <a:avLst/>
          </a:prstGeom>
        </p:spPr>
        <p:style>
          <a:lnRef idx="1">
            <a:schemeClr val="accent1"/>
          </a:lnRef>
          <a:fillRef idx="0">
            <a:schemeClr val="accent1"/>
          </a:fillRef>
          <a:effectRef idx="0">
            <a:schemeClr val="accent1"/>
          </a:effectRef>
          <a:fontRef idx="minor">
            <a:schemeClr val="tx1"/>
          </a:fontRef>
        </p:style>
      </p:cxnSp>
      <p:sp>
        <p:nvSpPr>
          <p:cNvPr id="10" name="Right Triangle 9">
            <a:extLst>
              <a:ext uri="{FF2B5EF4-FFF2-40B4-BE49-F238E27FC236}">
                <a16:creationId xmlns:a16="http://schemas.microsoft.com/office/drawing/2014/main" id="{BBA5ED8D-5E58-44A6-98D8-E48DD2EEA811}"/>
              </a:ext>
            </a:extLst>
          </p:cNvPr>
          <p:cNvSpPr/>
          <p:nvPr/>
        </p:nvSpPr>
        <p:spPr>
          <a:xfrm>
            <a:off x="8536298" y="2742122"/>
            <a:ext cx="556592" cy="14612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ight Triangle 29">
            <a:extLst>
              <a:ext uri="{FF2B5EF4-FFF2-40B4-BE49-F238E27FC236}">
                <a16:creationId xmlns:a16="http://schemas.microsoft.com/office/drawing/2014/main" id="{D3D8CA6E-4DE0-4465-A2EA-FE5C154ACF23}"/>
              </a:ext>
            </a:extLst>
          </p:cNvPr>
          <p:cNvSpPr/>
          <p:nvPr/>
        </p:nvSpPr>
        <p:spPr>
          <a:xfrm flipH="1">
            <a:off x="8015331" y="4595320"/>
            <a:ext cx="505118" cy="213373"/>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expertsource_Rsetting_footer">
            <a:extLst>
              <a:ext uri="{FF2B5EF4-FFF2-40B4-BE49-F238E27FC236}">
                <a16:creationId xmlns:a16="http://schemas.microsoft.com/office/drawing/2014/main" id="{78DB0903-7685-4544-BCDB-CFD6E9052F3A}"/>
              </a:ext>
            </a:extLst>
          </p:cNvPr>
          <p:cNvSpPr txBox="1"/>
          <p:nvPr/>
        </p:nvSpPr>
        <p:spPr>
          <a:xfrm>
            <a:off x="11877565" y="6477000"/>
            <a:ext cx="416035" cy="338554"/>
          </a:xfrm>
          <a:prstGeom prst="rect">
            <a:avLst/>
          </a:prstGeom>
          <a:noFill/>
        </p:spPr>
        <p:txBody>
          <a:bodyPr vert="horz" rtlCol="0">
            <a:spAutoFit/>
          </a:bodyPr>
          <a:lstStyle/>
          <a:p>
            <a:r>
              <a:rPr lang="en-IN" sz="800">
                <a:solidFill>
                  <a:srgbClr val="800080"/>
                </a:solidFill>
                <a:latin typeface="Cambria" panose="02040503050406030204" pitchFamily="18" charset="0"/>
              </a:rPr>
              <a:t>Public</a:t>
            </a:r>
          </a:p>
        </p:txBody>
      </p:sp>
      <p:sp>
        <p:nvSpPr>
          <p:cNvPr id="32" name="Rectangle 2">
            <a:extLst>
              <a:ext uri="{FF2B5EF4-FFF2-40B4-BE49-F238E27FC236}">
                <a16:creationId xmlns:a16="http://schemas.microsoft.com/office/drawing/2014/main" id="{39FF3E6D-59F5-402C-AF5C-85DC08C939E5}"/>
              </a:ext>
            </a:extLst>
          </p:cNvPr>
          <p:cNvSpPr>
            <a:spLocks noChangeArrowheads="1"/>
          </p:cNvSpPr>
          <p:nvPr/>
        </p:nvSpPr>
        <p:spPr bwMode="auto">
          <a:xfrm>
            <a:off x="138617" y="4712853"/>
            <a:ext cx="5214586" cy="1722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lgn="l">
              <a:lnSpc>
                <a:spcPct val="90000"/>
              </a:lnSpc>
              <a:spcBef>
                <a:spcPct val="20000"/>
              </a:spcBef>
              <a:buClr>
                <a:srgbClr val="66FFFF"/>
              </a:buClr>
              <a:buSzPct val="75000"/>
              <a:buFont typeface="Monotype Sorts" pitchFamily="2" charset="2"/>
              <a:buNone/>
            </a:pPr>
            <a:r>
              <a:rPr lang="en-US" sz="1600" dirty="0"/>
              <a:t>Where</a:t>
            </a:r>
          </a:p>
          <a:p>
            <a:pPr marL="342900" indent="-342900" algn="l">
              <a:lnSpc>
                <a:spcPct val="90000"/>
              </a:lnSpc>
              <a:spcBef>
                <a:spcPct val="20000"/>
              </a:spcBef>
              <a:buClr>
                <a:srgbClr val="66FFFF"/>
              </a:buClr>
              <a:buSzPct val="75000"/>
              <a:buFont typeface="Monotype Sorts" pitchFamily="2" charset="2"/>
              <a:buNone/>
            </a:pPr>
            <a:r>
              <a:rPr lang="en-US" sz="1600" dirty="0"/>
              <a:t>z</a:t>
            </a:r>
            <a:r>
              <a:rPr lang="el-GR" sz="1600" baseline="-25000" dirty="0">
                <a:sym typeface="Symbol" panose="05050102010706020507" pitchFamily="18" charset="2"/>
              </a:rPr>
              <a:t></a:t>
            </a:r>
            <a:r>
              <a:rPr lang="en-US" sz="1600" dirty="0"/>
              <a:t> = z value providing an area of </a:t>
            </a:r>
            <a:r>
              <a:rPr lang="el-GR" sz="1600" dirty="0">
                <a:sym typeface="Symbol" panose="05050102010706020507" pitchFamily="18" charset="2"/>
              </a:rPr>
              <a:t></a:t>
            </a:r>
            <a:r>
              <a:rPr lang="en-US" sz="1600" dirty="0"/>
              <a:t> in the tail</a:t>
            </a:r>
          </a:p>
          <a:p>
            <a:pPr marL="342900" indent="-342900">
              <a:lnSpc>
                <a:spcPct val="90000"/>
              </a:lnSpc>
              <a:spcBef>
                <a:spcPct val="20000"/>
              </a:spcBef>
              <a:buClr>
                <a:srgbClr val="66FFFF"/>
              </a:buClr>
              <a:buSzPct val="75000"/>
            </a:pPr>
            <a:r>
              <a:rPr lang="en-US" sz="1600" dirty="0"/>
              <a:t>z</a:t>
            </a:r>
            <a:r>
              <a:rPr lang="el-GR" sz="1600" baseline="-25000" dirty="0"/>
              <a:t>β</a:t>
            </a:r>
            <a:r>
              <a:rPr lang="en-US" sz="1600" dirty="0"/>
              <a:t> = z value providing an area of </a:t>
            </a:r>
            <a:r>
              <a:rPr lang="el-GR" sz="1600" dirty="0"/>
              <a:t>β</a:t>
            </a:r>
            <a:r>
              <a:rPr lang="en-US" sz="1600" dirty="0"/>
              <a:t> in the tail</a:t>
            </a:r>
          </a:p>
          <a:p>
            <a:pPr marL="342900" indent="-342900" algn="l">
              <a:lnSpc>
                <a:spcPct val="90000"/>
              </a:lnSpc>
              <a:spcBef>
                <a:spcPct val="20000"/>
              </a:spcBef>
              <a:buClr>
                <a:srgbClr val="66FFFF"/>
              </a:buClr>
              <a:buSzPct val="75000"/>
              <a:buFont typeface="Monotype Sorts" pitchFamily="2" charset="2"/>
              <a:buNone/>
            </a:pPr>
            <a:r>
              <a:rPr lang="en-US" sz="1600" dirty="0">
                <a:sym typeface="Symbol" panose="05050102010706020507" pitchFamily="18" charset="2"/>
              </a:rPr>
              <a:t></a:t>
            </a:r>
            <a:r>
              <a:rPr lang="en-US" sz="1600" dirty="0"/>
              <a:t> = population standard deviation</a:t>
            </a:r>
          </a:p>
          <a:p>
            <a:pPr marL="342900" indent="-342900" algn="l">
              <a:lnSpc>
                <a:spcPct val="90000"/>
              </a:lnSpc>
              <a:spcBef>
                <a:spcPct val="20000"/>
              </a:spcBef>
              <a:buClr>
                <a:srgbClr val="66FFFF"/>
              </a:buClr>
              <a:buSzPct val="75000"/>
              <a:buFont typeface="Monotype Sorts" pitchFamily="2" charset="2"/>
              <a:buNone/>
            </a:pPr>
            <a:r>
              <a:rPr lang="en-US" sz="1600" dirty="0"/>
              <a:t>µ</a:t>
            </a:r>
            <a:r>
              <a:rPr lang="en-US" sz="1600" baseline="-25000" dirty="0"/>
              <a:t>0</a:t>
            </a:r>
            <a:r>
              <a:rPr lang="en-US" sz="1600" dirty="0"/>
              <a:t> = value of the population mean in H</a:t>
            </a:r>
            <a:r>
              <a:rPr lang="en-US" sz="1600" baseline="-25000" dirty="0"/>
              <a:t>0</a:t>
            </a:r>
          </a:p>
          <a:p>
            <a:pPr marL="342900" indent="-342900">
              <a:lnSpc>
                <a:spcPct val="90000"/>
              </a:lnSpc>
              <a:spcBef>
                <a:spcPct val="20000"/>
              </a:spcBef>
              <a:buClr>
                <a:srgbClr val="66FFFF"/>
              </a:buClr>
              <a:buSzPct val="75000"/>
            </a:pPr>
            <a:r>
              <a:rPr lang="en-US" sz="1600" dirty="0"/>
              <a:t>µ</a:t>
            </a:r>
            <a:r>
              <a:rPr lang="en-US" sz="1600" baseline="-25000" dirty="0"/>
              <a:t>1</a:t>
            </a:r>
            <a:r>
              <a:rPr lang="en-US" sz="1600" dirty="0"/>
              <a:t> = value of the population mean used for the Type II error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C6557C-01D5-431C-8A2B-22347157B2FD}"/>
                  </a:ext>
                </a:extLst>
              </p:cNvPr>
              <p:cNvSpPr txBox="1"/>
              <p:nvPr/>
            </p:nvSpPr>
            <p:spPr>
              <a:xfrm>
                <a:off x="10056092" y="2927308"/>
                <a:ext cx="1759491" cy="1224759"/>
              </a:xfrm>
              <a:prstGeom prst="rect">
                <a:avLst/>
              </a:prstGeom>
              <a:noFill/>
            </p:spPr>
            <p:txBody>
              <a:bodyPr wrap="square" rtlCol="0">
                <a:spAutoFit/>
              </a:bodyPr>
              <a:lstStyle/>
              <a:p>
                <a:pPr algn="ctr"/>
                <a:r>
                  <a:rPr lang="en-IN" dirty="0"/>
                  <a:t>Sampling distribution of </a:t>
                </a:r>
                <a14:m>
                  <m:oMath xmlns:m="http://schemas.openxmlformats.org/officeDocument/2006/math">
                    <m:acc>
                      <m:accPr>
                        <m:chr m:val="̅"/>
                        <m:ctrlPr>
                          <a:rPr lang="en-IN" i="1" smtClean="0">
                            <a:latin typeface="Cambria Math" panose="02040503050406030204" pitchFamily="18" charset="0"/>
                          </a:rPr>
                        </m:ctrlPr>
                      </m:accPr>
                      <m:e>
                        <m:r>
                          <a:rPr lang="en-IN" b="0" i="1" smtClean="0">
                            <a:latin typeface="Cambria Math" panose="02040503050406030204" pitchFamily="18" charset="0"/>
                          </a:rPr>
                          <m:t>𝑥</m:t>
                        </m:r>
                      </m:e>
                    </m:acc>
                  </m:oMath>
                </a14:m>
                <a:r>
                  <a:rPr lang="en-IN" dirty="0"/>
                  <a:t> when H</a:t>
                </a:r>
                <a:r>
                  <a:rPr lang="en-IN" baseline="-25000" dirty="0"/>
                  <a:t>0 </a:t>
                </a:r>
                <a:r>
                  <a:rPr lang="en-IN" dirty="0"/>
                  <a:t>is false and </a:t>
                </a:r>
                <a:r>
                  <a:rPr lang="en-US" dirty="0"/>
                  <a:t>µ</a:t>
                </a:r>
                <a:r>
                  <a:rPr lang="en-US" baseline="-25000" dirty="0"/>
                  <a:t>1 </a:t>
                </a:r>
                <a:r>
                  <a:rPr lang="en-US" dirty="0"/>
                  <a:t>&gt;</a:t>
                </a:r>
                <a:r>
                  <a:rPr lang="en-US" baseline="-25000" dirty="0"/>
                  <a:t> </a:t>
                </a:r>
                <a:r>
                  <a:rPr lang="en-US" dirty="0"/>
                  <a:t>µ</a:t>
                </a:r>
                <a:r>
                  <a:rPr lang="en-US" baseline="-25000" dirty="0"/>
                  <a:t>0</a:t>
                </a:r>
                <a:endParaRPr lang="en-IN" baseline="-25000" dirty="0"/>
              </a:p>
            </p:txBody>
          </p:sp>
        </mc:Choice>
        <mc:Fallback xmlns="">
          <p:sp>
            <p:nvSpPr>
              <p:cNvPr id="12" name="TextBox 11">
                <a:extLst>
                  <a:ext uri="{FF2B5EF4-FFF2-40B4-BE49-F238E27FC236}">
                    <a16:creationId xmlns:a16="http://schemas.microsoft.com/office/drawing/2014/main" id="{3CC6557C-01D5-431C-8A2B-22347157B2FD}"/>
                  </a:ext>
                </a:extLst>
              </p:cNvPr>
              <p:cNvSpPr txBox="1">
                <a:spLocks noRot="1" noChangeAspect="1" noMove="1" noResize="1" noEditPoints="1" noAdjustHandles="1" noChangeArrowheads="1" noChangeShapeType="1" noTextEdit="1"/>
              </p:cNvSpPr>
              <p:nvPr/>
            </p:nvSpPr>
            <p:spPr>
              <a:xfrm>
                <a:off x="10056092" y="2927308"/>
                <a:ext cx="1759491" cy="1224759"/>
              </a:xfrm>
              <a:prstGeom prst="rect">
                <a:avLst/>
              </a:prstGeom>
              <a:blipFill>
                <a:blip r:embed="rId3"/>
                <a:stretch>
                  <a:fillRect l="-1042" t="-2488" r="-12847" b="-49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A1C4944-44F8-4127-BD7B-2625501A0A13}"/>
                  </a:ext>
                </a:extLst>
              </p:cNvPr>
              <p:cNvSpPr txBox="1"/>
              <p:nvPr/>
            </p:nvSpPr>
            <p:spPr>
              <a:xfrm>
                <a:off x="5254377" y="996256"/>
                <a:ext cx="1965817" cy="1233479"/>
              </a:xfrm>
              <a:prstGeom prst="rect">
                <a:avLst/>
              </a:prstGeom>
              <a:noFill/>
            </p:spPr>
            <p:txBody>
              <a:bodyPr wrap="square" rtlCol="0">
                <a:spAutoFit/>
              </a:bodyPr>
              <a:lstStyle/>
              <a:p>
                <a:r>
                  <a:rPr lang="en-IN" dirty="0"/>
                  <a:t>Sampling distribution of </a:t>
                </a:r>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𝑥</m:t>
                        </m:r>
                      </m:e>
                    </m:acc>
                  </m:oMath>
                </a14:m>
                <a:r>
                  <a:rPr lang="en-IN" dirty="0"/>
                  <a:t> when H</a:t>
                </a:r>
                <a:r>
                  <a:rPr lang="en-IN" baseline="-25000" dirty="0"/>
                  <a:t>0 </a:t>
                </a:r>
                <a:r>
                  <a:rPr lang="en-IN" dirty="0"/>
                  <a:t>is true and </a:t>
                </a:r>
                <a:r>
                  <a:rPr lang="en-US" dirty="0"/>
                  <a:t>µ</a:t>
                </a:r>
                <a:r>
                  <a:rPr lang="en-US" baseline="-25000" dirty="0"/>
                  <a:t> </a:t>
                </a:r>
                <a:r>
                  <a:rPr lang="en-US" dirty="0"/>
                  <a:t>=</a:t>
                </a:r>
                <a:r>
                  <a:rPr lang="en-US" baseline="-25000" dirty="0"/>
                  <a:t> </a:t>
                </a:r>
                <a:r>
                  <a:rPr lang="en-US" dirty="0"/>
                  <a:t>µ</a:t>
                </a:r>
                <a:r>
                  <a:rPr lang="en-US" baseline="-25000" dirty="0"/>
                  <a:t>0</a:t>
                </a:r>
                <a:endParaRPr lang="en-IN" baseline="-25000" dirty="0"/>
              </a:p>
            </p:txBody>
          </p:sp>
        </mc:Choice>
        <mc:Fallback xmlns="">
          <p:sp>
            <p:nvSpPr>
              <p:cNvPr id="34" name="TextBox 33">
                <a:extLst>
                  <a:ext uri="{FF2B5EF4-FFF2-40B4-BE49-F238E27FC236}">
                    <a16:creationId xmlns:a16="http://schemas.microsoft.com/office/drawing/2014/main" id="{9A1C4944-44F8-4127-BD7B-2625501A0A13}"/>
                  </a:ext>
                </a:extLst>
              </p:cNvPr>
              <p:cNvSpPr txBox="1">
                <a:spLocks noRot="1" noChangeAspect="1" noMove="1" noResize="1" noEditPoints="1" noAdjustHandles="1" noChangeArrowheads="1" noChangeShapeType="1" noTextEdit="1"/>
              </p:cNvSpPr>
              <p:nvPr/>
            </p:nvSpPr>
            <p:spPr>
              <a:xfrm>
                <a:off x="5254377" y="996256"/>
                <a:ext cx="1965817" cy="1233479"/>
              </a:xfrm>
              <a:prstGeom prst="rect">
                <a:avLst/>
              </a:prstGeom>
              <a:blipFill>
                <a:blip r:embed="rId4"/>
                <a:stretch>
                  <a:fillRect l="-2795" t="-2463" b="-3941"/>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270786E3-92BF-4279-B3E9-FF5473AC9F2D}"/>
              </a:ext>
            </a:extLst>
          </p:cNvPr>
          <p:cNvSpPr txBox="1"/>
          <p:nvPr/>
        </p:nvSpPr>
        <p:spPr>
          <a:xfrm>
            <a:off x="9759436" y="943615"/>
            <a:ext cx="1266373" cy="646331"/>
          </a:xfrm>
          <a:prstGeom prst="rect">
            <a:avLst/>
          </a:prstGeom>
          <a:solidFill>
            <a:srgbClr val="0070C0"/>
          </a:solidFill>
          <a:ln>
            <a:noFill/>
          </a:ln>
          <a:effectLst>
            <a:outerShdw blurRad="44450" dist="27940" dir="5400000" algn="ctr">
              <a:srgbClr val="000000">
                <a:alpha val="32000"/>
              </a:srgbClr>
            </a:outerShdw>
          </a:effectLst>
        </p:spPr>
        <p:txBody>
          <a:bodyPr wrap="square" rtlCol="0">
            <a:spAutoFit/>
          </a:bodyPr>
          <a:lstStyle/>
          <a:p>
            <a:pPr algn="ctr"/>
            <a:r>
              <a:rPr lang="en-US" dirty="0">
                <a:solidFill>
                  <a:schemeClr val="bg1"/>
                </a:solidFill>
              </a:rPr>
              <a:t>H</a:t>
            </a:r>
            <a:r>
              <a:rPr lang="en-US" baseline="-25000" dirty="0">
                <a:solidFill>
                  <a:schemeClr val="bg1"/>
                </a:solidFill>
              </a:rPr>
              <a:t>0</a:t>
            </a:r>
            <a:r>
              <a:rPr lang="en-US" dirty="0">
                <a:solidFill>
                  <a:schemeClr val="bg1"/>
                </a:solidFill>
              </a:rPr>
              <a:t>:</a:t>
            </a:r>
            <a:r>
              <a:rPr lang="en-US" baseline="-25000" dirty="0">
                <a:solidFill>
                  <a:schemeClr val="bg1"/>
                </a:solidFill>
              </a:rPr>
              <a:t> </a:t>
            </a:r>
            <a:r>
              <a:rPr lang="en-US" dirty="0">
                <a:solidFill>
                  <a:schemeClr val="bg1"/>
                </a:solidFill>
              </a:rPr>
              <a:t>µ</a:t>
            </a:r>
            <a:r>
              <a:rPr lang="en-US" baseline="-25000" dirty="0">
                <a:solidFill>
                  <a:schemeClr val="bg1"/>
                </a:solidFill>
              </a:rPr>
              <a:t> </a:t>
            </a:r>
            <a:r>
              <a:rPr lang="en-US" u="sng" dirty="0">
                <a:solidFill>
                  <a:schemeClr val="bg1"/>
                </a:solidFill>
              </a:rPr>
              <a:t>&lt;</a:t>
            </a:r>
            <a:r>
              <a:rPr lang="en-US" baseline="-25000" dirty="0">
                <a:solidFill>
                  <a:schemeClr val="bg1"/>
                </a:solidFill>
              </a:rPr>
              <a:t> </a:t>
            </a:r>
            <a:r>
              <a:rPr lang="en-US" dirty="0">
                <a:solidFill>
                  <a:schemeClr val="bg1"/>
                </a:solidFill>
              </a:rPr>
              <a:t>µ</a:t>
            </a:r>
            <a:r>
              <a:rPr lang="en-US" baseline="-25000" dirty="0">
                <a:solidFill>
                  <a:schemeClr val="bg1"/>
                </a:solidFill>
              </a:rPr>
              <a:t>0</a:t>
            </a:r>
          </a:p>
          <a:p>
            <a:pPr algn="ctr"/>
            <a:r>
              <a:rPr lang="en-US" dirty="0">
                <a:solidFill>
                  <a:schemeClr val="bg1"/>
                </a:solidFill>
              </a:rPr>
              <a:t>H</a:t>
            </a:r>
            <a:r>
              <a:rPr lang="en-US" baseline="-25000" dirty="0">
                <a:solidFill>
                  <a:schemeClr val="bg1"/>
                </a:solidFill>
              </a:rPr>
              <a:t>1</a:t>
            </a:r>
            <a:r>
              <a:rPr lang="en-US" dirty="0">
                <a:solidFill>
                  <a:schemeClr val="bg1"/>
                </a:solidFill>
              </a:rPr>
              <a:t>:</a:t>
            </a:r>
            <a:r>
              <a:rPr lang="en-US" baseline="-25000" dirty="0">
                <a:solidFill>
                  <a:schemeClr val="bg1"/>
                </a:solidFill>
              </a:rPr>
              <a:t> </a:t>
            </a:r>
            <a:r>
              <a:rPr lang="en-US" dirty="0">
                <a:solidFill>
                  <a:schemeClr val="bg1"/>
                </a:solidFill>
              </a:rPr>
              <a:t>µ</a:t>
            </a:r>
            <a:r>
              <a:rPr lang="en-US" baseline="-25000" dirty="0">
                <a:solidFill>
                  <a:schemeClr val="bg1"/>
                </a:solidFill>
              </a:rPr>
              <a:t> </a:t>
            </a:r>
            <a:r>
              <a:rPr lang="en-US" dirty="0">
                <a:solidFill>
                  <a:schemeClr val="bg1"/>
                </a:solidFill>
              </a:rPr>
              <a:t>&gt;</a:t>
            </a:r>
            <a:r>
              <a:rPr lang="en-US" baseline="-25000" dirty="0">
                <a:solidFill>
                  <a:schemeClr val="bg1"/>
                </a:solidFill>
              </a:rPr>
              <a:t> </a:t>
            </a:r>
            <a:r>
              <a:rPr lang="en-US" dirty="0">
                <a:solidFill>
                  <a:schemeClr val="bg1"/>
                </a:solidFill>
              </a:rPr>
              <a:t>µ</a:t>
            </a:r>
            <a:r>
              <a:rPr lang="en-US" baseline="-25000" dirty="0">
                <a:solidFill>
                  <a:schemeClr val="bg1"/>
                </a:solidFill>
              </a:rPr>
              <a:t>0</a:t>
            </a:r>
          </a:p>
        </p:txBody>
      </p:sp>
      <p:sp>
        <p:nvSpPr>
          <p:cNvPr id="37" name="Rectangle 36">
            <a:extLst>
              <a:ext uri="{FF2B5EF4-FFF2-40B4-BE49-F238E27FC236}">
                <a16:creationId xmlns:a16="http://schemas.microsoft.com/office/drawing/2014/main" id="{2C1E1801-7F68-4C7F-B1B3-641FDCDB625F}"/>
              </a:ext>
            </a:extLst>
          </p:cNvPr>
          <p:cNvSpPr/>
          <p:nvPr/>
        </p:nvSpPr>
        <p:spPr>
          <a:xfrm>
            <a:off x="9550081" y="4779440"/>
            <a:ext cx="418709" cy="369332"/>
          </a:xfrm>
          <a:prstGeom prst="rect">
            <a:avLst/>
          </a:prstGeom>
        </p:spPr>
        <p:txBody>
          <a:bodyPr wrap="square">
            <a:spAutoFit/>
          </a:bodyPr>
          <a:lstStyle/>
          <a:p>
            <a:r>
              <a:rPr lang="en-US" dirty="0"/>
              <a:t>µ</a:t>
            </a:r>
            <a:r>
              <a:rPr lang="en-US" baseline="-25000" dirty="0"/>
              <a:t>1</a:t>
            </a:r>
            <a:endParaRPr lang="en-IN" dirty="0"/>
          </a:p>
        </p:txBody>
      </p:sp>
      <p:sp>
        <p:nvSpPr>
          <p:cNvPr id="38" name="Rectangle 37">
            <a:extLst>
              <a:ext uri="{FF2B5EF4-FFF2-40B4-BE49-F238E27FC236}">
                <a16:creationId xmlns:a16="http://schemas.microsoft.com/office/drawing/2014/main" id="{AA7F18F0-46AC-489D-BA30-B7589ED3A2C5}"/>
              </a:ext>
            </a:extLst>
          </p:cNvPr>
          <p:cNvSpPr/>
          <p:nvPr/>
        </p:nvSpPr>
        <p:spPr>
          <a:xfrm>
            <a:off x="7190029" y="2867579"/>
            <a:ext cx="389850" cy="369332"/>
          </a:xfrm>
          <a:prstGeom prst="rect">
            <a:avLst/>
          </a:prstGeom>
        </p:spPr>
        <p:txBody>
          <a:bodyPr wrap="none">
            <a:spAutoFit/>
          </a:bodyPr>
          <a:lstStyle/>
          <a:p>
            <a:r>
              <a:rPr lang="en-US" dirty="0"/>
              <a:t>µ</a:t>
            </a:r>
            <a:r>
              <a:rPr lang="en-US" baseline="-25000" dirty="0"/>
              <a:t>0</a:t>
            </a:r>
            <a:endParaRPr lang="en-IN" dirty="0"/>
          </a:p>
        </p:txBody>
      </p:sp>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B082889A-DFDE-4694-A80A-AA664130BF32}"/>
                  </a:ext>
                </a:extLst>
              </p:cNvPr>
              <p:cNvSpPr/>
              <p:nvPr/>
            </p:nvSpPr>
            <p:spPr>
              <a:xfrm>
                <a:off x="8992964" y="2567122"/>
                <a:ext cx="367986" cy="369332"/>
              </a:xfrm>
              <a:prstGeom prst="rect">
                <a:avLst/>
              </a:prstGeom>
            </p:spPr>
            <p:txBody>
              <a:bodyPr wrap="none">
                <a:spAutoFit/>
              </a:bodyPr>
              <a:lstStyle/>
              <a:p>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𝑥</m:t>
                        </m:r>
                      </m:e>
                    </m:acc>
                  </m:oMath>
                </a14:m>
                <a:r>
                  <a:rPr lang="en-IN" dirty="0"/>
                  <a:t> </a:t>
                </a:r>
              </a:p>
            </p:txBody>
          </p:sp>
        </mc:Choice>
        <mc:Fallback xmlns="">
          <p:sp>
            <p:nvSpPr>
              <p:cNvPr id="39" name="Rectangle 38">
                <a:extLst>
                  <a:ext uri="{FF2B5EF4-FFF2-40B4-BE49-F238E27FC236}">
                    <a16:creationId xmlns:a16="http://schemas.microsoft.com/office/drawing/2014/main" id="{B082889A-DFDE-4694-A80A-AA664130BF32}"/>
                  </a:ext>
                </a:extLst>
              </p:cNvPr>
              <p:cNvSpPr>
                <a:spLocks noRot="1" noChangeAspect="1" noMove="1" noResize="1" noEditPoints="1" noAdjustHandles="1" noChangeArrowheads="1" noChangeShapeType="1" noTextEdit="1"/>
              </p:cNvSpPr>
              <p:nvPr/>
            </p:nvSpPr>
            <p:spPr>
              <a:xfrm>
                <a:off x="8992964" y="2567122"/>
                <a:ext cx="367986" cy="369332"/>
              </a:xfrm>
              <a:prstGeom prst="rect">
                <a:avLst/>
              </a:prstGeom>
              <a:blipFill>
                <a:blip r:embed="rId5"/>
                <a:stretch>
                  <a:fillRect r="-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6CCD88D-AD4C-48FD-AC41-A44D685F161C}"/>
                  </a:ext>
                </a:extLst>
              </p:cNvPr>
              <p:cNvSpPr/>
              <p:nvPr/>
            </p:nvSpPr>
            <p:spPr>
              <a:xfrm>
                <a:off x="11193792" y="4779440"/>
                <a:ext cx="389849" cy="369332"/>
              </a:xfrm>
              <a:prstGeom prst="rect">
                <a:avLst/>
              </a:prstGeom>
            </p:spPr>
            <p:txBody>
              <a:bodyPr wrap="square">
                <a:spAutoFit/>
              </a:bodyPr>
              <a:lstStyle/>
              <a:p>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𝑥</m:t>
                        </m:r>
                      </m:e>
                    </m:acc>
                  </m:oMath>
                </a14:m>
                <a:r>
                  <a:rPr lang="en-IN" dirty="0"/>
                  <a:t> </a:t>
                </a:r>
              </a:p>
            </p:txBody>
          </p:sp>
        </mc:Choice>
        <mc:Fallback xmlns="">
          <p:sp>
            <p:nvSpPr>
              <p:cNvPr id="40" name="Rectangle 39">
                <a:extLst>
                  <a:ext uri="{FF2B5EF4-FFF2-40B4-BE49-F238E27FC236}">
                    <a16:creationId xmlns:a16="http://schemas.microsoft.com/office/drawing/2014/main" id="{16CCD88D-AD4C-48FD-AC41-A44D685F161C}"/>
                  </a:ext>
                </a:extLst>
              </p:cNvPr>
              <p:cNvSpPr>
                <a:spLocks noRot="1" noChangeAspect="1" noMove="1" noResize="1" noEditPoints="1" noAdjustHandles="1" noChangeArrowheads="1" noChangeShapeType="1" noTextEdit="1"/>
              </p:cNvSpPr>
              <p:nvPr/>
            </p:nvSpPr>
            <p:spPr>
              <a:xfrm>
                <a:off x="11193792" y="4779440"/>
                <a:ext cx="389849" cy="369332"/>
              </a:xfrm>
              <a:prstGeom prst="rect">
                <a:avLst/>
              </a:prstGeom>
              <a:blipFill>
                <a:blip r:embed="rId6"/>
                <a:stretch>
                  <a:fillRect r="-14063"/>
                </a:stretch>
              </a:blipFill>
            </p:spPr>
            <p:txBody>
              <a:bodyPr/>
              <a:lstStyle/>
              <a:p>
                <a:r>
                  <a:rPr lang="en-IN">
                    <a:noFill/>
                  </a:rPr>
                  <a:t> </a:t>
                </a:r>
              </a:p>
            </p:txBody>
          </p:sp>
        </mc:Fallback>
      </mc:AlternateContent>
      <p:sp>
        <p:nvSpPr>
          <p:cNvPr id="41" name="Rectangle 40">
            <a:extLst>
              <a:ext uri="{FF2B5EF4-FFF2-40B4-BE49-F238E27FC236}">
                <a16:creationId xmlns:a16="http://schemas.microsoft.com/office/drawing/2014/main" id="{DECB0640-792F-4898-BA7A-488425DBA522}"/>
              </a:ext>
            </a:extLst>
          </p:cNvPr>
          <p:cNvSpPr/>
          <p:nvPr/>
        </p:nvSpPr>
        <p:spPr>
          <a:xfrm>
            <a:off x="7964086" y="4043250"/>
            <a:ext cx="308098" cy="369332"/>
          </a:xfrm>
          <a:prstGeom prst="rect">
            <a:avLst/>
          </a:prstGeom>
        </p:spPr>
        <p:txBody>
          <a:bodyPr wrap="none">
            <a:spAutoFit/>
          </a:bodyPr>
          <a:lstStyle/>
          <a:p>
            <a:r>
              <a:rPr lang="el-GR" dirty="0"/>
              <a:t>β</a:t>
            </a:r>
            <a:endParaRPr lang="en-IN" dirty="0"/>
          </a:p>
        </p:txBody>
      </p:sp>
      <p:sp>
        <p:nvSpPr>
          <p:cNvPr id="42" name="Rectangle 41">
            <a:extLst>
              <a:ext uri="{FF2B5EF4-FFF2-40B4-BE49-F238E27FC236}">
                <a16:creationId xmlns:a16="http://schemas.microsoft.com/office/drawing/2014/main" id="{0DFECB25-B683-4792-ACDD-6908FB111322}"/>
              </a:ext>
            </a:extLst>
          </p:cNvPr>
          <p:cNvSpPr/>
          <p:nvPr/>
        </p:nvSpPr>
        <p:spPr>
          <a:xfrm>
            <a:off x="8728958" y="2131600"/>
            <a:ext cx="330540" cy="369332"/>
          </a:xfrm>
          <a:prstGeom prst="rect">
            <a:avLst/>
          </a:prstGeom>
        </p:spPr>
        <p:txBody>
          <a:bodyPr wrap="none">
            <a:spAutoFit/>
          </a:bodyPr>
          <a:lstStyle/>
          <a:p>
            <a:r>
              <a:rPr lang="el-GR" dirty="0">
                <a:sym typeface="Symbol" panose="05050102010706020507" pitchFamily="18" charset="2"/>
              </a:rPr>
              <a:t></a:t>
            </a:r>
            <a:endParaRPr lang="en-IN" dirty="0"/>
          </a:p>
        </p:txBody>
      </p:sp>
      <p:cxnSp>
        <p:nvCxnSpPr>
          <p:cNvPr id="44" name="Straight Arrow Connector 43">
            <a:extLst>
              <a:ext uri="{FF2B5EF4-FFF2-40B4-BE49-F238E27FC236}">
                <a16:creationId xmlns:a16="http://schemas.microsoft.com/office/drawing/2014/main" id="{B067AB53-BE47-42C0-9A8F-A7868CAC6C6F}"/>
              </a:ext>
            </a:extLst>
          </p:cNvPr>
          <p:cNvCxnSpPr>
            <a:cxnSpLocks/>
            <a:stCxn id="42" idx="2"/>
            <a:endCxn id="10" idx="5"/>
          </p:cNvCxnSpPr>
          <p:nvPr/>
        </p:nvCxnSpPr>
        <p:spPr>
          <a:xfrm flipH="1">
            <a:off x="8814594" y="2500932"/>
            <a:ext cx="79634" cy="31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1027EFB-674A-442F-92BF-2CC73B7325A0}"/>
              </a:ext>
            </a:extLst>
          </p:cNvPr>
          <p:cNvCxnSpPr>
            <a:stCxn id="41" idx="2"/>
          </p:cNvCxnSpPr>
          <p:nvPr/>
        </p:nvCxnSpPr>
        <p:spPr>
          <a:xfrm>
            <a:off x="8118135" y="4412582"/>
            <a:ext cx="233370" cy="262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6D3C268-108C-4FFF-95A9-C5E771505DCC}"/>
                  </a:ext>
                </a:extLst>
              </p:cNvPr>
              <p:cNvSpPr txBox="1"/>
              <p:nvPr/>
            </p:nvSpPr>
            <p:spPr>
              <a:xfrm>
                <a:off x="9698009" y="1757765"/>
                <a:ext cx="1495784" cy="488660"/>
              </a:xfrm>
              <a:prstGeom prst="rect">
                <a:avLst/>
              </a:prstGeom>
              <a:solidFill>
                <a:srgbClr val="0070C0"/>
              </a:solidFill>
              <a:ln>
                <a:noFill/>
              </a:ln>
              <a:effectLst>
                <a:outerShdw blurRad="44450" dist="27940" dir="5400000" algn="ctr">
                  <a:srgbClr val="000000">
                    <a:alpha val="32000"/>
                  </a:srgbClr>
                </a:outerShdw>
              </a:effectLst>
            </p:spPr>
            <p:txBody>
              <a:bodyPr wrap="square" rtlCol="0">
                <a:spAutoFit/>
              </a:bodyPr>
              <a:lstStyle>
                <a:defPPr>
                  <a:defRPr lang="en-US"/>
                </a:defPPr>
                <a:lvl1pPr algn="ctr">
                  <a:defRPr>
                    <a:solidFill>
                      <a:schemeClr val="bg1"/>
                    </a:solidFill>
                  </a:defRPr>
                </a:lvl1pPr>
              </a:lstStyle>
              <a:p>
                <a:r>
                  <a:rPr lang="en-IN" dirty="0"/>
                  <a:t>Note: </a:t>
                </a:r>
                <a14:m>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𝜎</m:t>
                        </m:r>
                      </m:e>
                      <m:sub>
                        <m:acc>
                          <m:accPr>
                            <m:chr m:val="̅"/>
                            <m:ctrlPr>
                              <a:rPr lang="en-IN" i="1">
                                <a:latin typeface="Cambria Math" panose="02040503050406030204" pitchFamily="18" charset="0"/>
                              </a:rPr>
                            </m:ctrlPr>
                          </m:accPr>
                          <m:e>
                            <m:r>
                              <a:rPr lang="en-IN">
                                <a:latin typeface="Cambria Math" panose="02040503050406030204" pitchFamily="18" charset="0"/>
                              </a:rPr>
                              <m:t>𝑥</m:t>
                            </m:r>
                          </m:e>
                        </m:acc>
                      </m:sub>
                    </m:sSub>
                  </m:oMath>
                </a14:m>
                <a:r>
                  <a:rPr lang="en-IN" dirty="0"/>
                  <a:t>=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𝜎</m:t>
                        </m:r>
                      </m:num>
                      <m:den>
                        <m:rad>
                          <m:radPr>
                            <m:degHide m:val="on"/>
                            <m:ctrlPr>
                              <a:rPr lang="en-IN" i="1">
                                <a:latin typeface="Cambria Math" panose="02040503050406030204" pitchFamily="18" charset="0"/>
                              </a:rPr>
                            </m:ctrlPr>
                          </m:radPr>
                          <m:deg/>
                          <m:e>
                            <m:r>
                              <a:rPr lang="en-IN">
                                <a:latin typeface="Cambria Math" panose="02040503050406030204" pitchFamily="18" charset="0"/>
                              </a:rPr>
                              <m:t>𝑛</m:t>
                            </m:r>
                          </m:e>
                        </m:rad>
                      </m:den>
                    </m:f>
                  </m:oMath>
                </a14:m>
                <a:endParaRPr lang="en-IN" dirty="0"/>
              </a:p>
            </p:txBody>
          </p:sp>
        </mc:Choice>
        <mc:Fallback xmlns="">
          <p:sp>
            <p:nvSpPr>
              <p:cNvPr id="56" name="TextBox 55">
                <a:extLst>
                  <a:ext uri="{FF2B5EF4-FFF2-40B4-BE49-F238E27FC236}">
                    <a16:creationId xmlns:a16="http://schemas.microsoft.com/office/drawing/2014/main" id="{C6D3C268-108C-4FFF-95A9-C5E771505DCC}"/>
                  </a:ext>
                </a:extLst>
              </p:cNvPr>
              <p:cNvSpPr txBox="1">
                <a:spLocks noRot="1" noChangeAspect="1" noMove="1" noResize="1" noEditPoints="1" noAdjustHandles="1" noChangeArrowheads="1" noChangeShapeType="1" noTextEdit="1"/>
              </p:cNvSpPr>
              <p:nvPr/>
            </p:nvSpPr>
            <p:spPr>
              <a:xfrm>
                <a:off x="9698009" y="1757765"/>
                <a:ext cx="1495784" cy="488660"/>
              </a:xfrm>
              <a:prstGeom prst="rect">
                <a:avLst/>
              </a:prstGeom>
              <a:blipFill>
                <a:blip r:embed="rId9"/>
                <a:stretch>
                  <a:fillRect/>
                </a:stretch>
              </a:blipFill>
              <a:ln>
                <a:noFill/>
              </a:ln>
              <a:effectLst>
                <a:outerShdw blurRad="44450" dist="27940" dir="5400000" algn="ctr">
                  <a:srgbClr val="000000">
                    <a:alpha val="32000"/>
                  </a:srgbClr>
                </a:outerShdw>
              </a:effectLst>
            </p:spPr>
            <p:txBody>
              <a:bodyPr/>
              <a:lstStyle/>
              <a:p>
                <a:r>
                  <a:rPr lang="en-IN">
                    <a:noFill/>
                  </a:rPr>
                  <a:t> </a:t>
                </a:r>
              </a:p>
            </p:txBody>
          </p:sp>
        </mc:Fallback>
      </mc:AlternateContent>
      <p:sp>
        <p:nvSpPr>
          <p:cNvPr id="33" name="Rectangle 2">
            <a:extLst>
              <a:ext uri="{FF2B5EF4-FFF2-40B4-BE49-F238E27FC236}">
                <a16:creationId xmlns:a16="http://schemas.microsoft.com/office/drawing/2014/main" id="{0923550E-B3CC-4FB7-8536-863D2104109A}"/>
              </a:ext>
            </a:extLst>
          </p:cNvPr>
          <p:cNvSpPr>
            <a:spLocks noChangeArrowheads="1"/>
          </p:cNvSpPr>
          <p:nvPr/>
        </p:nvSpPr>
        <p:spPr bwMode="auto">
          <a:xfrm>
            <a:off x="5091322" y="5330074"/>
            <a:ext cx="6618078" cy="1319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285750" indent="-285750">
              <a:buFont typeface="Arial" panose="020B0604020202020204" pitchFamily="34" charset="0"/>
              <a:buChar char="•"/>
            </a:pPr>
            <a:r>
              <a:rPr lang="en-US" sz="1600" dirty="0"/>
              <a:t>For a given sample size, choosing a smaller level of significance means more exposure to a Type II error. </a:t>
            </a:r>
          </a:p>
          <a:p>
            <a:pPr marL="285750" indent="-285750">
              <a:buFont typeface="Arial" panose="020B0604020202020204" pitchFamily="34" charset="0"/>
              <a:buChar char="•"/>
            </a:pPr>
            <a:r>
              <a:rPr lang="en-US" sz="1600" dirty="0"/>
              <a:t>Inexperienced users of hypothesis testing often think that smaller values of </a:t>
            </a:r>
            <a:r>
              <a:rPr lang="en-US" sz="1600" i="1" dirty="0"/>
              <a:t>α </a:t>
            </a:r>
            <a:r>
              <a:rPr lang="en-US" sz="1600" dirty="0"/>
              <a:t>are always better. They are better if we are concerned only about making a Type I error.</a:t>
            </a:r>
            <a:endParaRPr lang="en-US" sz="1400" dirty="0"/>
          </a:p>
        </p:txBody>
      </p:sp>
      <p:sp>
        <p:nvSpPr>
          <p:cNvPr id="36" name="Rectangle 35">
            <a:extLst>
              <a:ext uri="{FF2B5EF4-FFF2-40B4-BE49-F238E27FC236}">
                <a16:creationId xmlns:a16="http://schemas.microsoft.com/office/drawing/2014/main" id="{7798F236-DD1B-4474-B5C4-9460AB5E62ED}"/>
              </a:ext>
            </a:extLst>
          </p:cNvPr>
          <p:cNvSpPr/>
          <p:nvPr/>
        </p:nvSpPr>
        <p:spPr>
          <a:xfrm>
            <a:off x="8918273" y="908292"/>
            <a:ext cx="282450" cy="369332"/>
          </a:xfrm>
          <a:prstGeom prst="rect">
            <a:avLst/>
          </a:prstGeom>
        </p:spPr>
        <p:txBody>
          <a:bodyPr wrap="square">
            <a:spAutoFit/>
          </a:bodyPr>
          <a:lstStyle/>
          <a:p>
            <a:r>
              <a:rPr lang="en-IN" dirty="0">
                <a:sym typeface="Symbol" panose="05050102010706020507" pitchFamily="18" charset="2"/>
              </a:rPr>
              <a:t>c</a:t>
            </a:r>
            <a:endParaRPr lang="en-IN" dirty="0"/>
          </a:p>
        </p:txBody>
      </p:sp>
      <p:cxnSp>
        <p:nvCxnSpPr>
          <p:cNvPr id="43" name="Straight Arrow Connector 42">
            <a:extLst>
              <a:ext uri="{FF2B5EF4-FFF2-40B4-BE49-F238E27FC236}">
                <a16:creationId xmlns:a16="http://schemas.microsoft.com/office/drawing/2014/main" id="{56F6898D-EEA6-4342-8FF3-E410A8760452}"/>
              </a:ext>
            </a:extLst>
          </p:cNvPr>
          <p:cNvCxnSpPr>
            <a:cxnSpLocks/>
            <a:stCxn id="36" idx="1"/>
          </p:cNvCxnSpPr>
          <p:nvPr/>
        </p:nvCxnSpPr>
        <p:spPr>
          <a:xfrm flipH="1">
            <a:off x="8531629" y="1092958"/>
            <a:ext cx="386644" cy="243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7B511F88-9A40-4796-96EA-384F2547806F}"/>
                  </a:ext>
                </a:extLst>
              </p:cNvPr>
              <p:cNvSpPr txBox="1"/>
              <p:nvPr/>
            </p:nvSpPr>
            <p:spPr>
              <a:xfrm>
                <a:off x="1100372" y="2278876"/>
                <a:ext cx="1764009" cy="5825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𝑐</m:t>
                      </m:r>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𝜇</m:t>
                          </m:r>
                        </m:e>
                        <m:sub>
                          <m:r>
                            <a:rPr lang="en-IN" sz="2000" b="0" i="1" smtClean="0">
                              <a:latin typeface="Cambria Math" panose="02040503050406030204" pitchFamily="18" charset="0"/>
                            </a:rPr>
                            <m:t>0</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ea typeface="Cambria Math" panose="02040503050406030204" pitchFamily="18" charset="0"/>
                            </a:rPr>
                            <m:t>𝛼</m:t>
                          </m:r>
                        </m:sub>
                      </m:sSub>
                      <m:f>
                        <m:fPr>
                          <m:ctrlPr>
                            <a:rPr lang="en-IN" sz="2000" b="0" i="1" smtClean="0">
                              <a:latin typeface="Cambria Math" panose="02040503050406030204" pitchFamily="18" charset="0"/>
                            </a:rPr>
                          </m:ctrlPr>
                        </m:fPr>
                        <m:num>
                          <m:r>
                            <a:rPr lang="en-IN" sz="2000" b="0" i="1" smtClean="0">
                              <a:latin typeface="Cambria Math" panose="02040503050406030204" pitchFamily="18" charset="0"/>
                              <a:ea typeface="Cambria Math" panose="02040503050406030204" pitchFamily="18" charset="0"/>
                            </a:rPr>
                            <m:t>𝜎</m:t>
                          </m:r>
                        </m:num>
                        <m:den>
                          <m:rad>
                            <m:radPr>
                              <m:degHide m:val="on"/>
                              <m:ctrlPr>
                                <a:rPr lang="en-IN" sz="2000" b="0" i="1" smtClean="0">
                                  <a:latin typeface="Cambria Math" panose="02040503050406030204" pitchFamily="18" charset="0"/>
                                </a:rPr>
                              </m:ctrlPr>
                            </m:radPr>
                            <m:deg/>
                            <m:e>
                              <m:r>
                                <a:rPr lang="en-IN" sz="2000" b="0" i="1" smtClean="0">
                                  <a:latin typeface="Cambria Math" panose="02040503050406030204" pitchFamily="18" charset="0"/>
                                </a:rPr>
                                <m:t>𝑛</m:t>
                              </m:r>
                            </m:e>
                          </m:rad>
                        </m:den>
                      </m:f>
                    </m:oMath>
                  </m:oMathPara>
                </a14:m>
                <a:endParaRPr lang="en-IN" sz="2000" dirty="0"/>
              </a:p>
            </p:txBody>
          </p:sp>
        </mc:Choice>
        <mc:Fallback>
          <p:sp>
            <p:nvSpPr>
              <p:cNvPr id="19" name="TextBox 18">
                <a:extLst>
                  <a:ext uri="{FF2B5EF4-FFF2-40B4-BE49-F238E27FC236}">
                    <a16:creationId xmlns:a16="http://schemas.microsoft.com/office/drawing/2014/main" id="{7B511F88-9A40-4796-96EA-384F2547806F}"/>
                  </a:ext>
                </a:extLst>
              </p:cNvPr>
              <p:cNvSpPr txBox="1">
                <a:spLocks noRot="1" noChangeAspect="1" noMove="1" noResize="1" noEditPoints="1" noAdjustHandles="1" noChangeArrowheads="1" noChangeShapeType="1" noTextEdit="1"/>
              </p:cNvSpPr>
              <p:nvPr/>
            </p:nvSpPr>
            <p:spPr>
              <a:xfrm>
                <a:off x="1100372" y="2278876"/>
                <a:ext cx="1764009" cy="5825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53C2796A-2F67-4DB1-B0D9-87EEF7A51D7D}"/>
                  </a:ext>
                </a:extLst>
              </p:cNvPr>
              <p:cNvSpPr txBox="1"/>
              <p:nvPr/>
            </p:nvSpPr>
            <p:spPr>
              <a:xfrm>
                <a:off x="1039896" y="3090530"/>
                <a:ext cx="1748427" cy="5825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𝑐</m:t>
                      </m:r>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ea typeface="Cambria Math" panose="02040503050406030204" pitchFamily="18" charset="0"/>
                            </a:rPr>
                            <m:t>𝜇</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ea typeface="Cambria Math" panose="02040503050406030204" pitchFamily="18" charset="0"/>
                            </a:rPr>
                            <m:t>𝛽</m:t>
                          </m:r>
                        </m:sub>
                      </m:sSub>
                      <m:f>
                        <m:fPr>
                          <m:ctrlPr>
                            <a:rPr lang="en-IN" sz="2000" b="0" i="1" smtClean="0">
                              <a:latin typeface="Cambria Math" panose="02040503050406030204" pitchFamily="18" charset="0"/>
                            </a:rPr>
                          </m:ctrlPr>
                        </m:fPr>
                        <m:num>
                          <m:r>
                            <a:rPr lang="en-IN" sz="2000" b="0" i="1" smtClean="0">
                              <a:latin typeface="Cambria Math" panose="02040503050406030204" pitchFamily="18" charset="0"/>
                              <a:ea typeface="Cambria Math" panose="02040503050406030204" pitchFamily="18" charset="0"/>
                            </a:rPr>
                            <m:t>𝜎</m:t>
                          </m:r>
                        </m:num>
                        <m:den>
                          <m:rad>
                            <m:radPr>
                              <m:degHide m:val="on"/>
                              <m:ctrlPr>
                                <a:rPr lang="en-IN" sz="2000" b="0" i="1" smtClean="0">
                                  <a:latin typeface="Cambria Math" panose="02040503050406030204" pitchFamily="18" charset="0"/>
                                </a:rPr>
                              </m:ctrlPr>
                            </m:radPr>
                            <m:deg/>
                            <m:e>
                              <m:r>
                                <a:rPr lang="en-IN" sz="2000" b="0" i="1" smtClean="0">
                                  <a:latin typeface="Cambria Math" panose="02040503050406030204" pitchFamily="18" charset="0"/>
                                </a:rPr>
                                <m:t>𝑛</m:t>
                              </m:r>
                            </m:e>
                          </m:rad>
                        </m:den>
                      </m:f>
                    </m:oMath>
                  </m:oMathPara>
                </a14:m>
                <a:endParaRPr lang="en-IN" sz="2000" dirty="0"/>
              </a:p>
            </p:txBody>
          </p:sp>
        </mc:Choice>
        <mc:Fallback>
          <p:sp>
            <p:nvSpPr>
              <p:cNvPr id="45" name="TextBox 44">
                <a:extLst>
                  <a:ext uri="{FF2B5EF4-FFF2-40B4-BE49-F238E27FC236}">
                    <a16:creationId xmlns:a16="http://schemas.microsoft.com/office/drawing/2014/main" id="{53C2796A-2F67-4DB1-B0D9-87EEF7A51D7D}"/>
                  </a:ext>
                </a:extLst>
              </p:cNvPr>
              <p:cNvSpPr txBox="1">
                <a:spLocks noRot="1" noChangeAspect="1" noMove="1" noResize="1" noEditPoints="1" noAdjustHandles="1" noChangeArrowheads="1" noChangeShapeType="1" noTextEdit="1"/>
              </p:cNvSpPr>
              <p:nvPr/>
            </p:nvSpPr>
            <p:spPr>
              <a:xfrm>
                <a:off x="1039896" y="3090530"/>
                <a:ext cx="1748427" cy="5825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DC8A80F4-5016-4220-8F3F-E0CDD56C878A}"/>
                  </a:ext>
                </a:extLst>
              </p:cNvPr>
              <p:cNvSpPr txBox="1"/>
              <p:nvPr/>
            </p:nvSpPr>
            <p:spPr>
              <a:xfrm>
                <a:off x="1280097" y="3902184"/>
                <a:ext cx="1955095" cy="541815"/>
              </a:xfrm>
              <a:prstGeom prst="rect">
                <a:avLst/>
              </a:prstGeom>
              <a:noFill/>
            </p:spPr>
            <p:txBody>
              <a:bodyPr wrap="square" lIns="0" tIns="0" rIns="0" bIns="0" rtlCol="0">
                <a:spAutoFit/>
              </a:bodyPr>
              <a:lstStyle/>
              <a:p>
                <a:r>
                  <a:rPr lang="en-IN" sz="2000" dirty="0"/>
                  <a:t>n= </a:t>
                </a:r>
                <a14:m>
                  <m:oMath xmlns:m="http://schemas.openxmlformats.org/officeDocument/2006/math">
                    <m:f>
                      <m:fPr>
                        <m:ctrlPr>
                          <a:rPr lang="en-IN" sz="2000" b="0" i="1" smtClean="0">
                            <a:latin typeface="Cambria Math" panose="02040503050406030204" pitchFamily="18" charset="0"/>
                          </a:rPr>
                        </m:ctrlPr>
                      </m:fPr>
                      <m:num>
                        <m:sSup>
                          <m:sSupPr>
                            <m:ctrlPr>
                              <a:rPr lang="en-IN" sz="2000" b="0" i="1" smtClean="0">
                                <a:latin typeface="Cambria Math" panose="02040503050406030204" pitchFamily="18" charset="0"/>
                              </a:rPr>
                            </m:ctrlPr>
                          </m:sSupPr>
                          <m:e>
                            <m:sSub>
                              <m:sSubPr>
                                <m:ctrlPr>
                                  <a:rPr lang="en-IN" sz="2000" i="1">
                                    <a:latin typeface="Cambria Math" panose="02040503050406030204" pitchFamily="18" charset="0"/>
                                  </a:rPr>
                                </m:ctrlPr>
                              </m:sSubPr>
                              <m:e>
                                <m:r>
                                  <a:rPr lang="en-IN" sz="2000" i="1">
                                    <a:latin typeface="Cambria Math" panose="02040503050406030204" pitchFamily="18" charset="0"/>
                                  </a:rPr>
                                  <m:t>(</m:t>
                                </m:r>
                                <m:r>
                                  <a:rPr lang="en-IN" sz="2000" i="1">
                                    <a:latin typeface="Cambria Math" panose="02040503050406030204" pitchFamily="18" charset="0"/>
                                  </a:rPr>
                                  <m:t>𝑧</m:t>
                                </m:r>
                              </m:e>
                              <m:sub>
                                <m:r>
                                  <a:rPr lang="en-IN" sz="2000" i="1">
                                    <a:latin typeface="Cambria Math" panose="02040503050406030204" pitchFamily="18" charset="0"/>
                                    <a:ea typeface="Cambria Math" panose="02040503050406030204" pitchFamily="18" charset="0"/>
                                  </a:rPr>
                                  <m:t>𝛼</m:t>
                                </m:r>
                              </m:sub>
                            </m:sSub>
                            <m:r>
                              <a:rPr lang="en-IN" sz="2000" i="1">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ea typeface="Cambria Math" panose="02040503050406030204" pitchFamily="18" charset="0"/>
                                  </a:rPr>
                                  <m:t>𝛽</m:t>
                                </m:r>
                              </m:sub>
                            </m:sSub>
                            <m:r>
                              <a:rPr lang="en-IN" sz="2000" i="1">
                                <a:latin typeface="Cambria Math" panose="02040503050406030204" pitchFamily="18" charset="0"/>
                                <a:ea typeface="Cambria Math" panose="02040503050406030204" pitchFamily="18" charset="0"/>
                              </a:rPr>
                              <m:t>)</m:t>
                            </m:r>
                          </m:e>
                          <m:sup>
                            <m:r>
                              <a:rPr lang="en-IN" sz="2000" b="0" i="1" smtClean="0">
                                <a:latin typeface="Cambria Math" panose="02040503050406030204" pitchFamily="18" charset="0"/>
                              </a:rPr>
                              <m:t>2</m:t>
                            </m:r>
                          </m:sup>
                        </m:sSup>
                        <m:sSup>
                          <m:sSupPr>
                            <m:ctrlPr>
                              <a:rPr lang="en-IN" sz="2000" b="0" i="1" smtClean="0">
                                <a:latin typeface="Cambria Math" panose="02040503050406030204" pitchFamily="18" charset="0"/>
                                <a:ea typeface="Cambria Math" panose="02040503050406030204" pitchFamily="18" charset="0"/>
                              </a:rPr>
                            </m:ctrlPr>
                          </m:sSupPr>
                          <m:e>
                            <m:r>
                              <a:rPr lang="en-IN" sz="2000" b="0" i="1" smtClean="0">
                                <a:latin typeface="Cambria Math" panose="02040503050406030204" pitchFamily="18" charset="0"/>
                                <a:ea typeface="Cambria Math" panose="02040503050406030204" pitchFamily="18" charset="0"/>
                              </a:rPr>
                              <m:t>𝜎</m:t>
                            </m:r>
                          </m:e>
                          <m:sup>
                            <m:r>
                              <a:rPr lang="en-IN" sz="2000" b="0" i="1" smtClean="0">
                                <a:latin typeface="Cambria Math" panose="02040503050406030204" pitchFamily="18" charset="0"/>
                                <a:ea typeface="Cambria Math" panose="02040503050406030204" pitchFamily="18" charset="0"/>
                              </a:rPr>
                              <m:t>2</m:t>
                            </m:r>
                          </m:sup>
                        </m:sSup>
                      </m:num>
                      <m:den>
                        <m:sSup>
                          <m:sSupPr>
                            <m:ctrlPr>
                              <a:rPr lang="en-IN" sz="2000" i="1">
                                <a:latin typeface="Cambria Math" panose="02040503050406030204" pitchFamily="18" charset="0"/>
                              </a:rPr>
                            </m:ctrlPr>
                          </m:sSupPr>
                          <m:e>
                            <m:sSub>
                              <m:sSubPr>
                                <m:ctrlPr>
                                  <a:rPr lang="en-IN" sz="2000" i="1">
                                    <a:latin typeface="Cambria Math" panose="02040503050406030204" pitchFamily="18" charset="0"/>
                                  </a:rPr>
                                </m:ctrlPr>
                              </m:sSubPr>
                              <m:e>
                                <m:r>
                                  <a:rPr lang="en-IN" sz="2000" i="1">
                                    <a:latin typeface="Cambria Math" panose="02040503050406030204" pitchFamily="18" charset="0"/>
                                  </a:rPr>
                                  <m:t>(</m:t>
                                </m:r>
                                <m:r>
                                  <a:rPr lang="en-IN" sz="2000" i="1" smtClean="0">
                                    <a:latin typeface="Cambria Math" panose="02040503050406030204" pitchFamily="18" charset="0"/>
                                    <a:ea typeface="Cambria Math" panose="02040503050406030204" pitchFamily="18" charset="0"/>
                                  </a:rPr>
                                  <m:t>𝜇</m:t>
                                </m:r>
                              </m:e>
                              <m:sub>
                                <m:r>
                                  <a:rPr lang="en-IN" sz="2000" b="0" i="1" smtClean="0">
                                    <a:latin typeface="Cambria Math" panose="02040503050406030204" pitchFamily="18" charset="0"/>
                                  </a:rPr>
                                  <m:t>0</m:t>
                                </m:r>
                              </m:sub>
                            </m:sSub>
                            <m:r>
                              <a:rPr lang="en-IN" sz="2000" b="0" i="1" smtClean="0">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𝜇</m:t>
                                </m:r>
                              </m:e>
                              <m:sub>
                                <m:r>
                                  <a:rPr lang="en-IN" sz="2000" b="0" i="1" smtClean="0">
                                    <a:latin typeface="Cambria Math" panose="02040503050406030204" pitchFamily="18" charset="0"/>
                                  </a:rPr>
                                  <m:t>1</m:t>
                                </m:r>
                              </m:sub>
                            </m:sSub>
                            <m:r>
                              <a:rPr lang="en-IN" sz="2000" i="1">
                                <a:latin typeface="Cambria Math" panose="02040503050406030204" pitchFamily="18" charset="0"/>
                                <a:ea typeface="Cambria Math" panose="02040503050406030204" pitchFamily="18" charset="0"/>
                              </a:rPr>
                              <m:t>)</m:t>
                            </m:r>
                          </m:e>
                          <m:sup>
                            <m:r>
                              <a:rPr lang="en-IN" sz="2000" i="1">
                                <a:latin typeface="Cambria Math" panose="02040503050406030204" pitchFamily="18" charset="0"/>
                              </a:rPr>
                              <m:t>2</m:t>
                            </m:r>
                          </m:sup>
                        </m:sSup>
                      </m:den>
                    </m:f>
                  </m:oMath>
                </a14:m>
                <a:endParaRPr lang="en-IN" sz="2000" dirty="0"/>
              </a:p>
            </p:txBody>
          </p:sp>
        </mc:Choice>
        <mc:Fallback>
          <p:sp>
            <p:nvSpPr>
              <p:cNvPr id="47" name="TextBox 46">
                <a:extLst>
                  <a:ext uri="{FF2B5EF4-FFF2-40B4-BE49-F238E27FC236}">
                    <a16:creationId xmlns:a16="http://schemas.microsoft.com/office/drawing/2014/main" id="{DC8A80F4-5016-4220-8F3F-E0CDD56C878A}"/>
                  </a:ext>
                </a:extLst>
              </p:cNvPr>
              <p:cNvSpPr txBox="1">
                <a:spLocks noRot="1" noChangeAspect="1" noMove="1" noResize="1" noEditPoints="1" noAdjustHandles="1" noChangeArrowheads="1" noChangeShapeType="1" noTextEdit="1"/>
              </p:cNvSpPr>
              <p:nvPr/>
            </p:nvSpPr>
            <p:spPr>
              <a:xfrm>
                <a:off x="1280097" y="3902184"/>
                <a:ext cx="1955095" cy="541815"/>
              </a:xfrm>
              <a:prstGeom prst="rect">
                <a:avLst/>
              </a:prstGeom>
              <a:blipFill>
                <a:blip r:embed="rId12"/>
                <a:stretch>
                  <a:fillRect l="-8100" b="-8989"/>
                </a:stretch>
              </a:blipFill>
            </p:spPr>
            <p:txBody>
              <a:bodyPr/>
              <a:lstStyle/>
              <a:p>
                <a:r>
                  <a:rPr lang="en-IN">
                    <a:noFill/>
                  </a:rPr>
                  <a:t> </a:t>
                </a:r>
              </a:p>
            </p:txBody>
          </p:sp>
        </mc:Fallback>
      </mc:AlternateContent>
      <p:sp>
        <p:nvSpPr>
          <p:cNvPr id="20" name="Rectangle 19">
            <a:extLst>
              <a:ext uri="{FF2B5EF4-FFF2-40B4-BE49-F238E27FC236}">
                <a16:creationId xmlns:a16="http://schemas.microsoft.com/office/drawing/2014/main" id="{23A32E75-6615-4697-ABDC-AA52ADF8EE40}"/>
              </a:ext>
            </a:extLst>
          </p:cNvPr>
          <p:cNvSpPr/>
          <p:nvPr/>
        </p:nvSpPr>
        <p:spPr>
          <a:xfrm>
            <a:off x="7157439" y="4964106"/>
            <a:ext cx="1715783" cy="287124"/>
          </a:xfrm>
          <a:prstGeom prst="rect">
            <a:avLst/>
          </a:prstGeom>
          <a:ln>
            <a:solidFill>
              <a:schemeClr val="accent1"/>
            </a:solidFill>
          </a:ln>
          <a:effectLst>
            <a:innerShdw blurRad="63500" dist="50800" dir="16200000">
              <a:prstClr val="black">
                <a:alpha val="50000"/>
              </a:prst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Observations</a:t>
            </a:r>
          </a:p>
        </p:txBody>
      </p:sp>
      <p:sp>
        <p:nvSpPr>
          <p:cNvPr id="22" name="TextBox 21">
            <a:extLst>
              <a:ext uri="{FF2B5EF4-FFF2-40B4-BE49-F238E27FC236}">
                <a16:creationId xmlns:a16="http://schemas.microsoft.com/office/drawing/2014/main" id="{D7DCECB0-0326-4525-A87F-01754960BC41}"/>
              </a:ext>
            </a:extLst>
          </p:cNvPr>
          <p:cNvSpPr txBox="1"/>
          <p:nvPr/>
        </p:nvSpPr>
        <p:spPr>
          <a:xfrm>
            <a:off x="3260761" y="2397845"/>
            <a:ext cx="556153" cy="338554"/>
          </a:xfrm>
          <a:prstGeom prst="rect">
            <a:avLst/>
          </a:prstGeom>
          <a:noFill/>
        </p:spPr>
        <p:txBody>
          <a:bodyPr wrap="square" rtlCol="0">
            <a:spAutoFit/>
          </a:bodyPr>
          <a:lstStyle/>
          <a:p>
            <a:r>
              <a:rPr lang="en-IN" sz="1600" dirty="0"/>
              <a:t>(1)</a:t>
            </a:r>
            <a:endParaRPr lang="en-IN" dirty="0"/>
          </a:p>
        </p:txBody>
      </p:sp>
      <p:sp>
        <p:nvSpPr>
          <p:cNvPr id="50" name="TextBox 49">
            <a:extLst>
              <a:ext uri="{FF2B5EF4-FFF2-40B4-BE49-F238E27FC236}">
                <a16:creationId xmlns:a16="http://schemas.microsoft.com/office/drawing/2014/main" id="{8DBB0731-A56D-484C-B8F5-BB4B2BFDBDBD}"/>
              </a:ext>
            </a:extLst>
          </p:cNvPr>
          <p:cNvSpPr txBox="1"/>
          <p:nvPr/>
        </p:nvSpPr>
        <p:spPr>
          <a:xfrm>
            <a:off x="3259760" y="3201133"/>
            <a:ext cx="556153" cy="338554"/>
          </a:xfrm>
          <a:prstGeom prst="rect">
            <a:avLst/>
          </a:prstGeom>
          <a:noFill/>
        </p:spPr>
        <p:txBody>
          <a:bodyPr wrap="square" rtlCol="0">
            <a:spAutoFit/>
          </a:bodyPr>
          <a:lstStyle/>
          <a:p>
            <a:r>
              <a:rPr lang="en-IN" sz="1600" dirty="0"/>
              <a:t>(2)</a:t>
            </a:r>
            <a:endParaRPr lang="en-IN" dirty="0"/>
          </a:p>
        </p:txBody>
      </p:sp>
      <p:sp>
        <p:nvSpPr>
          <p:cNvPr id="51" name="TextBox 50">
            <a:extLst>
              <a:ext uri="{FF2B5EF4-FFF2-40B4-BE49-F238E27FC236}">
                <a16:creationId xmlns:a16="http://schemas.microsoft.com/office/drawing/2014/main" id="{5741837E-3F58-46D0-A1B8-9A24B5407E05}"/>
              </a:ext>
            </a:extLst>
          </p:cNvPr>
          <p:cNvSpPr txBox="1"/>
          <p:nvPr/>
        </p:nvSpPr>
        <p:spPr>
          <a:xfrm>
            <a:off x="3259760" y="3952325"/>
            <a:ext cx="556153" cy="338554"/>
          </a:xfrm>
          <a:prstGeom prst="rect">
            <a:avLst/>
          </a:prstGeom>
          <a:noFill/>
        </p:spPr>
        <p:txBody>
          <a:bodyPr wrap="square" rtlCol="0">
            <a:spAutoFit/>
          </a:bodyPr>
          <a:lstStyle/>
          <a:p>
            <a:r>
              <a:rPr lang="en-IN" sz="1600" dirty="0"/>
              <a:t>(3)</a:t>
            </a:r>
            <a:endParaRPr lang="en-IN" dirty="0"/>
          </a:p>
        </p:txBody>
      </p:sp>
    </p:spTree>
    <p:extLst>
      <p:ext uri="{BB962C8B-B14F-4D97-AF65-F5344CB8AC3E}">
        <p14:creationId xmlns:p14="http://schemas.microsoft.com/office/powerpoint/2010/main" val="142533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ppt_y</p:attrName>
                                        </p:attrNameLst>
                                      </p:cBhvr>
                                      <p:tavLst>
                                        <p:tav tm="0">
                                          <p:val>
                                            <p:strVal val="#ppt_y-#ppt_h*1.125000"/>
                                          </p:val>
                                        </p:tav>
                                        <p:tav tm="100000">
                                          <p:val>
                                            <p:strVal val="#ppt_y"/>
                                          </p:val>
                                        </p:tav>
                                      </p:tavLst>
                                    </p:anim>
                                    <p:animEffect transition="in" filter="wipe(down)">
                                      <p:cBhvr>
                                        <p:cTn id="8" dur="500"/>
                                        <p:tgtEl>
                                          <p:spTgt spid="32"/>
                                        </p:tgtEl>
                                      </p:cBhvr>
                                    </p:animEffect>
                                  </p:childTnLst>
                                </p:cTn>
                              </p:par>
                            </p:childTnLst>
                          </p:cTn>
                        </p:par>
                        <p:par>
                          <p:cTn id="9" fill="hold">
                            <p:stCondLst>
                              <p:cond delay="2500"/>
                            </p:stCondLst>
                            <p:childTnLst>
                              <p:par>
                                <p:cTn id="10" presetID="12" presetClass="entr" presetSubtype="1" fill="hold" grpId="0" nodeType="afterEffect">
                                  <p:stCondLst>
                                    <p:cond delay="200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ppt_y</p:attrName>
                                        </p:attrNameLst>
                                      </p:cBhvr>
                                      <p:tavLst>
                                        <p:tav tm="0">
                                          <p:val>
                                            <p:strVal val="#ppt_y-#ppt_h*1.125000"/>
                                          </p:val>
                                        </p:tav>
                                        <p:tav tm="100000">
                                          <p:val>
                                            <p:strVal val="#ppt_y"/>
                                          </p:val>
                                        </p:tav>
                                      </p:tavLst>
                                    </p:anim>
                                    <p:animEffect transition="in" filter="wipe(down)">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0BBD2-84EB-4417-AFE8-9EC07D9214E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A77CD32-41BD-4395-96E8-974CD13B26F3}"/>
              </a:ext>
            </a:extLst>
          </p:cNvPr>
          <p:cNvSpPr>
            <a:spLocks noGrp="1"/>
          </p:cNvSpPr>
          <p:nvPr>
            <p:ph idx="1"/>
          </p:nvPr>
        </p:nvSpPr>
        <p:spPr>
          <a:xfrm>
            <a:off x="597651" y="793405"/>
            <a:ext cx="11353049" cy="5079415"/>
          </a:xfrm>
        </p:spPr>
        <p:txBody>
          <a:bodyPr/>
          <a:lstStyle/>
          <a:p>
            <a:r>
              <a:rPr lang="en-US" b="1" dirty="0"/>
              <a:t>Anderson, Sweeney, Williams, </a:t>
            </a:r>
            <a:r>
              <a:rPr lang="en-US" b="1" dirty="0" err="1"/>
              <a:t>Camm</a:t>
            </a:r>
            <a:r>
              <a:rPr lang="en-US" b="1" dirty="0"/>
              <a:t>, Cochran, Statistics for Business and Economics, 12e</a:t>
            </a:r>
          </a:p>
          <a:p>
            <a:r>
              <a:rPr lang="en-US" b="1" dirty="0">
                <a:hlinkClick r:id="rId2"/>
              </a:rPr>
              <a:t>https://home.ubalt.edu/tmitch/631/631.htm</a:t>
            </a:r>
            <a:endParaRPr lang="en-US" b="1" dirty="0"/>
          </a:p>
        </p:txBody>
      </p:sp>
      <p:sp>
        <p:nvSpPr>
          <p:cNvPr id="4" name="Slide Number Placeholder 3">
            <a:extLst>
              <a:ext uri="{FF2B5EF4-FFF2-40B4-BE49-F238E27FC236}">
                <a16:creationId xmlns:a16="http://schemas.microsoft.com/office/drawing/2014/main" id="{76329784-5696-413F-9AA9-D85F64DAED00}"/>
              </a:ext>
            </a:extLst>
          </p:cNvPr>
          <p:cNvSpPr>
            <a:spLocks noGrp="1"/>
          </p:cNvSpPr>
          <p:nvPr>
            <p:ph type="sldNum" sz="quarter" idx="12"/>
          </p:nvPr>
        </p:nvSpPr>
        <p:spPr/>
        <p:txBody>
          <a:bodyPr/>
          <a:lstStyle/>
          <a:p>
            <a:fld id="{02F87AF3-9E8D-4307-8299-23A9A28D052B}" type="slidenum">
              <a:rPr lang="en-IN" smtClean="0"/>
              <a:t>20</a:t>
            </a:fld>
            <a:endParaRPr lang="en-IN"/>
          </a:p>
        </p:txBody>
      </p:sp>
    </p:spTree>
    <p:extLst>
      <p:ext uri="{BB962C8B-B14F-4D97-AF65-F5344CB8AC3E}">
        <p14:creationId xmlns:p14="http://schemas.microsoft.com/office/powerpoint/2010/main" val="1174668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1695545" y="163513"/>
            <a:ext cx="482600" cy="365125"/>
          </a:xfrm>
        </p:spPr>
        <p:txBody>
          <a:bodyPr/>
          <a:lstStyle/>
          <a:p>
            <a:fld id="{02F87AF3-9E8D-4307-8299-23A9A28D052B}" type="slidenum">
              <a:rPr lang="en-IN" smtClean="0"/>
              <a:t>21</a:t>
            </a:fld>
            <a:endParaRPr lang="en-IN" dirty="0"/>
          </a:p>
        </p:txBody>
      </p:sp>
      <p:sp>
        <p:nvSpPr>
          <p:cNvPr id="5" name="Rectangle 4">
            <a:extLst>
              <a:ext uri="{FF2B5EF4-FFF2-40B4-BE49-F238E27FC236}">
                <a16:creationId xmlns:a16="http://schemas.microsoft.com/office/drawing/2014/main" id="{AFEC80BE-D990-48E3-ADB0-108AB4017EFD}"/>
              </a:ext>
            </a:extLst>
          </p:cNvPr>
          <p:cNvSpPr/>
          <p:nvPr/>
        </p:nvSpPr>
        <p:spPr>
          <a:xfrm>
            <a:off x="7909560" y="6650182"/>
            <a:ext cx="4282442" cy="207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 2019 </a:t>
            </a:r>
            <a:r>
              <a:rPr lang="en-IN" sz="1200" b="1" dirty="0">
                <a:solidFill>
                  <a:schemeClr val="tx1"/>
                </a:solidFill>
              </a:rPr>
              <a:t>Tata Insights and Quants Division. All Rights Reserved.</a:t>
            </a:r>
          </a:p>
        </p:txBody>
      </p:sp>
      <p:sp>
        <p:nvSpPr>
          <p:cNvPr id="2" name="expertsource_Rsetting_footer">
            <a:extLst>
              <a:ext uri="{FF2B5EF4-FFF2-40B4-BE49-F238E27FC236}">
                <a16:creationId xmlns:a16="http://schemas.microsoft.com/office/drawing/2014/main" id="{A8672756-4E06-41E9-B8BD-7CFAF6F940FC}"/>
              </a:ext>
            </a:extLst>
          </p:cNvPr>
          <p:cNvSpPr txBox="1"/>
          <p:nvPr/>
        </p:nvSpPr>
        <p:spPr>
          <a:xfrm>
            <a:off x="11320683" y="6893063"/>
            <a:ext cx="972917" cy="215444"/>
          </a:xfrm>
          <a:prstGeom prst="rect">
            <a:avLst/>
          </a:prstGeom>
          <a:noFill/>
        </p:spPr>
        <p:txBody>
          <a:bodyPr vert="horz" rtlCol="0">
            <a:spAutoFit/>
          </a:bodyPr>
          <a:lstStyle/>
          <a:p>
            <a:r>
              <a:rPr lang="en-IN" sz="800" dirty="0" err="1">
                <a:solidFill>
                  <a:srgbClr val="0000FF"/>
                </a:solidFill>
                <a:latin typeface="Cambria" panose="02040503050406030204" pitchFamily="18" charset="0"/>
              </a:rPr>
              <a:t>TataiQ_Internal</a:t>
            </a:r>
            <a:endParaRPr lang="en-IN" sz="800" dirty="0">
              <a:solidFill>
                <a:srgbClr val="0000FF"/>
              </a:solidFill>
              <a:latin typeface="Cambria" panose="02040503050406030204" pitchFamily="18" charset="0"/>
            </a:endParaRPr>
          </a:p>
        </p:txBody>
      </p:sp>
    </p:spTree>
    <p:extLst>
      <p:ext uri="{BB962C8B-B14F-4D97-AF65-F5344CB8AC3E}">
        <p14:creationId xmlns:p14="http://schemas.microsoft.com/office/powerpoint/2010/main" val="180405085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Klassify>
  <SNO>1</SNO>
  <KDate>2018-08-09 16:47:12</KDate>
  <Classification>TataiQ_Internal</Classification>
  <HostName>PSHIL-L</HostName>
  <Domain_User>TILCADDC/pshil</Domain_User>
  <IPAdd>172.16.1.51</IPAdd>
  <FilePath>C:\Users\pshil\Desktop\EDITED 5_PresentationTiQ Template_Final_150 yr.pptx</FilePath>
  <KID>441CA84078F9636694300324942219</KID>
</Klassify>
</file>

<file path=customXml/itemProps1.xml><?xml version="1.0" encoding="utf-8"?>
<ds:datastoreItem xmlns:ds="http://schemas.openxmlformats.org/officeDocument/2006/customXml" ds:itemID="{B89BBBED-29E0-4B03-94B1-1C0EDE7A561E}">
  <ds:schemaRefs/>
</ds:datastoreItem>
</file>

<file path=docProps/app.xml><?xml version="1.0" encoding="utf-8"?>
<Properties xmlns="http://schemas.openxmlformats.org/officeDocument/2006/extended-properties" xmlns:vt="http://schemas.openxmlformats.org/officeDocument/2006/docPropsVTypes">
  <Template/>
  <TotalTime>6697</TotalTime>
  <Words>3003</Words>
  <Application>Microsoft Office PowerPoint</Application>
  <PresentationFormat>Widescreen</PresentationFormat>
  <Paragraphs>335</Paragraphs>
  <Slides>21</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2" baseType="lpstr">
      <vt:lpstr>Arial</vt:lpstr>
      <vt:lpstr>Book Antiqua</vt:lpstr>
      <vt:lpstr>Calibri</vt:lpstr>
      <vt:lpstr>Cambria</vt:lpstr>
      <vt:lpstr>Cambria Math</vt:lpstr>
      <vt:lpstr>Monotype Sorts</vt:lpstr>
      <vt:lpstr>Symbol</vt:lpstr>
      <vt:lpstr>Times New Roman</vt:lpstr>
      <vt:lpstr>Wingdings</vt:lpstr>
      <vt:lpstr>Office Theme</vt:lpstr>
      <vt:lpstr>Equation</vt:lpstr>
      <vt:lpstr>Hypothesis Testing</vt:lpstr>
      <vt:lpstr>PowerPoint Presentation</vt:lpstr>
      <vt:lpstr>Outline</vt:lpstr>
      <vt:lpstr>Introduction</vt:lpstr>
      <vt:lpstr>Steps of Hypothesis Test</vt:lpstr>
      <vt:lpstr>One tailed test vs. two tailed test</vt:lpstr>
      <vt:lpstr>p-Value Approach to One-Tailed Hypothesis Testing</vt:lpstr>
      <vt:lpstr>Critical Value Approach to One-Tailed Hypothesis Testing</vt:lpstr>
      <vt:lpstr>Example of One-Tailed Hypothesis Testing</vt:lpstr>
      <vt:lpstr>Example of One-Tailed Hypothesis Testing</vt:lpstr>
      <vt:lpstr>Two-Tailed Hypothesis Testing</vt:lpstr>
      <vt:lpstr>Example of Two-Tailed Hypothesis Testing</vt:lpstr>
      <vt:lpstr>Example of Two-Tailed Hypothesis Testing</vt:lpstr>
      <vt:lpstr>Example of Two-Tailed Hypothesis Testing</vt:lpstr>
      <vt:lpstr>p-value Determination</vt:lpstr>
      <vt:lpstr>Errors in Hypothesis Tests</vt:lpstr>
      <vt:lpstr>Measuring effect size</vt:lpstr>
      <vt:lpstr>Power of a Hypothesis Test m </vt:lpstr>
      <vt:lpstr>Determining the Sample Size for a Hypothesis Test About a Population Mean</vt:lpstr>
      <vt:lpstr>References</vt:lpstr>
      <vt:lpstr>PowerPoint Presentation</vt:lpstr>
    </vt:vector>
  </TitlesOfParts>
  <Company>Tata Insights and Quants (A Division of Tata Industries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Tata iQ</dc:creator>
  <cp:lastModifiedBy>Kumar Ravi</cp:lastModifiedBy>
  <cp:revision>81</cp:revision>
  <dcterms:created xsi:type="dcterms:W3CDTF">2017-02-06T08:41:46Z</dcterms:created>
  <dcterms:modified xsi:type="dcterms:W3CDTF">2019-01-25T04:02:31Z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TataiQ_Internal</vt:lpwstr>
  </property>
</Properties>
</file>